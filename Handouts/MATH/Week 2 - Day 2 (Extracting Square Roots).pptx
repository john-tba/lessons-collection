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9" r:id="rId4"/>
    <p:sldId id="258" r:id="rId5"/>
    <p:sldId id="275" r:id="rId6"/>
    <p:sldId id="283" r:id="rId7"/>
    <p:sldId id="274" r:id="rId8"/>
    <p:sldId id="284" r:id="rId9"/>
    <p:sldId id="285" r:id="rId10"/>
    <p:sldId id="286" r:id="rId11"/>
    <p:sldId id="287" r:id="rId12"/>
    <p:sldId id="288" r:id="rId13"/>
    <p:sldId id="289" r:id="rId14"/>
    <p:sldId id="259" r:id="rId15"/>
    <p:sldId id="290" r:id="rId16"/>
    <p:sldId id="280" r:id="rId17"/>
    <p:sldId id="291" r:id="rId18"/>
    <p:sldId id="281" r:id="rId19"/>
    <p:sldId id="262" r:id="rId20"/>
  </p:sldIdLst>
  <p:sldSz cx="18288000" cy="10287000"/>
  <p:notesSz cx="6858000" cy="9144000"/>
  <p:embeddedFontLst>
    <p:embeddedFont>
      <p:font typeface="Borsok" panose="02000503000000020002" charset="0"/>
      <p:regular r:id="rId21"/>
    </p:embeddedFont>
    <p:embeddedFont>
      <p:font typeface="Bugaki" panose="020B0604020202020204" charset="0"/>
      <p:regular r:id="rId22"/>
    </p:embeddedFont>
    <p:embeddedFont>
      <p:font typeface="Cambria Math" panose="02040503050406030204" pitchFamily="18" charset="0"/>
      <p:regular r:id="rId23"/>
    </p:embeddedFont>
    <p:embeddedFont>
      <p:font typeface="Monterchi" panose="020B0604020202020204" charset="0"/>
      <p:regular r:id="rId24"/>
    </p:embeddedFont>
    <p:embeddedFont>
      <p:font typeface="Monterchi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9BED3B-74AB-4A46-837E-E49B52BC9EF6}" v="190" dt="2026-06-29T08:44:57.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4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Fajardo" userId="a34b2bc8161992c0" providerId="LiveId" clId="{A571E766-ECF9-4ACA-910F-E5F012930532}"/>
    <pc:docChg chg="undo redo custSel addSld delSld modSld sldOrd">
      <pc:chgData name="Joshua Fajardo" userId="a34b2bc8161992c0" providerId="LiveId" clId="{A571E766-ECF9-4ACA-910F-E5F012930532}" dt="2026-06-29T22:45:51.951" v="1219" actId="20577"/>
      <pc:docMkLst>
        <pc:docMk/>
      </pc:docMkLst>
      <pc:sldChg chg="modSp mod">
        <pc:chgData name="Joshua Fajardo" userId="a34b2bc8161992c0" providerId="LiveId" clId="{A571E766-ECF9-4ACA-910F-E5F012930532}" dt="2026-06-29T08:22:48.526" v="132" actId="20577"/>
        <pc:sldMkLst>
          <pc:docMk/>
          <pc:sldMk cId="0" sldId="257"/>
        </pc:sldMkLst>
        <pc:spChg chg="mod">
          <ac:chgData name="Joshua Fajardo" userId="a34b2bc8161992c0" providerId="LiveId" clId="{A571E766-ECF9-4ACA-910F-E5F012930532}" dt="2026-06-29T08:22:48.526" v="132" actId="20577"/>
          <ac:spMkLst>
            <pc:docMk/>
            <pc:sldMk cId="0" sldId="257"/>
            <ac:spMk id="13" creationId="{00000000-0000-0000-0000-000000000000}"/>
          </ac:spMkLst>
        </pc:spChg>
      </pc:sldChg>
      <pc:sldChg chg="modSp mod">
        <pc:chgData name="Joshua Fajardo" userId="a34b2bc8161992c0" providerId="LiveId" clId="{A571E766-ECF9-4ACA-910F-E5F012930532}" dt="2026-06-29T08:24:08.276" v="203" actId="2710"/>
        <pc:sldMkLst>
          <pc:docMk/>
          <pc:sldMk cId="0" sldId="258"/>
        </pc:sldMkLst>
        <pc:spChg chg="mod">
          <ac:chgData name="Joshua Fajardo" userId="a34b2bc8161992c0" providerId="LiveId" clId="{A571E766-ECF9-4ACA-910F-E5F012930532}" dt="2026-06-29T08:23:22.957" v="178"/>
          <ac:spMkLst>
            <pc:docMk/>
            <pc:sldMk cId="0" sldId="258"/>
            <ac:spMk id="6" creationId="{00000000-0000-0000-0000-000000000000}"/>
          </ac:spMkLst>
        </pc:spChg>
        <pc:spChg chg="mod">
          <ac:chgData name="Joshua Fajardo" userId="a34b2bc8161992c0" providerId="LiveId" clId="{A571E766-ECF9-4ACA-910F-E5F012930532}" dt="2026-06-29T08:23:22.957" v="178"/>
          <ac:spMkLst>
            <pc:docMk/>
            <pc:sldMk cId="0" sldId="258"/>
            <ac:spMk id="7" creationId="{00000000-0000-0000-0000-000000000000}"/>
          </ac:spMkLst>
        </pc:spChg>
        <pc:spChg chg="mod">
          <ac:chgData name="Joshua Fajardo" userId="a34b2bc8161992c0" providerId="LiveId" clId="{A571E766-ECF9-4ACA-910F-E5F012930532}" dt="2026-06-29T08:23:22.957" v="178"/>
          <ac:spMkLst>
            <pc:docMk/>
            <pc:sldMk cId="0" sldId="258"/>
            <ac:spMk id="9" creationId="{00000000-0000-0000-0000-000000000000}"/>
          </ac:spMkLst>
        </pc:spChg>
        <pc:spChg chg="mod">
          <ac:chgData name="Joshua Fajardo" userId="a34b2bc8161992c0" providerId="LiveId" clId="{A571E766-ECF9-4ACA-910F-E5F012930532}" dt="2026-06-29T08:23:22.957" v="178"/>
          <ac:spMkLst>
            <pc:docMk/>
            <pc:sldMk cId="0" sldId="258"/>
            <ac:spMk id="10" creationId="{00000000-0000-0000-0000-000000000000}"/>
          </ac:spMkLst>
        </pc:spChg>
        <pc:spChg chg="mod">
          <ac:chgData name="Joshua Fajardo" userId="a34b2bc8161992c0" providerId="LiveId" clId="{A571E766-ECF9-4ACA-910F-E5F012930532}" dt="2026-06-29T08:24:08.276" v="203" actId="2710"/>
          <ac:spMkLst>
            <pc:docMk/>
            <pc:sldMk cId="0" sldId="258"/>
            <ac:spMk id="12" creationId="{00000000-0000-0000-0000-000000000000}"/>
          </ac:spMkLst>
        </pc:spChg>
        <pc:spChg chg="mod">
          <ac:chgData name="Joshua Fajardo" userId="a34b2bc8161992c0" providerId="LiveId" clId="{A571E766-ECF9-4ACA-910F-E5F012930532}" dt="2026-06-29T08:23:22.957" v="178"/>
          <ac:spMkLst>
            <pc:docMk/>
            <pc:sldMk cId="0" sldId="258"/>
            <ac:spMk id="19" creationId="{00000000-0000-0000-0000-000000000000}"/>
          </ac:spMkLst>
        </pc:spChg>
        <pc:grpChg chg="mod">
          <ac:chgData name="Joshua Fajardo" userId="a34b2bc8161992c0" providerId="LiveId" clId="{A571E766-ECF9-4ACA-910F-E5F012930532}" dt="2026-06-29T08:23:22.957" v="178"/>
          <ac:grpSpMkLst>
            <pc:docMk/>
            <pc:sldMk cId="0" sldId="258"/>
            <ac:grpSpMk id="5" creationId="{00000000-0000-0000-0000-000000000000}"/>
          </ac:grpSpMkLst>
        </pc:grpChg>
        <pc:grpChg chg="mod">
          <ac:chgData name="Joshua Fajardo" userId="a34b2bc8161992c0" providerId="LiveId" clId="{A571E766-ECF9-4ACA-910F-E5F012930532}" dt="2026-06-29T08:23:22.957" v="178"/>
          <ac:grpSpMkLst>
            <pc:docMk/>
            <pc:sldMk cId="0" sldId="258"/>
            <ac:grpSpMk id="8" creationId="{00000000-0000-0000-0000-000000000000}"/>
          </ac:grpSpMkLst>
        </pc:grpChg>
        <pc:grpChg chg="mod">
          <ac:chgData name="Joshua Fajardo" userId="a34b2bc8161992c0" providerId="LiveId" clId="{A571E766-ECF9-4ACA-910F-E5F012930532}" dt="2026-06-29T08:23:22.957" v="178"/>
          <ac:grpSpMkLst>
            <pc:docMk/>
            <pc:sldMk cId="0" sldId="258"/>
            <ac:grpSpMk id="22" creationId="{1182B79A-C2CE-386A-7955-C84EC2824D6F}"/>
          </ac:grpSpMkLst>
        </pc:grpChg>
      </pc:sldChg>
      <pc:sldChg chg="addSp delSp modSp mod">
        <pc:chgData name="Joshua Fajardo" userId="a34b2bc8161992c0" providerId="LiveId" clId="{A571E766-ECF9-4ACA-910F-E5F012930532}" dt="2026-06-29T08:40:52.552" v="935" actId="1076"/>
        <pc:sldMkLst>
          <pc:docMk/>
          <pc:sldMk cId="0" sldId="259"/>
        </pc:sldMkLst>
        <pc:spChg chg="add del">
          <ac:chgData name="Joshua Fajardo" userId="a34b2bc8161992c0" providerId="LiveId" clId="{A571E766-ECF9-4ACA-910F-E5F012930532}" dt="2026-06-29T08:40:06.069" v="921" actId="22"/>
          <ac:spMkLst>
            <pc:docMk/>
            <pc:sldMk cId="0" sldId="259"/>
            <ac:spMk id="15" creationId="{E81B9DA7-8866-C6E7-EA2B-38005C141471}"/>
          </ac:spMkLst>
        </pc:spChg>
        <pc:spChg chg="del mod">
          <ac:chgData name="Joshua Fajardo" userId="a34b2bc8161992c0" providerId="LiveId" clId="{A571E766-ECF9-4ACA-910F-E5F012930532}" dt="2026-06-29T08:36:55.719" v="780" actId="478"/>
          <ac:spMkLst>
            <pc:docMk/>
            <pc:sldMk cId="0" sldId="259"/>
            <ac:spMk id="16" creationId="{00000000-0000-0000-0000-000000000000}"/>
          </ac:spMkLst>
        </pc:spChg>
        <pc:spChg chg="mod">
          <ac:chgData name="Joshua Fajardo" userId="a34b2bc8161992c0" providerId="LiveId" clId="{A571E766-ECF9-4ACA-910F-E5F012930532}" dt="2026-06-29T08:37:19.405" v="842" actId="1076"/>
          <ac:spMkLst>
            <pc:docMk/>
            <pc:sldMk cId="0" sldId="259"/>
            <ac:spMk id="17" creationId="{00000000-0000-0000-0000-000000000000}"/>
          </ac:spMkLst>
        </pc:spChg>
        <pc:spChg chg="mod">
          <ac:chgData name="Joshua Fajardo" userId="a34b2bc8161992c0" providerId="LiveId" clId="{A571E766-ECF9-4ACA-910F-E5F012930532}" dt="2026-06-29T08:40:42.964" v="932" actId="1076"/>
          <ac:spMkLst>
            <pc:docMk/>
            <pc:sldMk cId="0" sldId="259"/>
            <ac:spMk id="18" creationId="{00000000-0000-0000-0000-000000000000}"/>
          </ac:spMkLst>
        </pc:spChg>
        <pc:spChg chg="del">
          <ac:chgData name="Joshua Fajardo" userId="a34b2bc8161992c0" providerId="LiveId" clId="{A571E766-ECF9-4ACA-910F-E5F012930532}" dt="2026-06-29T08:38:29.640" v="911" actId="478"/>
          <ac:spMkLst>
            <pc:docMk/>
            <pc:sldMk cId="0" sldId="259"/>
            <ac:spMk id="19" creationId="{00000000-0000-0000-0000-000000000000}"/>
          </ac:spMkLst>
        </pc:spChg>
        <pc:spChg chg="add del">
          <ac:chgData name="Joshua Fajardo" userId="a34b2bc8161992c0" providerId="LiveId" clId="{A571E766-ECF9-4ACA-910F-E5F012930532}" dt="2026-06-29T08:40:07.971" v="923" actId="22"/>
          <ac:spMkLst>
            <pc:docMk/>
            <pc:sldMk cId="0" sldId="259"/>
            <ac:spMk id="21" creationId="{1884D112-3BED-A814-D5F0-660178BD4181}"/>
          </ac:spMkLst>
        </pc:spChg>
        <pc:spChg chg="add mod">
          <ac:chgData name="Joshua Fajardo" userId="a34b2bc8161992c0" providerId="LiveId" clId="{A571E766-ECF9-4ACA-910F-E5F012930532}" dt="2026-06-29T08:40:52.552" v="935" actId="1076"/>
          <ac:spMkLst>
            <pc:docMk/>
            <pc:sldMk cId="0" sldId="259"/>
            <ac:spMk id="23" creationId="{37329027-8325-7DD4-B78E-D8BF3915B7AF}"/>
          </ac:spMkLst>
        </pc:spChg>
        <pc:grpChg chg="mod">
          <ac:chgData name="Joshua Fajardo" userId="a34b2bc8161992c0" providerId="LiveId" clId="{A571E766-ECF9-4ACA-910F-E5F012930532}" dt="2026-06-29T08:38:26.614" v="910" actId="14100"/>
          <ac:grpSpMkLst>
            <pc:docMk/>
            <pc:sldMk cId="0" sldId="259"/>
            <ac:grpSpMk id="5" creationId="{00000000-0000-0000-0000-000000000000}"/>
          </ac:grpSpMkLst>
        </pc:grpChg>
        <pc:grpChg chg="del">
          <ac:chgData name="Joshua Fajardo" userId="a34b2bc8161992c0" providerId="LiveId" clId="{A571E766-ECF9-4ACA-910F-E5F012930532}" dt="2026-06-29T08:38:20.274" v="908" actId="478"/>
          <ac:grpSpMkLst>
            <pc:docMk/>
            <pc:sldMk cId="0" sldId="259"/>
            <ac:grpSpMk id="8" creationId="{00000000-0000-0000-0000-000000000000}"/>
          </ac:grpSpMkLst>
        </pc:grpChg>
        <pc:grpChg chg="mod">
          <ac:chgData name="Joshua Fajardo" userId="a34b2bc8161992c0" providerId="LiveId" clId="{A571E766-ECF9-4ACA-910F-E5F012930532}" dt="2026-06-29T08:37:29.797" v="845" actId="14100"/>
          <ac:grpSpMkLst>
            <pc:docMk/>
            <pc:sldMk cId="0" sldId="259"/>
            <ac:grpSpMk id="11" creationId="{00000000-0000-0000-0000-000000000000}"/>
          </ac:grpSpMkLst>
        </pc:grpChg>
      </pc:sldChg>
      <pc:sldChg chg="modSp mod">
        <pc:chgData name="Joshua Fajardo" userId="a34b2bc8161992c0" providerId="LiveId" clId="{A571E766-ECF9-4ACA-910F-E5F012930532}" dt="2026-06-29T08:45:06.197" v="1218" actId="1076"/>
        <pc:sldMkLst>
          <pc:docMk/>
          <pc:sldMk cId="0" sldId="262"/>
        </pc:sldMkLst>
        <pc:spChg chg="mod">
          <ac:chgData name="Joshua Fajardo" userId="a34b2bc8161992c0" providerId="LiveId" clId="{A571E766-ECF9-4ACA-910F-E5F012930532}" dt="2026-06-29T08:45:06.197" v="1218" actId="1076"/>
          <ac:spMkLst>
            <pc:docMk/>
            <pc:sldMk cId="0" sldId="262"/>
            <ac:spMk id="10" creationId="{00000000-0000-0000-0000-000000000000}"/>
          </ac:spMkLst>
        </pc:spChg>
      </pc:sldChg>
      <pc:sldChg chg="modSp mod">
        <pc:chgData name="Joshua Fajardo" userId="a34b2bc8161992c0" providerId="LiveId" clId="{A571E766-ECF9-4ACA-910F-E5F012930532}" dt="2026-06-29T08:23:01.595" v="153" actId="255"/>
        <pc:sldMkLst>
          <pc:docMk/>
          <pc:sldMk cId="838669570" sldId="269"/>
        </pc:sldMkLst>
        <pc:spChg chg="mod">
          <ac:chgData name="Joshua Fajardo" userId="a34b2bc8161992c0" providerId="LiveId" clId="{A571E766-ECF9-4ACA-910F-E5F012930532}" dt="2026-06-29T08:23:01.595" v="153" actId="255"/>
          <ac:spMkLst>
            <pc:docMk/>
            <pc:sldMk cId="838669570" sldId="269"/>
            <ac:spMk id="12" creationId="{3EEF1B9D-F85C-205D-5959-16DC2E24EAE4}"/>
          </ac:spMkLst>
        </pc:spChg>
      </pc:sldChg>
      <pc:sldChg chg="modSp del mod">
        <pc:chgData name="Joshua Fajardo" userId="a34b2bc8161992c0" providerId="LiveId" clId="{A571E766-ECF9-4ACA-910F-E5F012930532}" dt="2026-06-29T08:23:58.723" v="200" actId="47"/>
        <pc:sldMkLst>
          <pc:docMk/>
          <pc:sldMk cId="1800589366" sldId="270"/>
        </pc:sldMkLst>
        <pc:spChg chg="mod">
          <ac:chgData name="Joshua Fajardo" userId="a34b2bc8161992c0" providerId="LiveId" clId="{A571E766-ECF9-4ACA-910F-E5F012930532}" dt="2026-06-29T08:23:49.275" v="199"/>
          <ac:spMkLst>
            <pc:docMk/>
            <pc:sldMk cId="1800589366" sldId="270"/>
            <ac:spMk id="6" creationId="{618D7FAE-D032-0B80-F36A-632FBB0BC53E}"/>
          </ac:spMkLst>
        </pc:spChg>
        <pc:spChg chg="mod">
          <ac:chgData name="Joshua Fajardo" userId="a34b2bc8161992c0" providerId="LiveId" clId="{A571E766-ECF9-4ACA-910F-E5F012930532}" dt="2026-06-29T08:23:49.275" v="199"/>
          <ac:spMkLst>
            <pc:docMk/>
            <pc:sldMk cId="1800589366" sldId="270"/>
            <ac:spMk id="7" creationId="{FFE22F39-0406-C37E-E52B-0C4C334A3CA9}"/>
          </ac:spMkLst>
        </pc:spChg>
        <pc:spChg chg="mod">
          <ac:chgData name="Joshua Fajardo" userId="a34b2bc8161992c0" providerId="LiveId" clId="{A571E766-ECF9-4ACA-910F-E5F012930532}" dt="2026-06-29T08:23:49.275" v="199"/>
          <ac:spMkLst>
            <pc:docMk/>
            <pc:sldMk cId="1800589366" sldId="270"/>
            <ac:spMk id="9" creationId="{C266FEE7-569A-F8BB-BC72-26A1BF68B968}"/>
          </ac:spMkLst>
        </pc:spChg>
        <pc:spChg chg="mod">
          <ac:chgData name="Joshua Fajardo" userId="a34b2bc8161992c0" providerId="LiveId" clId="{A571E766-ECF9-4ACA-910F-E5F012930532}" dt="2026-06-29T08:23:49.275" v="199"/>
          <ac:spMkLst>
            <pc:docMk/>
            <pc:sldMk cId="1800589366" sldId="270"/>
            <ac:spMk id="10" creationId="{93F46F31-AC57-6B58-A9CB-FA641903F9F9}"/>
          </ac:spMkLst>
        </pc:spChg>
        <pc:spChg chg="mod">
          <ac:chgData name="Joshua Fajardo" userId="a34b2bc8161992c0" providerId="LiveId" clId="{A571E766-ECF9-4ACA-910F-E5F012930532}" dt="2026-06-29T08:23:49.275" v="199"/>
          <ac:spMkLst>
            <pc:docMk/>
            <pc:sldMk cId="1800589366" sldId="270"/>
            <ac:spMk id="12" creationId="{7F62E758-C320-CC23-81CA-164C6B7C242C}"/>
          </ac:spMkLst>
        </pc:spChg>
        <pc:spChg chg="mod">
          <ac:chgData name="Joshua Fajardo" userId="a34b2bc8161992c0" providerId="LiveId" clId="{A571E766-ECF9-4ACA-910F-E5F012930532}" dt="2026-06-29T08:23:49.275" v="199"/>
          <ac:spMkLst>
            <pc:docMk/>
            <pc:sldMk cId="1800589366" sldId="270"/>
            <ac:spMk id="19" creationId="{542AC2F3-FD68-733C-ED67-BDC24E997563}"/>
          </ac:spMkLst>
        </pc:spChg>
        <pc:grpChg chg="mod">
          <ac:chgData name="Joshua Fajardo" userId="a34b2bc8161992c0" providerId="LiveId" clId="{A571E766-ECF9-4ACA-910F-E5F012930532}" dt="2026-06-29T08:23:49.275" v="199"/>
          <ac:grpSpMkLst>
            <pc:docMk/>
            <pc:sldMk cId="1800589366" sldId="270"/>
            <ac:grpSpMk id="5" creationId="{F7ECA838-4DE0-6ACA-FE70-A1E602E68827}"/>
          </ac:grpSpMkLst>
        </pc:grpChg>
        <pc:grpChg chg="mod">
          <ac:chgData name="Joshua Fajardo" userId="a34b2bc8161992c0" providerId="LiveId" clId="{A571E766-ECF9-4ACA-910F-E5F012930532}" dt="2026-06-29T08:23:49.275" v="199"/>
          <ac:grpSpMkLst>
            <pc:docMk/>
            <pc:sldMk cId="1800589366" sldId="270"/>
            <ac:grpSpMk id="8" creationId="{9C5AF233-3303-16CA-237E-C740EBD50622}"/>
          </ac:grpSpMkLst>
        </pc:grpChg>
        <pc:grpChg chg="mod">
          <ac:chgData name="Joshua Fajardo" userId="a34b2bc8161992c0" providerId="LiveId" clId="{A571E766-ECF9-4ACA-910F-E5F012930532}" dt="2026-06-29T08:23:49.275" v="199"/>
          <ac:grpSpMkLst>
            <pc:docMk/>
            <pc:sldMk cId="1800589366" sldId="270"/>
            <ac:grpSpMk id="11" creationId="{0A91D1D2-57F1-EB83-2236-66930F536788}"/>
          </ac:grpSpMkLst>
        </pc:grpChg>
      </pc:sldChg>
      <pc:sldChg chg="del">
        <pc:chgData name="Joshua Fajardo" userId="a34b2bc8161992c0" providerId="LiveId" clId="{A571E766-ECF9-4ACA-910F-E5F012930532}" dt="2026-06-29T08:23:59.607" v="201" actId="47"/>
        <pc:sldMkLst>
          <pc:docMk/>
          <pc:sldMk cId="180619853" sldId="271"/>
        </pc:sldMkLst>
      </pc:sldChg>
      <pc:sldChg chg="del">
        <pc:chgData name="Joshua Fajardo" userId="a34b2bc8161992c0" providerId="LiveId" clId="{A571E766-ECF9-4ACA-910F-E5F012930532}" dt="2026-06-29T08:24:01.604" v="202" actId="47"/>
        <pc:sldMkLst>
          <pc:docMk/>
          <pc:sldMk cId="3073585941" sldId="272"/>
        </pc:sldMkLst>
      </pc:sldChg>
      <pc:sldChg chg="del">
        <pc:chgData name="Joshua Fajardo" userId="a34b2bc8161992c0" providerId="LiveId" clId="{A571E766-ECF9-4ACA-910F-E5F012930532}" dt="2026-06-29T08:24:16.752" v="205" actId="47"/>
        <pc:sldMkLst>
          <pc:docMk/>
          <pc:sldMk cId="3119418001" sldId="273"/>
        </pc:sldMkLst>
      </pc:sldChg>
      <pc:sldChg chg="addSp delSp modSp mod">
        <pc:chgData name="Joshua Fajardo" userId="a34b2bc8161992c0" providerId="LiveId" clId="{A571E766-ECF9-4ACA-910F-E5F012930532}" dt="2026-06-29T08:28:31.971" v="328" actId="20577"/>
        <pc:sldMkLst>
          <pc:docMk/>
          <pc:sldMk cId="1248181824" sldId="274"/>
        </pc:sldMkLst>
        <pc:spChg chg="add mod">
          <ac:chgData name="Joshua Fajardo" userId="a34b2bc8161992c0" providerId="LiveId" clId="{A571E766-ECF9-4ACA-910F-E5F012930532}" dt="2026-06-29T08:27:36.257" v="324" actId="1076"/>
          <ac:spMkLst>
            <pc:docMk/>
            <pc:sldMk cId="1248181824" sldId="274"/>
            <ac:spMk id="11" creationId="{31EDB1EF-F107-62E5-8D3B-95CF3F30D9C7}"/>
          </ac:spMkLst>
        </pc:spChg>
        <pc:spChg chg="mod">
          <ac:chgData name="Joshua Fajardo" userId="a34b2bc8161992c0" providerId="LiveId" clId="{A571E766-ECF9-4ACA-910F-E5F012930532}" dt="2026-06-29T08:28:31.971" v="328" actId="20577"/>
          <ac:spMkLst>
            <pc:docMk/>
            <pc:sldMk cId="1248181824" sldId="274"/>
            <ac:spMk id="12" creationId="{B7E08AA4-88B6-FCAB-CAC1-E5823761FEDB}"/>
          </ac:spMkLst>
        </pc:spChg>
        <pc:spChg chg="del mod">
          <ac:chgData name="Joshua Fajardo" userId="a34b2bc8161992c0" providerId="LiveId" clId="{A571E766-ECF9-4ACA-910F-E5F012930532}" dt="2026-06-29T08:27:27.670" v="321"/>
          <ac:spMkLst>
            <pc:docMk/>
            <pc:sldMk cId="1248181824" sldId="274"/>
            <ac:spMk id="19" creationId="{6C65496A-BBFB-B147-2181-D8691DBB9A35}"/>
          </ac:spMkLst>
        </pc:spChg>
        <pc:grpChg chg="mod">
          <ac:chgData name="Joshua Fajardo" userId="a34b2bc8161992c0" providerId="LiveId" clId="{A571E766-ECF9-4ACA-910F-E5F012930532}" dt="2026-06-29T08:26:42.701" v="300" actId="14100"/>
          <ac:grpSpMkLst>
            <pc:docMk/>
            <pc:sldMk cId="1248181824" sldId="274"/>
            <ac:grpSpMk id="8" creationId="{E425880A-C1B4-AA1F-B435-98A4E9CCA438}"/>
          </ac:grpSpMkLst>
        </pc:grpChg>
      </pc:sldChg>
      <pc:sldChg chg="addSp delSp modSp mod">
        <pc:chgData name="Joshua Fajardo" userId="a34b2bc8161992c0" providerId="LiveId" clId="{A571E766-ECF9-4ACA-910F-E5F012930532}" dt="2026-06-29T08:24:58.453" v="224" actId="478"/>
        <pc:sldMkLst>
          <pc:docMk/>
          <pc:sldMk cId="4165527585" sldId="275"/>
        </pc:sldMkLst>
        <pc:spChg chg="mod">
          <ac:chgData name="Joshua Fajardo" userId="a34b2bc8161992c0" providerId="LiveId" clId="{A571E766-ECF9-4ACA-910F-E5F012930532}" dt="2026-06-29T08:24:50.861" v="221"/>
          <ac:spMkLst>
            <pc:docMk/>
            <pc:sldMk cId="4165527585" sldId="275"/>
            <ac:spMk id="10" creationId="{CDCB6867-0BEA-5F43-7CE2-E5A9C79E805B}"/>
          </ac:spMkLst>
        </pc:spChg>
        <pc:spChg chg="mod">
          <ac:chgData name="Joshua Fajardo" userId="a34b2bc8161992c0" providerId="LiveId" clId="{A571E766-ECF9-4ACA-910F-E5F012930532}" dt="2026-06-29T08:24:50.861" v="221"/>
          <ac:spMkLst>
            <pc:docMk/>
            <pc:sldMk cId="4165527585" sldId="275"/>
            <ac:spMk id="11" creationId="{B2DE24F8-D636-F0B9-62B3-F78B0DE0FD2F}"/>
          </ac:spMkLst>
        </pc:spChg>
        <pc:spChg chg="mod">
          <ac:chgData name="Joshua Fajardo" userId="a34b2bc8161992c0" providerId="LiveId" clId="{A571E766-ECF9-4ACA-910F-E5F012930532}" dt="2026-06-29T08:24:27.121" v="220" actId="1076"/>
          <ac:spMkLst>
            <pc:docMk/>
            <pc:sldMk cId="4165527585" sldId="275"/>
            <ac:spMk id="12" creationId="{1505514E-67AB-4EB6-F513-6439266CD14B}"/>
          </ac:spMkLst>
        </pc:spChg>
        <pc:grpChg chg="add del mod">
          <ac:chgData name="Joshua Fajardo" userId="a34b2bc8161992c0" providerId="LiveId" clId="{A571E766-ECF9-4ACA-910F-E5F012930532}" dt="2026-06-29T08:24:58.453" v="224" actId="478"/>
          <ac:grpSpMkLst>
            <pc:docMk/>
            <pc:sldMk cId="4165527585" sldId="275"/>
            <ac:grpSpMk id="8" creationId="{87F83DB2-0890-8C4A-B1AF-0C60CE4C8C1A}"/>
          </ac:grpSpMkLst>
        </pc:grpChg>
      </pc:sldChg>
      <pc:sldChg chg="del">
        <pc:chgData name="Joshua Fajardo" userId="a34b2bc8161992c0" providerId="LiveId" clId="{A571E766-ECF9-4ACA-910F-E5F012930532}" dt="2026-06-29T08:24:16.209" v="204" actId="47"/>
        <pc:sldMkLst>
          <pc:docMk/>
          <pc:sldMk cId="3405843248" sldId="276"/>
        </pc:sldMkLst>
      </pc:sldChg>
      <pc:sldChg chg="del">
        <pc:chgData name="Joshua Fajardo" userId="a34b2bc8161992c0" providerId="LiveId" clId="{A571E766-ECF9-4ACA-910F-E5F012930532}" dt="2026-06-29T08:36:44.485" v="771" actId="47"/>
        <pc:sldMkLst>
          <pc:docMk/>
          <pc:sldMk cId="823499233" sldId="277"/>
        </pc:sldMkLst>
      </pc:sldChg>
      <pc:sldChg chg="del">
        <pc:chgData name="Joshua Fajardo" userId="a34b2bc8161992c0" providerId="LiveId" clId="{A571E766-ECF9-4ACA-910F-E5F012930532}" dt="2026-06-29T08:36:44.929" v="772" actId="47"/>
        <pc:sldMkLst>
          <pc:docMk/>
          <pc:sldMk cId="2143981896" sldId="278"/>
        </pc:sldMkLst>
      </pc:sldChg>
      <pc:sldChg chg="del">
        <pc:chgData name="Joshua Fajardo" userId="a34b2bc8161992c0" providerId="LiveId" clId="{A571E766-ECF9-4ACA-910F-E5F012930532}" dt="2026-06-29T08:36:45.653" v="773" actId="47"/>
        <pc:sldMkLst>
          <pc:docMk/>
          <pc:sldMk cId="3890557673" sldId="279"/>
        </pc:sldMkLst>
      </pc:sldChg>
      <pc:sldChg chg="addSp delSp modSp mod">
        <pc:chgData name="Joshua Fajardo" userId="a34b2bc8161992c0" providerId="LiveId" clId="{A571E766-ECF9-4ACA-910F-E5F012930532}" dt="2026-06-29T08:42:27.881" v="1096" actId="20577"/>
        <pc:sldMkLst>
          <pc:docMk/>
          <pc:sldMk cId="832079716" sldId="280"/>
        </pc:sldMkLst>
        <pc:spChg chg="mod">
          <ac:chgData name="Joshua Fajardo" userId="a34b2bc8161992c0" providerId="LiveId" clId="{A571E766-ECF9-4ACA-910F-E5F012930532}" dt="2026-06-29T08:41:33.825" v="981" actId="14100"/>
          <ac:spMkLst>
            <pc:docMk/>
            <pc:sldMk cId="832079716" sldId="280"/>
            <ac:spMk id="6" creationId="{9E555D86-DDA9-4836-7747-0C5E008585B1}"/>
          </ac:spMkLst>
        </pc:spChg>
        <pc:spChg chg="add mod">
          <ac:chgData name="Joshua Fajardo" userId="a34b2bc8161992c0" providerId="LiveId" clId="{A571E766-ECF9-4ACA-910F-E5F012930532}" dt="2026-06-29T08:42:27.881" v="1096" actId="20577"/>
          <ac:spMkLst>
            <pc:docMk/>
            <pc:sldMk cId="832079716" sldId="280"/>
            <ac:spMk id="11" creationId="{CB256607-7075-D2E1-DA71-003536170955}"/>
          </ac:spMkLst>
        </pc:spChg>
        <pc:spChg chg="mod">
          <ac:chgData name="Joshua Fajardo" userId="a34b2bc8161992c0" providerId="LiveId" clId="{A571E766-ECF9-4ACA-910F-E5F012930532}" dt="2026-06-29T08:42:08.744" v="1060" actId="255"/>
          <ac:spMkLst>
            <pc:docMk/>
            <pc:sldMk cId="832079716" sldId="280"/>
            <ac:spMk id="12" creationId="{AD3B0328-2B37-534A-048D-64BFA95C5755}"/>
          </ac:spMkLst>
        </pc:spChg>
        <pc:spChg chg="mod">
          <ac:chgData name="Joshua Fajardo" userId="a34b2bc8161992c0" providerId="LiveId" clId="{A571E766-ECF9-4ACA-910F-E5F012930532}" dt="2026-06-29T08:41:25.618" v="977" actId="20577"/>
          <ac:spMkLst>
            <pc:docMk/>
            <pc:sldMk cId="832079716" sldId="280"/>
            <ac:spMk id="19" creationId="{03ED4D44-FE11-B7F9-DF65-3E249F1623E0}"/>
          </ac:spMkLst>
        </pc:spChg>
        <pc:grpChg chg="mod">
          <ac:chgData name="Joshua Fajardo" userId="a34b2bc8161992c0" providerId="LiveId" clId="{A571E766-ECF9-4ACA-910F-E5F012930532}" dt="2026-06-29T08:41:29.573" v="980" actId="1076"/>
          <ac:grpSpMkLst>
            <pc:docMk/>
            <pc:sldMk cId="832079716" sldId="280"/>
            <ac:grpSpMk id="22" creationId="{3883BF1F-B3F2-B999-A2DC-41FC5D47F32A}"/>
          </ac:grpSpMkLst>
        </pc:grpChg>
        <pc:picChg chg="del">
          <ac:chgData name="Joshua Fajardo" userId="a34b2bc8161992c0" providerId="LiveId" clId="{A571E766-ECF9-4ACA-910F-E5F012930532}" dt="2026-06-29T08:41:27.181" v="978" actId="478"/>
          <ac:picMkLst>
            <pc:docMk/>
            <pc:sldMk cId="832079716" sldId="280"/>
            <ac:picMk id="13" creationId="{36B53598-0361-19F3-4C56-CFA9FF777B32}"/>
          </ac:picMkLst>
        </pc:picChg>
      </pc:sldChg>
      <pc:sldChg chg="addSp delSp modSp mod">
        <pc:chgData name="Joshua Fajardo" userId="a34b2bc8161992c0" providerId="LiveId" clId="{A571E766-ECF9-4ACA-910F-E5F012930532}" dt="2026-06-29T08:44:31.095" v="1208" actId="1076"/>
        <pc:sldMkLst>
          <pc:docMk/>
          <pc:sldMk cId="3839828529" sldId="281"/>
        </pc:sldMkLst>
        <pc:spChg chg="mod">
          <ac:chgData name="Joshua Fajardo" userId="a34b2bc8161992c0" providerId="LiveId" clId="{A571E766-ECF9-4ACA-910F-E5F012930532}" dt="2026-06-29T08:43:26.115" v="1191" actId="165"/>
          <ac:spMkLst>
            <pc:docMk/>
            <pc:sldMk cId="3839828529" sldId="281"/>
            <ac:spMk id="6" creationId="{330D706B-CC05-7618-BD8A-161E96611906}"/>
          </ac:spMkLst>
        </pc:spChg>
        <pc:spChg chg="mod">
          <ac:chgData name="Joshua Fajardo" userId="a34b2bc8161992c0" providerId="LiveId" clId="{A571E766-ECF9-4ACA-910F-E5F012930532}" dt="2026-06-29T08:43:26.115" v="1191" actId="165"/>
          <ac:spMkLst>
            <pc:docMk/>
            <pc:sldMk cId="3839828529" sldId="281"/>
            <ac:spMk id="7" creationId="{67091297-E924-B672-72EF-5B304AD9652C}"/>
          </ac:spMkLst>
        </pc:spChg>
        <pc:spChg chg="mod">
          <ac:chgData name="Joshua Fajardo" userId="a34b2bc8161992c0" providerId="LiveId" clId="{A571E766-ECF9-4ACA-910F-E5F012930532}" dt="2026-06-29T08:43:26.115" v="1191" actId="165"/>
          <ac:spMkLst>
            <pc:docMk/>
            <pc:sldMk cId="3839828529" sldId="281"/>
            <ac:spMk id="9" creationId="{373C0480-906B-2F91-521F-13DCCF5E64BB}"/>
          </ac:spMkLst>
        </pc:spChg>
        <pc:spChg chg="mod">
          <ac:chgData name="Joshua Fajardo" userId="a34b2bc8161992c0" providerId="LiveId" clId="{A571E766-ECF9-4ACA-910F-E5F012930532}" dt="2026-06-29T08:43:26.115" v="1191" actId="165"/>
          <ac:spMkLst>
            <pc:docMk/>
            <pc:sldMk cId="3839828529" sldId="281"/>
            <ac:spMk id="10" creationId="{E8BD5F17-4C99-11FC-FD70-6A3174052F1D}"/>
          </ac:spMkLst>
        </pc:spChg>
        <pc:spChg chg="mod topLvl">
          <ac:chgData name="Joshua Fajardo" userId="a34b2bc8161992c0" providerId="LiveId" clId="{A571E766-ECF9-4ACA-910F-E5F012930532}" dt="2026-06-29T08:44:24.198" v="1205" actId="1076"/>
          <ac:spMkLst>
            <pc:docMk/>
            <pc:sldMk cId="3839828529" sldId="281"/>
            <ac:spMk id="12" creationId="{498175F6-7D8A-8CEA-E301-AF906551403D}"/>
          </ac:spMkLst>
        </pc:spChg>
        <pc:spChg chg="mod topLvl">
          <ac:chgData name="Joshua Fajardo" userId="a34b2bc8161992c0" providerId="LiveId" clId="{A571E766-ECF9-4ACA-910F-E5F012930532}" dt="2026-06-29T08:44:16.882" v="1203" actId="1076"/>
          <ac:spMkLst>
            <pc:docMk/>
            <pc:sldMk cId="3839828529" sldId="281"/>
            <ac:spMk id="19" creationId="{EF743E79-1584-8205-92BE-415B8DDE5808}"/>
          </ac:spMkLst>
        </pc:spChg>
        <pc:grpChg chg="mod topLvl">
          <ac:chgData name="Joshua Fajardo" userId="a34b2bc8161992c0" providerId="LiveId" clId="{A571E766-ECF9-4ACA-910F-E5F012930532}" dt="2026-06-29T08:44:19.274" v="1204" actId="1076"/>
          <ac:grpSpMkLst>
            <pc:docMk/>
            <pc:sldMk cId="3839828529" sldId="281"/>
            <ac:grpSpMk id="5" creationId="{5BE4C466-268C-0B4D-E706-6BE14BA94BF7}"/>
          </ac:grpSpMkLst>
        </pc:grpChg>
        <pc:grpChg chg="mod topLvl">
          <ac:chgData name="Joshua Fajardo" userId="a34b2bc8161992c0" providerId="LiveId" clId="{A571E766-ECF9-4ACA-910F-E5F012930532}" dt="2026-06-29T08:44:14.107" v="1202" actId="1076"/>
          <ac:grpSpMkLst>
            <pc:docMk/>
            <pc:sldMk cId="3839828529" sldId="281"/>
            <ac:grpSpMk id="8" creationId="{6C5C3C0A-093A-D71D-B225-C16CB9D77590}"/>
          </ac:grpSpMkLst>
        </pc:grpChg>
        <pc:grpChg chg="del mod">
          <ac:chgData name="Joshua Fajardo" userId="a34b2bc8161992c0" providerId="LiveId" clId="{A571E766-ECF9-4ACA-910F-E5F012930532}" dt="2026-06-29T08:43:26.115" v="1191" actId="165"/>
          <ac:grpSpMkLst>
            <pc:docMk/>
            <pc:sldMk cId="3839828529" sldId="281"/>
            <ac:grpSpMk id="22" creationId="{C9FC49F3-9227-F7A8-9F04-BC37D65CFD6D}"/>
          </ac:grpSpMkLst>
        </pc:grpChg>
        <pc:picChg chg="add mod">
          <ac:chgData name="Joshua Fajardo" userId="a34b2bc8161992c0" providerId="LiveId" clId="{A571E766-ECF9-4ACA-910F-E5F012930532}" dt="2026-06-29T08:44:31.095" v="1208" actId="1076"/>
          <ac:picMkLst>
            <pc:docMk/>
            <pc:sldMk cId="3839828529" sldId="281"/>
            <ac:picMk id="13" creationId="{E0BD1742-12A8-E9F9-6A74-3E8944C51DE5}"/>
          </ac:picMkLst>
        </pc:picChg>
      </pc:sldChg>
      <pc:sldChg chg="del">
        <pc:chgData name="Joshua Fajardo" userId="a34b2bc8161992c0" providerId="LiveId" clId="{A571E766-ECF9-4ACA-910F-E5F012930532}" dt="2026-06-29T08:44:46.563" v="1209" actId="47"/>
        <pc:sldMkLst>
          <pc:docMk/>
          <pc:sldMk cId="4273693152" sldId="282"/>
        </pc:sldMkLst>
      </pc:sldChg>
      <pc:sldChg chg="addSp delSp modSp add mod">
        <pc:chgData name="Joshua Fajardo" userId="a34b2bc8161992c0" providerId="LiveId" clId="{A571E766-ECF9-4ACA-910F-E5F012930532}" dt="2026-06-29T08:25:49.267" v="292" actId="1076"/>
        <pc:sldMkLst>
          <pc:docMk/>
          <pc:sldMk cId="1214928884" sldId="283"/>
        </pc:sldMkLst>
        <pc:spChg chg="mod">
          <ac:chgData name="Joshua Fajardo" userId="a34b2bc8161992c0" providerId="LiveId" clId="{A571E766-ECF9-4ACA-910F-E5F012930532}" dt="2026-06-29T08:25:07.801" v="225" actId="1076"/>
          <ac:spMkLst>
            <pc:docMk/>
            <pc:sldMk cId="1214928884" sldId="283"/>
            <ac:spMk id="12" creationId="{C0D19D21-39B8-F78C-CC87-279532B9FAB2}"/>
          </ac:spMkLst>
        </pc:spChg>
        <pc:spChg chg="mod">
          <ac:chgData name="Joshua Fajardo" userId="a34b2bc8161992c0" providerId="LiveId" clId="{A571E766-ECF9-4ACA-910F-E5F012930532}" dt="2026-06-29T08:25:19.927" v="230"/>
          <ac:spMkLst>
            <pc:docMk/>
            <pc:sldMk cId="1214928884" sldId="283"/>
            <ac:spMk id="15" creationId="{CB531EBD-AB4C-199D-1594-5C24B2C5A3FD}"/>
          </ac:spMkLst>
        </pc:spChg>
        <pc:spChg chg="mod">
          <ac:chgData name="Joshua Fajardo" userId="a34b2bc8161992c0" providerId="LiveId" clId="{A571E766-ECF9-4ACA-910F-E5F012930532}" dt="2026-06-29T08:25:19.927" v="230"/>
          <ac:spMkLst>
            <pc:docMk/>
            <pc:sldMk cId="1214928884" sldId="283"/>
            <ac:spMk id="16" creationId="{A2724CD7-1377-9510-4B54-6AD602865F6A}"/>
          </ac:spMkLst>
        </pc:spChg>
        <pc:spChg chg="add mod">
          <ac:chgData name="Joshua Fajardo" userId="a34b2bc8161992c0" providerId="LiveId" clId="{A571E766-ECF9-4ACA-910F-E5F012930532}" dt="2026-06-29T08:25:49.267" v="292" actId="1076"/>
          <ac:spMkLst>
            <pc:docMk/>
            <pc:sldMk cId="1214928884" sldId="283"/>
            <ac:spMk id="17" creationId="{23201A37-9FF0-2F8D-55A0-69504B93C333}"/>
          </ac:spMkLst>
        </pc:spChg>
        <pc:grpChg chg="del mod">
          <ac:chgData name="Joshua Fajardo" userId="a34b2bc8161992c0" providerId="LiveId" clId="{A571E766-ECF9-4ACA-910F-E5F012930532}" dt="2026-06-29T08:25:14.958" v="229" actId="478"/>
          <ac:grpSpMkLst>
            <pc:docMk/>
            <pc:sldMk cId="1214928884" sldId="283"/>
            <ac:grpSpMk id="8" creationId="{0C74CE51-C9A7-3025-C84B-AB11FBD6B313}"/>
          </ac:grpSpMkLst>
        </pc:grpChg>
        <pc:grpChg chg="add mod">
          <ac:chgData name="Joshua Fajardo" userId="a34b2bc8161992c0" providerId="LiveId" clId="{A571E766-ECF9-4ACA-910F-E5F012930532}" dt="2026-06-29T08:25:24.729" v="233" actId="1076"/>
          <ac:grpSpMkLst>
            <pc:docMk/>
            <pc:sldMk cId="1214928884" sldId="283"/>
            <ac:grpSpMk id="13" creationId="{F2E1192E-0AF3-3221-6817-6CF2E14D9E41}"/>
          </ac:grpSpMkLst>
        </pc:grpChg>
      </pc:sldChg>
      <pc:sldChg chg="modSp add mod">
        <pc:chgData name="Joshua Fajardo" userId="a34b2bc8161992c0" providerId="LiveId" clId="{A571E766-ECF9-4ACA-910F-E5F012930532}" dt="2026-06-29T08:27:32.410" v="323" actId="1076"/>
        <pc:sldMkLst>
          <pc:docMk/>
          <pc:sldMk cId="27481711" sldId="284"/>
        </pc:sldMkLst>
        <pc:spChg chg="mod">
          <ac:chgData name="Joshua Fajardo" userId="a34b2bc8161992c0" providerId="LiveId" clId="{A571E766-ECF9-4ACA-910F-E5F012930532}" dt="2026-06-29T08:27:32.410" v="323" actId="1076"/>
          <ac:spMkLst>
            <pc:docMk/>
            <pc:sldMk cId="27481711" sldId="284"/>
            <ac:spMk id="11" creationId="{5677EC80-0163-2C5A-CAD6-EC8AC4A87DF8}"/>
          </ac:spMkLst>
        </pc:spChg>
      </pc:sldChg>
      <pc:sldChg chg="modSp add">
        <pc:chgData name="Joshua Fajardo" userId="a34b2bc8161992c0" providerId="LiveId" clId="{A571E766-ECF9-4ACA-910F-E5F012930532}" dt="2026-06-29T08:28:56.777" v="339" actId="20577"/>
        <pc:sldMkLst>
          <pc:docMk/>
          <pc:sldMk cId="2372775631" sldId="285"/>
        </pc:sldMkLst>
        <pc:spChg chg="mod">
          <ac:chgData name="Joshua Fajardo" userId="a34b2bc8161992c0" providerId="LiveId" clId="{A571E766-ECF9-4ACA-910F-E5F012930532}" dt="2026-06-29T08:28:56.777" v="339" actId="20577"/>
          <ac:spMkLst>
            <pc:docMk/>
            <pc:sldMk cId="2372775631" sldId="285"/>
            <ac:spMk id="12" creationId="{724D5AC7-85F5-1409-3FCA-D72E95DCA5F6}"/>
          </ac:spMkLst>
        </pc:spChg>
      </pc:sldChg>
      <pc:sldChg chg="modSp add">
        <pc:chgData name="Joshua Fajardo" userId="a34b2bc8161992c0" providerId="LiveId" clId="{A571E766-ECF9-4ACA-910F-E5F012930532}" dt="2026-06-29T08:30:07.586" v="346" actId="20577"/>
        <pc:sldMkLst>
          <pc:docMk/>
          <pc:sldMk cId="856641449" sldId="286"/>
        </pc:sldMkLst>
        <pc:spChg chg="mod">
          <ac:chgData name="Joshua Fajardo" userId="a34b2bc8161992c0" providerId="LiveId" clId="{A571E766-ECF9-4ACA-910F-E5F012930532}" dt="2026-06-29T08:30:07.586" v="346" actId="20577"/>
          <ac:spMkLst>
            <pc:docMk/>
            <pc:sldMk cId="856641449" sldId="286"/>
            <ac:spMk id="12" creationId="{EFD9BE62-CB09-3501-EC67-BA6E531C9F9D}"/>
          </ac:spMkLst>
        </pc:spChg>
      </pc:sldChg>
      <pc:sldChg chg="modSp add">
        <pc:chgData name="Joshua Fajardo" userId="a34b2bc8161992c0" providerId="LiveId" clId="{A571E766-ECF9-4ACA-910F-E5F012930532}" dt="2026-06-29T08:30:13.952" v="354" actId="20577"/>
        <pc:sldMkLst>
          <pc:docMk/>
          <pc:sldMk cId="3592717722" sldId="287"/>
        </pc:sldMkLst>
        <pc:spChg chg="mod">
          <ac:chgData name="Joshua Fajardo" userId="a34b2bc8161992c0" providerId="LiveId" clId="{A571E766-ECF9-4ACA-910F-E5F012930532}" dt="2026-06-29T08:30:13.952" v="354" actId="20577"/>
          <ac:spMkLst>
            <pc:docMk/>
            <pc:sldMk cId="3592717722" sldId="287"/>
            <ac:spMk id="12" creationId="{C543DBD2-10CC-E7C9-B7A2-EE9DD19E4639}"/>
          </ac:spMkLst>
        </pc:spChg>
      </pc:sldChg>
      <pc:sldChg chg="addSp delSp modSp add mod">
        <pc:chgData name="Joshua Fajardo" userId="a34b2bc8161992c0" providerId="LiveId" clId="{A571E766-ECF9-4ACA-910F-E5F012930532}" dt="2026-06-29T08:34:31.287" v="671" actId="20577"/>
        <pc:sldMkLst>
          <pc:docMk/>
          <pc:sldMk cId="4058315803" sldId="288"/>
        </pc:sldMkLst>
        <pc:spChg chg="mod">
          <ac:chgData name="Joshua Fajardo" userId="a34b2bc8161992c0" providerId="LiveId" clId="{A571E766-ECF9-4ACA-910F-E5F012930532}" dt="2026-06-29T08:33:18.593" v="388" actId="255"/>
          <ac:spMkLst>
            <pc:docMk/>
            <pc:sldMk cId="4058315803" sldId="288"/>
            <ac:spMk id="11" creationId="{6CCB0DA5-3840-A590-6574-F96C33C99201}"/>
          </ac:spMkLst>
        </pc:spChg>
        <pc:spChg chg="del">
          <ac:chgData name="Joshua Fajardo" userId="a34b2bc8161992c0" providerId="LiveId" clId="{A571E766-ECF9-4ACA-910F-E5F012930532}" dt="2026-06-29T08:32:36.339" v="382" actId="478"/>
          <ac:spMkLst>
            <pc:docMk/>
            <pc:sldMk cId="4058315803" sldId="288"/>
            <ac:spMk id="12" creationId="{2F58A9DE-526F-B867-7286-6C233BB6A59D}"/>
          </ac:spMkLst>
        </pc:spChg>
        <pc:spChg chg="add mod">
          <ac:chgData name="Joshua Fajardo" userId="a34b2bc8161992c0" providerId="LiveId" clId="{A571E766-ECF9-4ACA-910F-E5F012930532}" dt="2026-06-29T08:34:31.287" v="671" actId="20577"/>
          <ac:spMkLst>
            <pc:docMk/>
            <pc:sldMk cId="4058315803" sldId="288"/>
            <ac:spMk id="13" creationId="{988B643E-9337-BFEA-91F0-62792CD72E54}"/>
          </ac:spMkLst>
        </pc:spChg>
        <pc:grpChg chg="mod">
          <ac:chgData name="Joshua Fajardo" userId="a34b2bc8161992c0" providerId="LiveId" clId="{A571E766-ECF9-4ACA-910F-E5F012930532}" dt="2026-06-29T08:33:02.161" v="383" actId="14100"/>
          <ac:grpSpMkLst>
            <pc:docMk/>
            <pc:sldMk cId="4058315803" sldId="288"/>
            <ac:grpSpMk id="8" creationId="{3B3CA5C7-6808-CD36-5111-ED346DB7A35E}"/>
          </ac:grpSpMkLst>
        </pc:grpChg>
      </pc:sldChg>
      <pc:sldChg chg="delSp modSp add del mod ord">
        <pc:chgData name="Joshua Fajardo" userId="a34b2bc8161992c0" providerId="LiveId" clId="{A571E766-ECF9-4ACA-910F-E5F012930532}" dt="2026-06-29T08:34:52.785" v="711" actId="47"/>
        <pc:sldMkLst>
          <pc:docMk/>
          <pc:sldMk cId="824629410" sldId="289"/>
        </pc:sldMkLst>
        <pc:spChg chg="del mod">
          <ac:chgData name="Joshua Fajardo" userId="a34b2bc8161992c0" providerId="LiveId" clId="{A571E766-ECF9-4ACA-910F-E5F012930532}" dt="2026-06-29T08:34:51.070" v="710" actId="478"/>
          <ac:spMkLst>
            <pc:docMk/>
            <pc:sldMk cId="824629410" sldId="289"/>
            <ac:spMk id="12" creationId="{EF9C2A09-5BF0-1F86-69FD-DEE2F69C3E9B}"/>
          </ac:spMkLst>
        </pc:spChg>
      </pc:sldChg>
      <pc:sldChg chg="delSp modSp add mod ord">
        <pc:chgData name="Joshua Fajardo" userId="a34b2bc8161992c0" providerId="LiveId" clId="{A571E766-ECF9-4ACA-910F-E5F012930532}" dt="2026-06-29T22:45:51.951" v="1219" actId="20577"/>
        <pc:sldMkLst>
          <pc:docMk/>
          <pc:sldMk cId="4256328002" sldId="289"/>
        </pc:sldMkLst>
        <pc:spChg chg="mod">
          <ac:chgData name="Joshua Fajardo" userId="a34b2bc8161992c0" providerId="LiveId" clId="{A571E766-ECF9-4ACA-910F-E5F012930532}" dt="2026-06-29T08:35:14.412" v="741" actId="255"/>
          <ac:spMkLst>
            <pc:docMk/>
            <pc:sldMk cId="4256328002" sldId="289"/>
            <ac:spMk id="12" creationId="{74D18DB6-E84B-8564-814B-4C3D4D301780}"/>
          </ac:spMkLst>
        </pc:spChg>
        <pc:spChg chg="del">
          <ac:chgData name="Joshua Fajardo" userId="a34b2bc8161992c0" providerId="LiveId" clId="{A571E766-ECF9-4ACA-910F-E5F012930532}" dt="2026-06-29T08:36:30.688" v="770" actId="478"/>
          <ac:spMkLst>
            <pc:docMk/>
            <pc:sldMk cId="4256328002" sldId="289"/>
            <ac:spMk id="15" creationId="{C3D764F7-0538-7373-24A7-6EA123D19892}"/>
          </ac:spMkLst>
        </pc:spChg>
        <pc:spChg chg="mod">
          <ac:chgData name="Joshua Fajardo" userId="a34b2bc8161992c0" providerId="LiveId" clId="{A571E766-ECF9-4ACA-910F-E5F012930532}" dt="2026-06-29T08:36:27.174" v="769" actId="1076"/>
          <ac:spMkLst>
            <pc:docMk/>
            <pc:sldMk cId="4256328002" sldId="289"/>
            <ac:spMk id="16" creationId="{5DFB259E-3933-47A7-32BC-3D5B68BE3149}"/>
          </ac:spMkLst>
        </pc:spChg>
        <pc:spChg chg="mod">
          <ac:chgData name="Joshua Fajardo" userId="a34b2bc8161992c0" providerId="LiveId" clId="{A571E766-ECF9-4ACA-910F-E5F012930532}" dt="2026-06-29T22:45:51.951" v="1219" actId="20577"/>
          <ac:spMkLst>
            <pc:docMk/>
            <pc:sldMk cId="4256328002" sldId="289"/>
            <ac:spMk id="17" creationId="{CD504C0A-CE9F-D7FF-9211-359A55E91413}"/>
          </ac:spMkLst>
        </pc:spChg>
      </pc:sldChg>
      <pc:sldChg chg="modSp add mod ord">
        <pc:chgData name="Joshua Fajardo" userId="a34b2bc8161992c0" providerId="LiveId" clId="{A571E766-ECF9-4ACA-910F-E5F012930532}" dt="2026-06-29T08:41:14.729" v="956" actId="1076"/>
        <pc:sldMkLst>
          <pc:docMk/>
          <pc:sldMk cId="3615232262" sldId="290"/>
        </pc:sldMkLst>
        <pc:spChg chg="mod">
          <ac:chgData name="Joshua Fajardo" userId="a34b2bc8161992c0" providerId="LiveId" clId="{A571E766-ECF9-4ACA-910F-E5F012930532}" dt="2026-06-29T08:41:14.729" v="956" actId="1076"/>
          <ac:spMkLst>
            <pc:docMk/>
            <pc:sldMk cId="3615232262" sldId="290"/>
            <ac:spMk id="12" creationId="{9ECEE7F7-FC33-3BF9-8AF4-6B1ACD571AE5}"/>
          </ac:spMkLst>
        </pc:spChg>
      </pc:sldChg>
      <pc:sldChg chg="modSp add mod ord">
        <pc:chgData name="Joshua Fajardo" userId="a34b2bc8161992c0" providerId="LiveId" clId="{A571E766-ECF9-4ACA-910F-E5F012930532}" dt="2026-06-29T08:42:47.448" v="1112" actId="1076"/>
        <pc:sldMkLst>
          <pc:docMk/>
          <pc:sldMk cId="4192376349" sldId="291"/>
        </pc:sldMkLst>
        <pc:spChg chg="mod">
          <ac:chgData name="Joshua Fajardo" userId="a34b2bc8161992c0" providerId="LiveId" clId="{A571E766-ECF9-4ACA-910F-E5F012930532}" dt="2026-06-29T08:42:47.448" v="1112" actId="1076"/>
          <ac:spMkLst>
            <pc:docMk/>
            <pc:sldMk cId="4192376349" sldId="291"/>
            <ac:spMk id="12" creationId="{11B9DE9B-4DE9-34DA-3535-07F44A6D992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12277" y="0"/>
            <a:ext cx="34712554" cy="8772618"/>
            <a:chOff x="0" y="0"/>
            <a:chExt cx="46283405" cy="11696823"/>
          </a:xfrm>
        </p:grpSpPr>
        <p:sp>
          <p:nvSpPr>
            <p:cNvPr id="3" name="Freeform 3"/>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0" y="8229603"/>
            <a:ext cx="18288000" cy="2057397"/>
            <a:chOff x="0" y="0"/>
            <a:chExt cx="4816593" cy="541866"/>
          </a:xfrm>
        </p:grpSpPr>
        <p:sp>
          <p:nvSpPr>
            <p:cNvPr id="6" name="Freeform 6"/>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Freeform 10"/>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1" name="Freeform 11"/>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2" name="TextBox 12"/>
          <p:cNvSpPr txBox="1"/>
          <p:nvPr/>
        </p:nvSpPr>
        <p:spPr>
          <a:xfrm>
            <a:off x="1885294" y="3001962"/>
            <a:ext cx="14517412" cy="2600325"/>
          </a:xfrm>
          <a:prstGeom prst="rect">
            <a:avLst/>
          </a:prstGeom>
        </p:spPr>
        <p:txBody>
          <a:bodyPr lIns="0" tIns="0" rIns="0" bIns="0" rtlCol="0" anchor="t">
            <a:spAutoFit/>
          </a:bodyPr>
          <a:lstStyle/>
          <a:p>
            <a:pPr algn="ctr">
              <a:lnSpc>
                <a:spcPts val="21000"/>
              </a:lnSpc>
            </a:pPr>
            <a:r>
              <a:rPr lang="en-US" sz="15000" dirty="0">
                <a:solidFill>
                  <a:srgbClr val="223939"/>
                </a:solidFill>
                <a:latin typeface="Borsok"/>
                <a:ea typeface="Borsok"/>
                <a:cs typeface="Borsok"/>
                <a:sym typeface="Borsok"/>
              </a:rPr>
              <a:t>MATHEMATICS</a:t>
            </a:r>
          </a:p>
        </p:txBody>
      </p:sp>
      <p:sp>
        <p:nvSpPr>
          <p:cNvPr id="13" name="Freeform 13"/>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4" name="Freeform 14"/>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12"/>
            <a:stretch>
              <a:fillRect/>
            </a:stretch>
          </a:blipFill>
        </p:spPr>
        <p:txBody>
          <a:bodyPr/>
          <a:lstStyle/>
          <a:p>
            <a:endParaRPr lang="en-PH"/>
          </a:p>
        </p:txBody>
      </p:sp>
      <p:sp>
        <p:nvSpPr>
          <p:cNvPr id="15" name="TextBox 15"/>
          <p:cNvSpPr txBox="1"/>
          <p:nvPr/>
        </p:nvSpPr>
        <p:spPr>
          <a:xfrm>
            <a:off x="4887415" y="8757604"/>
            <a:ext cx="8817969" cy="896620"/>
          </a:xfrm>
          <a:prstGeom prst="rect">
            <a:avLst/>
          </a:prstGeom>
        </p:spPr>
        <p:txBody>
          <a:bodyPr lIns="0" tIns="0" rIns="0" bIns="0" rtlCol="0" anchor="t">
            <a:spAutoFit/>
          </a:bodyPr>
          <a:lstStyle/>
          <a:p>
            <a:pPr algn="ctr">
              <a:lnSpc>
                <a:spcPts val="7279"/>
              </a:lnSpc>
            </a:pPr>
            <a:r>
              <a:rPr lang="en-US" sz="5199" b="1">
                <a:solidFill>
                  <a:srgbClr val="E1E1E1"/>
                </a:solidFill>
                <a:latin typeface="Monterchi Bold"/>
                <a:ea typeface="Monterchi Bold"/>
                <a:cs typeface="Monterchi Bold"/>
                <a:sym typeface="Monterchi Bold"/>
              </a:rPr>
              <a:t>Prepared by: Mr. Fajardo</a:t>
            </a:r>
          </a:p>
        </p:txBody>
      </p:sp>
      <p:sp>
        <p:nvSpPr>
          <p:cNvPr id="16" name="TextBox 16"/>
          <p:cNvSpPr txBox="1"/>
          <p:nvPr/>
        </p:nvSpPr>
        <p:spPr>
          <a:xfrm>
            <a:off x="2988644" y="246899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Welcome to our</a:t>
            </a:r>
          </a:p>
        </p:txBody>
      </p:sp>
      <p:sp>
        <p:nvSpPr>
          <p:cNvPr id="17" name="TextBox 17"/>
          <p:cNvSpPr txBox="1"/>
          <p:nvPr/>
        </p:nvSpPr>
        <p:spPr>
          <a:xfrm>
            <a:off x="3364463" y="518077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Class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895400" y="1559280"/>
            <a:ext cx="16497199" cy="7607883"/>
            <a:chOff x="0" y="0"/>
            <a:chExt cx="4344941" cy="2003722"/>
          </a:xfrm>
        </p:grpSpPr>
        <p:sp>
          <p:nvSpPr>
            <p:cNvPr id="6" name="Freeform 6"/>
            <p:cNvSpPr/>
            <p:nvPr/>
          </p:nvSpPr>
          <p:spPr>
            <a:xfrm>
              <a:off x="0" y="0"/>
              <a:ext cx="4344941" cy="2003722"/>
            </a:xfrm>
            <a:custGeom>
              <a:avLst/>
              <a:gdLst/>
              <a:ahLst/>
              <a:cxnLst/>
              <a:rect l="l" t="t" r="r" b="b"/>
              <a:pathLst>
                <a:path w="4344941" h="2003722">
                  <a:moveTo>
                    <a:pt x="23934" y="0"/>
                  </a:moveTo>
                  <a:lnTo>
                    <a:pt x="4321008" y="0"/>
                  </a:lnTo>
                  <a:cubicBezTo>
                    <a:pt x="4327355" y="0"/>
                    <a:pt x="4333443" y="2522"/>
                    <a:pt x="4337931" y="7010"/>
                  </a:cubicBezTo>
                  <a:cubicBezTo>
                    <a:pt x="4342420" y="11498"/>
                    <a:pt x="4344941" y="17586"/>
                    <a:pt x="4344941" y="23934"/>
                  </a:cubicBezTo>
                  <a:lnTo>
                    <a:pt x="4344941" y="1979789"/>
                  </a:lnTo>
                  <a:cubicBezTo>
                    <a:pt x="4344941" y="1993007"/>
                    <a:pt x="4334226" y="2003722"/>
                    <a:pt x="4321008" y="2003722"/>
                  </a:cubicBezTo>
                  <a:lnTo>
                    <a:pt x="23934" y="2003722"/>
                  </a:lnTo>
                  <a:cubicBezTo>
                    <a:pt x="10715" y="2003722"/>
                    <a:pt x="0" y="1993007"/>
                    <a:pt x="0" y="1979789"/>
                  </a:cubicBezTo>
                  <a:lnTo>
                    <a:pt x="0" y="23934"/>
                  </a:lnTo>
                  <a:cubicBezTo>
                    <a:pt x="0" y="10715"/>
                    <a:pt x="10715" y="0"/>
                    <a:pt x="23934" y="0"/>
                  </a:cubicBezTo>
                  <a:close/>
                </a:path>
              </a:pathLst>
            </a:custGeom>
            <a:solidFill>
              <a:srgbClr val="FFFFFF"/>
            </a:solidFill>
            <a:ln w="123825" cap="rnd">
              <a:solidFill>
                <a:srgbClr val="223939"/>
              </a:solidFill>
              <a:prstDash val="lgDash"/>
              <a:round/>
            </a:ln>
          </p:spPr>
          <p:txBody>
            <a:bodyPr/>
            <a:lstStyle/>
            <a:p>
              <a:endParaRPr lang="en-PH"/>
            </a:p>
          </p:txBody>
        </p:sp>
        <p:sp>
          <p:nvSpPr>
            <p:cNvPr id="7" name="TextBox 7"/>
            <p:cNvSpPr txBox="1"/>
            <p:nvPr/>
          </p:nvSpPr>
          <p:spPr>
            <a:xfrm>
              <a:off x="0" y="-38100"/>
              <a:ext cx="4344941" cy="20418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6611354" y="2541957"/>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4"/>
            <a:stretch>
              <a:fillRect/>
            </a:stretch>
          </a:blipFill>
        </p:spPr>
        <p:txBody>
          <a:bodyPr/>
          <a:lstStyle/>
          <a:p>
            <a:endParaRPr lang="en-PH"/>
          </a:p>
        </p:txBody>
      </p:sp>
      <p:grpSp>
        <p:nvGrpSpPr>
          <p:cNvPr id="15" name="Group 14">
            <a:extLst>
              <a:ext uri="{FF2B5EF4-FFF2-40B4-BE49-F238E27FC236}">
                <a16:creationId xmlns:a16="http://schemas.microsoft.com/office/drawing/2014/main" id="{EE6EA8F9-BF56-FA78-4D74-C4F71062B50B}"/>
              </a:ext>
            </a:extLst>
          </p:cNvPr>
          <p:cNvGrpSpPr/>
          <p:nvPr/>
        </p:nvGrpSpPr>
        <p:grpSpPr>
          <a:xfrm>
            <a:off x="2213733" y="730327"/>
            <a:ext cx="10740267" cy="1657907"/>
            <a:chOff x="2213733" y="730327"/>
            <a:chExt cx="10740267" cy="1657907"/>
          </a:xfrm>
        </p:grpSpPr>
        <p:grpSp>
          <p:nvGrpSpPr>
            <p:cNvPr id="8" name="Group 8"/>
            <p:cNvGrpSpPr/>
            <p:nvPr/>
          </p:nvGrpSpPr>
          <p:grpSpPr>
            <a:xfrm>
              <a:off x="2213733" y="730327"/>
              <a:ext cx="107402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362200" y="1020671"/>
              <a:ext cx="10227067" cy="1077218"/>
            </a:xfrm>
            <a:prstGeom prst="rect">
              <a:avLst/>
            </a:prstGeom>
          </p:spPr>
          <p:txBody>
            <a:bodyPr wrap="square" lIns="0" tIns="0" rIns="0" bIns="0" rtlCol="0" anchor="t">
              <a:spAutoFit/>
            </a:bodyPr>
            <a:lstStyle/>
            <a:p>
              <a:pPr algn="ctr">
                <a:lnSpc>
                  <a:spcPts val="8399"/>
                </a:lnSpc>
              </a:pPr>
              <a:r>
                <a:rPr lang="en-US" sz="7000" dirty="0">
                  <a:solidFill>
                    <a:srgbClr val="E1E1E1"/>
                  </a:solidFill>
                  <a:latin typeface="Bugaki"/>
                  <a:ea typeface="Bugaki"/>
                  <a:cs typeface="Bugaki"/>
                  <a:sym typeface="Bugaki"/>
                </a:rPr>
                <a:t>Learning Objectives</a:t>
              </a:r>
            </a:p>
          </p:txBody>
        </p:sp>
      </p:grpSp>
      <p:sp>
        <p:nvSpPr>
          <p:cNvPr id="13" name="TextBox 13"/>
          <p:cNvSpPr txBox="1"/>
          <p:nvPr/>
        </p:nvSpPr>
        <p:spPr>
          <a:xfrm>
            <a:off x="1762687" y="2808164"/>
            <a:ext cx="14727792" cy="6001643"/>
          </a:xfrm>
          <a:prstGeom prst="rect">
            <a:avLst/>
          </a:prstGeom>
        </p:spPr>
        <p:txBody>
          <a:bodyPr lIns="0" tIns="0" rIns="0" bIns="0" rtlCol="0" anchor="t">
            <a:spAutoFit/>
          </a:bodyPr>
          <a:lstStyle/>
          <a:p>
            <a:pPr marL="1079501" lvl="1" indent="-539750" algn="l">
              <a:lnSpc>
                <a:spcPct val="150000"/>
              </a:lnSpc>
              <a:buFont typeface="Arial"/>
              <a:buChar char="•"/>
            </a:pPr>
            <a:r>
              <a:rPr lang="en-PH" sz="6500" dirty="0">
                <a:solidFill>
                  <a:srgbClr val="1C2B2B"/>
                </a:solidFill>
                <a:latin typeface="Monterchi"/>
                <a:ea typeface="Monterchi"/>
                <a:cs typeface="Monterchi"/>
                <a:sym typeface="Monterchi"/>
              </a:rPr>
              <a:t>Find the square root of perfect square numbers</a:t>
            </a:r>
          </a:p>
          <a:p>
            <a:pPr marL="1079501" lvl="1" indent="-539750" algn="l">
              <a:lnSpc>
                <a:spcPct val="150000"/>
              </a:lnSpc>
              <a:buFont typeface="Arial"/>
              <a:buChar char="•"/>
            </a:pPr>
            <a:r>
              <a:rPr lang="en-PH" sz="6500" dirty="0">
                <a:solidFill>
                  <a:srgbClr val="1C2B2B"/>
                </a:solidFill>
                <a:latin typeface="Monterchi"/>
                <a:ea typeface="Monterchi"/>
                <a:cs typeface="Monterchi"/>
                <a:sym typeface="Monterchi"/>
              </a:rPr>
              <a:t>Solve quadratic equations by extracting square roots</a:t>
            </a:r>
            <a:endParaRPr lang="en-US" sz="6500" dirty="0">
              <a:solidFill>
                <a:srgbClr val="1C2B2B"/>
              </a:solidFill>
              <a:latin typeface="Monterchi"/>
              <a:ea typeface="Monterchi"/>
              <a:cs typeface="Monterchi"/>
              <a:sym typeface="Monterchi"/>
            </a:endParaRPr>
          </a:p>
        </p:txBody>
      </p:sp>
      <p:sp>
        <p:nvSpPr>
          <p:cNvPr id="14" name="Freeform 14"/>
          <p:cNvSpPr/>
          <p:nvPr/>
        </p:nvSpPr>
        <p:spPr>
          <a:xfrm>
            <a:off x="-1573188" y="7256692"/>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4"/>
            <a:stretch>
              <a:fillRect/>
            </a:stretch>
          </a:blipFill>
        </p:spPr>
        <p:txBody>
          <a:bodyPr/>
          <a:lstStyle/>
          <a:p>
            <a:endParaRPr lang="en-PH"/>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A9AE0-55CF-EEA2-576A-75004A6BA73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4BFB31-C535-B289-92B3-FBBCF7DF4BA3}"/>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A0F15A11-8238-6F76-1C59-9376732FEE10}"/>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69C64518-CD2C-982C-BB9F-F427F3274B03}"/>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F967D7B-276A-AA63-4F3A-E8B437EE709F}"/>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1635E373-7780-2FD5-4EC1-E1DB884A4007}"/>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7758FE94-4CFF-733A-35DA-C06515A9E824}"/>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BF7F374-CD92-D3D5-C40B-F02EF5BA947C}"/>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3EEF1B9D-F85C-205D-5959-16DC2E24EAE4}"/>
              </a:ext>
            </a:extLst>
          </p:cNvPr>
          <p:cNvSpPr txBox="1"/>
          <p:nvPr/>
        </p:nvSpPr>
        <p:spPr>
          <a:xfrm>
            <a:off x="1853726" y="2134340"/>
            <a:ext cx="14517412" cy="5126532"/>
          </a:xfrm>
          <a:prstGeom prst="rect">
            <a:avLst/>
          </a:prstGeom>
        </p:spPr>
        <p:txBody>
          <a:bodyPr lIns="0" tIns="0" rIns="0" bIns="0" rtlCol="0" anchor="t">
            <a:spAutoFit/>
          </a:bodyPr>
          <a:lstStyle/>
          <a:p>
            <a:pPr algn="ctr">
              <a:lnSpc>
                <a:spcPts val="21000"/>
              </a:lnSpc>
            </a:pPr>
            <a:r>
              <a:rPr lang="en-US" sz="15000" dirty="0">
                <a:solidFill>
                  <a:srgbClr val="223939"/>
                </a:solidFill>
                <a:latin typeface="Borsok"/>
                <a:ea typeface="Borsok"/>
                <a:cs typeface="Borsok"/>
                <a:sym typeface="Borsok"/>
              </a:rPr>
              <a:t>Math Investigation</a:t>
            </a:r>
          </a:p>
        </p:txBody>
      </p:sp>
      <p:sp>
        <p:nvSpPr>
          <p:cNvPr id="14" name="Freeform 14">
            <a:extLst>
              <a:ext uri="{FF2B5EF4-FFF2-40B4-BE49-F238E27FC236}">
                <a16:creationId xmlns:a16="http://schemas.microsoft.com/office/drawing/2014/main" id="{38835F72-F6A7-1FE7-9A0D-322C8B5E3347}"/>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838669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1182B79A-C2CE-386A-7955-C84EC2824D6F}"/>
              </a:ext>
            </a:extLst>
          </p:cNvPr>
          <p:cNvGrpSpPr/>
          <p:nvPr/>
        </p:nvGrpSpPr>
        <p:grpSpPr>
          <a:xfrm>
            <a:off x="2724931" y="1177261"/>
            <a:ext cx="12838139" cy="7932477"/>
            <a:chOff x="2724931" y="1177261"/>
            <a:chExt cx="12838139" cy="7932477"/>
          </a:xfrm>
        </p:grpSpPr>
        <p:grpSp>
          <p:nvGrpSpPr>
            <p:cNvPr id="5" name="Group 5"/>
            <p:cNvGrpSpPr/>
            <p:nvPr/>
          </p:nvGrpSpPr>
          <p:grpSpPr>
            <a:xfrm>
              <a:off x="2724931" y="2006214"/>
              <a:ext cx="12838139" cy="7103524"/>
              <a:chOff x="0" y="0"/>
              <a:chExt cx="3381238" cy="1870887"/>
            </a:xfrm>
          </p:grpSpPr>
          <p:sp>
            <p:nvSpPr>
              <p:cNvPr id="6" name="Freeform 6"/>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57932" y="1177261"/>
              <a:ext cx="102270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007975" y="3099871"/>
              <a:ext cx="12308225" cy="4615687"/>
            </a:xfrm>
            <a:prstGeom prst="rect">
              <a:avLst/>
            </a:prstGeom>
          </p:spPr>
          <p:txBody>
            <a:bodyPr wrap="square" lIns="0" tIns="0" rIns="0" bIns="0" rtlCol="0" anchor="t">
              <a:spAutoFit/>
            </a:bodyPr>
            <a:lstStyle/>
            <a:p>
              <a:pPr marL="431799" lvl="1" algn="just">
                <a:lnSpc>
                  <a:spcPct val="150000"/>
                </a:lnSpc>
              </a:pPr>
              <a:r>
                <a:rPr lang="en-US" sz="3999" dirty="0">
                  <a:solidFill>
                    <a:srgbClr val="1C2B2B"/>
                  </a:solidFill>
                  <a:latin typeface="Monterchi"/>
                  <a:ea typeface="Monterchi"/>
                  <a:cs typeface="Monterchi"/>
                  <a:sym typeface="Monterchi"/>
                </a:rPr>
                <a:t>A community is building a square garden where children can enjoy nature and learn about plants. The garden must have an area of 64 square meters. Before construction begins, the volunteers need to determine the length of each side of the square.</a:t>
              </a:r>
            </a:p>
          </p:txBody>
        </p:sp>
        <p:sp>
          <p:nvSpPr>
            <p:cNvPr id="19" name="TextBox 19"/>
            <p:cNvSpPr txBox="1"/>
            <p:nvPr/>
          </p:nvSpPr>
          <p:spPr>
            <a:xfrm>
              <a:off x="4330196" y="1325177"/>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Math Investigation</a:t>
              </a:r>
            </a:p>
          </p:txBody>
        </p:sp>
      </p:grpSp>
      <p:sp>
        <p:nvSpPr>
          <p:cNvPr id="21" name="Freeform 14">
            <a:extLst>
              <a:ext uri="{FF2B5EF4-FFF2-40B4-BE49-F238E27FC236}">
                <a16:creationId xmlns:a16="http://schemas.microsoft.com/office/drawing/2014/main" id="{A3D3CE65-191F-8E18-C50C-1C2939E234FF}"/>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8275-9BAF-2C09-6ADD-D8E5FA67E9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DF82CD-8848-2CA9-81FA-E2694D999A8E}"/>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7C2BF88E-410C-16E0-DDC8-167CAD80970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78B7F9FD-F128-DA19-3A1D-7FEB6C12F36E}"/>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1B3F330-21DE-D6A7-B713-40EE0BCD9100}"/>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5C44A3D1-74BB-7F2D-02DC-95663ADF8C04}"/>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DF52A3FD-9C82-A51F-62F0-2474842CFDE6}"/>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6E94B45-F696-705E-341F-A1481875CDD0}"/>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1505514E-67AB-4EB6-F513-6439266CD14B}"/>
              </a:ext>
            </a:extLst>
          </p:cNvPr>
          <p:cNvSpPr txBox="1"/>
          <p:nvPr/>
        </p:nvSpPr>
        <p:spPr>
          <a:xfrm>
            <a:off x="1943642" y="2825150"/>
            <a:ext cx="14517412" cy="2308324"/>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Let’s recall!</a:t>
            </a:r>
          </a:p>
        </p:txBody>
      </p:sp>
      <p:sp>
        <p:nvSpPr>
          <p:cNvPr id="14" name="Freeform 14">
            <a:extLst>
              <a:ext uri="{FF2B5EF4-FFF2-40B4-BE49-F238E27FC236}">
                <a16:creationId xmlns:a16="http://schemas.microsoft.com/office/drawing/2014/main" id="{88CDA47D-9B78-C7F7-4479-8BECF410D08E}"/>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416552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D16BD-79CD-5AF6-00A1-4957E89CCC1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4D00954-7CFE-52F9-7A9E-97609E498088}"/>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26186459-FD5A-AA56-505A-510344439F97}"/>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BF3907F8-62DC-5B12-8DB6-6C5011EA622E}"/>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8B346826-B76F-43EC-5DF5-E43AA6437D96}"/>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EF27672A-641B-A89F-24C8-AB29387C7DE2}"/>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C0E7374C-9B1C-4D9C-9167-EB0781B08D63}"/>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22409C5E-12E7-7E1B-2D6E-8578883E6108}"/>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C0D19D21-39B8-F78C-CC87-279532B9FAB2}"/>
              </a:ext>
            </a:extLst>
          </p:cNvPr>
          <p:cNvSpPr txBox="1"/>
          <p:nvPr/>
        </p:nvSpPr>
        <p:spPr>
          <a:xfrm>
            <a:off x="2032082" y="521605"/>
            <a:ext cx="14517412" cy="2308324"/>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Let’s recall!</a:t>
            </a:r>
          </a:p>
        </p:txBody>
      </p:sp>
      <p:sp>
        <p:nvSpPr>
          <p:cNvPr id="14" name="Freeform 14">
            <a:extLst>
              <a:ext uri="{FF2B5EF4-FFF2-40B4-BE49-F238E27FC236}">
                <a16:creationId xmlns:a16="http://schemas.microsoft.com/office/drawing/2014/main" id="{F3D0E777-BCFC-6296-10A2-39C0445FA5A8}"/>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grpSp>
        <p:nvGrpSpPr>
          <p:cNvPr id="13" name="Group 8">
            <a:extLst>
              <a:ext uri="{FF2B5EF4-FFF2-40B4-BE49-F238E27FC236}">
                <a16:creationId xmlns:a16="http://schemas.microsoft.com/office/drawing/2014/main" id="{F2E1192E-0AF3-3221-6817-6CF2E14D9E41}"/>
              </a:ext>
            </a:extLst>
          </p:cNvPr>
          <p:cNvGrpSpPr/>
          <p:nvPr/>
        </p:nvGrpSpPr>
        <p:grpSpPr>
          <a:xfrm>
            <a:off x="3597622" y="2932336"/>
            <a:ext cx="11532604" cy="4752944"/>
            <a:chOff x="0" y="0"/>
            <a:chExt cx="2693549" cy="436650"/>
          </a:xfrm>
        </p:grpSpPr>
        <p:sp>
          <p:nvSpPr>
            <p:cNvPr id="15" name="Freeform 9">
              <a:extLst>
                <a:ext uri="{FF2B5EF4-FFF2-40B4-BE49-F238E27FC236}">
                  <a16:creationId xmlns:a16="http://schemas.microsoft.com/office/drawing/2014/main" id="{CB531EBD-AB4C-199D-1594-5C24B2C5A3FD}"/>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6" name="TextBox 10">
              <a:extLst>
                <a:ext uri="{FF2B5EF4-FFF2-40B4-BE49-F238E27FC236}">
                  <a16:creationId xmlns:a16="http://schemas.microsoft.com/office/drawing/2014/main" id="{A2724CD7-1377-9510-4B54-6AD602865F6A}"/>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7" name="TextBox 19">
            <a:extLst>
              <a:ext uri="{FF2B5EF4-FFF2-40B4-BE49-F238E27FC236}">
                <a16:creationId xmlns:a16="http://schemas.microsoft.com/office/drawing/2014/main" id="{23201A37-9FF0-2F8D-55A0-69504B93C333}"/>
              </a:ext>
            </a:extLst>
          </p:cNvPr>
          <p:cNvSpPr txBox="1"/>
          <p:nvPr/>
        </p:nvSpPr>
        <p:spPr>
          <a:xfrm>
            <a:off x="4463252" y="3712217"/>
            <a:ext cx="9655072" cy="3193182"/>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1214928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392D4BE-0F6B-74FB-A511-D551B803CB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AF2D09-11ED-D13C-6AB3-FF39F700DBB2}"/>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79A55C4B-6FD4-3741-1367-59A037BA498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18E11BF4-8A00-0C6B-F985-517666EB375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3C567FF-6F06-9037-1B99-C8E11762B5D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9ED24DFB-CF09-70C4-8EE6-CDAF7FD8AD6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51CDEC8-52E6-E08B-1B5D-3DA7902349F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E425880A-C1B4-AA1F-B435-98A4E9CCA438}"/>
              </a:ext>
            </a:extLst>
          </p:cNvPr>
          <p:cNvGrpSpPr/>
          <p:nvPr/>
        </p:nvGrpSpPr>
        <p:grpSpPr>
          <a:xfrm>
            <a:off x="4057932" y="1177262"/>
            <a:ext cx="10227067" cy="2493526"/>
            <a:chOff x="0" y="0"/>
            <a:chExt cx="2693549" cy="436650"/>
          </a:xfrm>
        </p:grpSpPr>
        <p:sp>
          <p:nvSpPr>
            <p:cNvPr id="9" name="Freeform 9">
              <a:extLst>
                <a:ext uri="{FF2B5EF4-FFF2-40B4-BE49-F238E27FC236}">
                  <a16:creationId xmlns:a16="http://schemas.microsoft.com/office/drawing/2014/main" id="{82879302-BA12-A896-45D2-E182D622A2AF}"/>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FC5DFFA8-CC8E-A3F9-9367-0E62FCF82FF0}"/>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B7E08AA4-88B6-FCAB-CAC1-E5823761FEDB}"/>
                  </a:ext>
                </a:extLst>
              </p:cNvPr>
              <p:cNvSpPr txBox="1"/>
              <p:nvPr/>
            </p:nvSpPr>
            <p:spPr>
              <a:xfrm>
                <a:off x="6455721" y="5557976"/>
                <a:ext cx="5239713"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ad>
                        <m:radPr>
                          <m:degHide m:val="on"/>
                          <m:ctrlPr>
                            <a:rPr lang="en-PH" sz="12000" b="0" i="1" smtClean="0">
                              <a:solidFill>
                                <a:srgbClr val="1C2B2B"/>
                              </a:solidFill>
                              <a:latin typeface="Cambria Math" panose="02040503050406030204" pitchFamily="18" charset="0"/>
                              <a:ea typeface="Monterchi"/>
                              <a:cs typeface="Monterchi"/>
                              <a:sym typeface="Monterchi"/>
                            </a:rPr>
                          </m:ctrlPr>
                        </m:radPr>
                        <m:deg/>
                        <m:e>
                          <m:r>
                            <a:rPr lang="en-PH" sz="12000" b="0" i="1" smtClean="0">
                              <a:solidFill>
                                <a:srgbClr val="1C2B2B"/>
                              </a:solidFill>
                              <a:latin typeface="Cambria Math" panose="02040503050406030204" pitchFamily="18" charset="0"/>
                              <a:ea typeface="Monterchi"/>
                              <a:cs typeface="Monterchi"/>
                              <a:sym typeface="Monterchi"/>
                            </a:rPr>
                            <m:t>25</m:t>
                          </m:r>
                        </m:e>
                      </m:rad>
                    </m:oMath>
                  </m:oMathPara>
                </a14:m>
                <a:endParaRPr lang="en-US" sz="12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B7E08AA4-88B6-FCAB-CAC1-E5823761FEDB}"/>
                  </a:ext>
                </a:extLst>
              </p:cNvPr>
              <p:cNvSpPr txBox="1">
                <a:spLocks noRot="1" noChangeAspect="1" noMove="1" noResize="1" noEditPoints="1" noAdjustHandles="1" noChangeArrowheads="1" noChangeShapeType="1" noTextEdit="1"/>
              </p:cNvSpPr>
              <p:nvPr/>
            </p:nvSpPr>
            <p:spPr>
              <a:xfrm>
                <a:off x="6455721" y="5557976"/>
                <a:ext cx="5239713" cy="718145"/>
              </a:xfrm>
              <a:prstGeom prst="rect">
                <a:avLst/>
              </a:prstGeom>
              <a:blipFill>
                <a:blip r:embed="rId4"/>
                <a:stretch>
                  <a:fillRect t="-134746" b="-40678"/>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862DAECE-304B-6629-E22A-93757842CCFD}"/>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
        <p:nvSpPr>
          <p:cNvPr id="11" name="TextBox 19">
            <a:extLst>
              <a:ext uri="{FF2B5EF4-FFF2-40B4-BE49-F238E27FC236}">
                <a16:creationId xmlns:a16="http://schemas.microsoft.com/office/drawing/2014/main" id="{31EDB1EF-F107-62E5-8D3B-95CF3F30D9C7}"/>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1248181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C9F01E26-93BE-FECC-F6FD-87AC04D99D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11A29B-EE99-8B01-B826-A6CB9A9DF408}"/>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02984B0F-D316-37A6-A954-66B705A6567E}"/>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FBB7BC0C-1881-4F18-37B5-B865C007747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F84F8E1C-8589-E11F-EEDB-E8B8B1DA95E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08FBA68D-9652-D3A2-805D-366DB0B99345}"/>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B1027516-2B6E-DC82-C08C-5D4176E0946B}"/>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F5A396D-4FF7-24E5-1BBA-7E92CDB04071}"/>
              </a:ext>
            </a:extLst>
          </p:cNvPr>
          <p:cNvGrpSpPr/>
          <p:nvPr/>
        </p:nvGrpSpPr>
        <p:grpSpPr>
          <a:xfrm>
            <a:off x="4057932" y="1177262"/>
            <a:ext cx="10227067" cy="2493526"/>
            <a:chOff x="0" y="0"/>
            <a:chExt cx="2693549" cy="436650"/>
          </a:xfrm>
        </p:grpSpPr>
        <p:sp>
          <p:nvSpPr>
            <p:cNvPr id="9" name="Freeform 9">
              <a:extLst>
                <a:ext uri="{FF2B5EF4-FFF2-40B4-BE49-F238E27FC236}">
                  <a16:creationId xmlns:a16="http://schemas.microsoft.com/office/drawing/2014/main" id="{294AC97D-EB00-CC12-35E1-D18F7490A13D}"/>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ECBA66C-06CB-A45F-76C4-C636BFAA0244}"/>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854D228C-1426-1DA0-A169-DBFABBC0F74B}"/>
                  </a:ext>
                </a:extLst>
              </p:cNvPr>
              <p:cNvSpPr txBox="1"/>
              <p:nvPr/>
            </p:nvSpPr>
            <p:spPr>
              <a:xfrm>
                <a:off x="6455721" y="5557976"/>
                <a:ext cx="5239713"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ad>
                        <m:radPr>
                          <m:degHide m:val="on"/>
                          <m:ctrlPr>
                            <a:rPr lang="en-PH" sz="12000" b="0" i="1" smtClean="0">
                              <a:solidFill>
                                <a:srgbClr val="1C2B2B"/>
                              </a:solidFill>
                              <a:latin typeface="Cambria Math" panose="02040503050406030204" pitchFamily="18" charset="0"/>
                              <a:ea typeface="Monterchi"/>
                              <a:cs typeface="Monterchi"/>
                              <a:sym typeface="Monterchi"/>
                            </a:rPr>
                          </m:ctrlPr>
                        </m:radPr>
                        <m:deg/>
                        <m:e>
                          <m:r>
                            <a:rPr lang="en-PH" sz="12000" b="0" i="1" smtClean="0">
                              <a:solidFill>
                                <a:srgbClr val="1C2B2B"/>
                              </a:solidFill>
                              <a:latin typeface="Cambria Math" panose="02040503050406030204" pitchFamily="18" charset="0"/>
                              <a:ea typeface="Monterchi"/>
                              <a:cs typeface="Monterchi"/>
                              <a:sym typeface="Monterchi"/>
                            </a:rPr>
                            <m:t>49</m:t>
                          </m:r>
                        </m:e>
                      </m:rad>
                    </m:oMath>
                  </m:oMathPara>
                </a14:m>
                <a:endParaRPr lang="en-US" sz="12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854D228C-1426-1DA0-A169-DBFABBC0F74B}"/>
                  </a:ext>
                </a:extLst>
              </p:cNvPr>
              <p:cNvSpPr txBox="1">
                <a:spLocks noRot="1" noChangeAspect="1" noMove="1" noResize="1" noEditPoints="1" noAdjustHandles="1" noChangeArrowheads="1" noChangeShapeType="1" noTextEdit="1"/>
              </p:cNvSpPr>
              <p:nvPr/>
            </p:nvSpPr>
            <p:spPr>
              <a:xfrm>
                <a:off x="6455721" y="5557976"/>
                <a:ext cx="5239713" cy="718145"/>
              </a:xfrm>
              <a:prstGeom prst="rect">
                <a:avLst/>
              </a:prstGeom>
              <a:blipFill>
                <a:blip r:embed="rId4"/>
                <a:stretch>
                  <a:fillRect t="-131356" b="-3644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85A32A66-DBA8-7F77-133F-97A30EC2FA18}"/>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
        <p:nvSpPr>
          <p:cNvPr id="11" name="TextBox 19">
            <a:extLst>
              <a:ext uri="{FF2B5EF4-FFF2-40B4-BE49-F238E27FC236}">
                <a16:creationId xmlns:a16="http://schemas.microsoft.com/office/drawing/2014/main" id="{5677EC80-0163-2C5A-CAD6-EC8AC4A87DF8}"/>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27481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4F265326-9810-6474-667C-AE91B611E7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DBCC1F9-48DF-7C9D-0F24-0A1656D4B126}"/>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CD2A7B1B-2EBB-2865-B8A8-9754F9270430}"/>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11A44B91-2CA1-9861-819B-135DB61CACAB}"/>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A23CECD3-F4F6-B811-3B86-D2612009D1B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53BF7628-BEBB-1401-AD20-7FCF30E41D4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9393957C-F212-A2B3-A6FE-3077FC4B6589}"/>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006A3165-7363-3209-B6D8-C110A75907F8}"/>
              </a:ext>
            </a:extLst>
          </p:cNvPr>
          <p:cNvGrpSpPr/>
          <p:nvPr/>
        </p:nvGrpSpPr>
        <p:grpSpPr>
          <a:xfrm>
            <a:off x="4057932" y="1177262"/>
            <a:ext cx="10227067" cy="2493526"/>
            <a:chOff x="0" y="0"/>
            <a:chExt cx="2693549" cy="436650"/>
          </a:xfrm>
        </p:grpSpPr>
        <p:sp>
          <p:nvSpPr>
            <p:cNvPr id="9" name="Freeform 9">
              <a:extLst>
                <a:ext uri="{FF2B5EF4-FFF2-40B4-BE49-F238E27FC236}">
                  <a16:creationId xmlns:a16="http://schemas.microsoft.com/office/drawing/2014/main" id="{8BACBD78-A4DA-FD50-60DC-07466D478362}"/>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C93674BD-B5A8-E7C6-DCC1-6178C34D87E5}"/>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724D5AC7-85F5-1409-3FCA-D72E95DCA5F6}"/>
                  </a:ext>
                </a:extLst>
              </p:cNvPr>
              <p:cNvSpPr txBox="1"/>
              <p:nvPr/>
            </p:nvSpPr>
            <p:spPr>
              <a:xfrm>
                <a:off x="6455721" y="5557976"/>
                <a:ext cx="5239713"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ad>
                        <m:radPr>
                          <m:degHide m:val="on"/>
                          <m:ctrlPr>
                            <a:rPr lang="en-PH" sz="12000" b="0" i="1" smtClean="0">
                              <a:solidFill>
                                <a:srgbClr val="1C2B2B"/>
                              </a:solidFill>
                              <a:latin typeface="Cambria Math" panose="02040503050406030204" pitchFamily="18" charset="0"/>
                              <a:ea typeface="Monterchi"/>
                              <a:cs typeface="Monterchi"/>
                              <a:sym typeface="Monterchi"/>
                            </a:rPr>
                          </m:ctrlPr>
                        </m:radPr>
                        <m:deg/>
                        <m:e>
                          <m:r>
                            <a:rPr lang="en-PH" sz="12000" b="0" i="1" smtClean="0">
                              <a:solidFill>
                                <a:srgbClr val="1C2B2B"/>
                              </a:solidFill>
                              <a:latin typeface="Cambria Math" panose="02040503050406030204" pitchFamily="18" charset="0"/>
                              <a:ea typeface="Monterchi"/>
                              <a:cs typeface="Monterchi"/>
                              <a:sym typeface="Monterchi"/>
                            </a:rPr>
                            <m:t>121</m:t>
                          </m:r>
                        </m:e>
                      </m:rad>
                    </m:oMath>
                  </m:oMathPara>
                </a14:m>
                <a:endParaRPr lang="en-US" sz="12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724D5AC7-85F5-1409-3FCA-D72E95DCA5F6}"/>
                  </a:ext>
                </a:extLst>
              </p:cNvPr>
              <p:cNvSpPr txBox="1">
                <a:spLocks noRot="1" noChangeAspect="1" noMove="1" noResize="1" noEditPoints="1" noAdjustHandles="1" noChangeArrowheads="1" noChangeShapeType="1" noTextEdit="1"/>
              </p:cNvSpPr>
              <p:nvPr/>
            </p:nvSpPr>
            <p:spPr>
              <a:xfrm>
                <a:off x="6455721" y="5557976"/>
                <a:ext cx="5239713" cy="718145"/>
              </a:xfrm>
              <a:prstGeom prst="rect">
                <a:avLst/>
              </a:prstGeom>
              <a:blipFill>
                <a:blip r:embed="rId4"/>
                <a:stretch>
                  <a:fillRect t="-131356" b="-33898"/>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5355B03D-FF48-DF5C-84F5-32AEFD10CF5B}"/>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
        <p:nvSpPr>
          <p:cNvPr id="11" name="TextBox 19">
            <a:extLst>
              <a:ext uri="{FF2B5EF4-FFF2-40B4-BE49-F238E27FC236}">
                <a16:creationId xmlns:a16="http://schemas.microsoft.com/office/drawing/2014/main" id="{FEA58CD4-DEF4-BB0B-BDFC-72C4161BAD65}"/>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2372775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F95D4D92-32A9-ED8B-4161-2B4F94CC70B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E9063D4-3987-5C59-A5FE-0C1D418C7459}"/>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B989D6F5-982F-3781-CE4A-97A6C1D6759D}"/>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C7F9C71-3B5B-40E6-7B1B-4C6C34AE5E5D}"/>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686FB3B7-EFFD-FC4E-741F-C8B6E6AD1AF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318E9D51-6A87-7E65-F65C-1896D084F95A}"/>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D7A8EC6E-DEA9-95C1-B576-EE76C84070F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F067EF30-4B71-13E3-4677-9C44D4A11A57}"/>
              </a:ext>
            </a:extLst>
          </p:cNvPr>
          <p:cNvGrpSpPr/>
          <p:nvPr/>
        </p:nvGrpSpPr>
        <p:grpSpPr>
          <a:xfrm>
            <a:off x="4057932" y="1177262"/>
            <a:ext cx="10227067" cy="2493526"/>
            <a:chOff x="0" y="0"/>
            <a:chExt cx="2693549" cy="436650"/>
          </a:xfrm>
        </p:grpSpPr>
        <p:sp>
          <p:nvSpPr>
            <p:cNvPr id="9" name="Freeform 9">
              <a:extLst>
                <a:ext uri="{FF2B5EF4-FFF2-40B4-BE49-F238E27FC236}">
                  <a16:creationId xmlns:a16="http://schemas.microsoft.com/office/drawing/2014/main" id="{709A9A00-7B85-169E-8EBB-A8C4303F3FDD}"/>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66018DE8-0771-2F25-5BE7-ABD909AB1494}"/>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EFD9BE62-CB09-3501-EC67-BA6E531C9F9D}"/>
                  </a:ext>
                </a:extLst>
              </p:cNvPr>
              <p:cNvSpPr txBox="1"/>
              <p:nvPr/>
            </p:nvSpPr>
            <p:spPr>
              <a:xfrm>
                <a:off x="6455721" y="5557976"/>
                <a:ext cx="5239713"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ad>
                        <m:radPr>
                          <m:degHide m:val="on"/>
                          <m:ctrlPr>
                            <a:rPr lang="en-PH" sz="12000" b="0" i="1" smtClean="0">
                              <a:solidFill>
                                <a:srgbClr val="1C2B2B"/>
                              </a:solidFill>
                              <a:latin typeface="Cambria Math" panose="02040503050406030204" pitchFamily="18" charset="0"/>
                              <a:ea typeface="Monterchi"/>
                              <a:cs typeface="Monterchi"/>
                              <a:sym typeface="Monterchi"/>
                            </a:rPr>
                          </m:ctrlPr>
                        </m:radPr>
                        <m:deg/>
                        <m:e>
                          <m:r>
                            <a:rPr lang="en-PH" sz="12000" b="0" i="1" smtClean="0">
                              <a:solidFill>
                                <a:srgbClr val="1C2B2B"/>
                              </a:solidFill>
                              <a:latin typeface="Cambria Math" panose="02040503050406030204" pitchFamily="18" charset="0"/>
                              <a:ea typeface="Monterchi"/>
                              <a:cs typeface="Monterchi"/>
                              <a:sym typeface="Monterchi"/>
                            </a:rPr>
                            <m:t>169</m:t>
                          </m:r>
                        </m:e>
                      </m:rad>
                    </m:oMath>
                  </m:oMathPara>
                </a14:m>
                <a:endParaRPr lang="en-US" sz="12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EFD9BE62-CB09-3501-EC67-BA6E531C9F9D}"/>
                  </a:ext>
                </a:extLst>
              </p:cNvPr>
              <p:cNvSpPr txBox="1">
                <a:spLocks noRot="1" noChangeAspect="1" noMove="1" noResize="1" noEditPoints="1" noAdjustHandles="1" noChangeArrowheads="1" noChangeShapeType="1" noTextEdit="1"/>
              </p:cNvSpPr>
              <p:nvPr/>
            </p:nvSpPr>
            <p:spPr>
              <a:xfrm>
                <a:off x="6455721" y="5557976"/>
                <a:ext cx="5239713" cy="718145"/>
              </a:xfrm>
              <a:prstGeom prst="rect">
                <a:avLst/>
              </a:prstGeom>
              <a:blipFill>
                <a:blip r:embed="rId4"/>
                <a:stretch>
                  <a:fillRect t="-131356" b="-3644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364F2711-E32D-0CC4-2E9F-E046652FBB49}"/>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
        <p:nvSpPr>
          <p:cNvPr id="11" name="TextBox 19">
            <a:extLst>
              <a:ext uri="{FF2B5EF4-FFF2-40B4-BE49-F238E27FC236}">
                <a16:creationId xmlns:a16="http://schemas.microsoft.com/office/drawing/2014/main" id="{7A5B5B67-E660-5CBB-0C77-D50DAD57BADD}"/>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856641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3925A625-C94B-D93E-49BF-AB80685F60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78281D-F0E7-B2AA-1A87-70685AD92FDB}"/>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CB897B14-FDB8-7A1E-FD64-9D5F566985A1}"/>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67C32739-E2A4-4853-28FD-F4E96A0F7D6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2132EFC5-97EF-84A0-A257-0A91CD9E1244}"/>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20A82040-9B19-9839-75A6-8881B8D54F40}"/>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FEC0A767-18E1-5140-B70C-5A06CDDA3A1C}"/>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D87AC284-B2B2-90BF-3D15-E84E32F36247}"/>
              </a:ext>
            </a:extLst>
          </p:cNvPr>
          <p:cNvGrpSpPr/>
          <p:nvPr/>
        </p:nvGrpSpPr>
        <p:grpSpPr>
          <a:xfrm>
            <a:off x="4057932" y="1177262"/>
            <a:ext cx="10227067" cy="2493526"/>
            <a:chOff x="0" y="0"/>
            <a:chExt cx="2693549" cy="436650"/>
          </a:xfrm>
        </p:grpSpPr>
        <p:sp>
          <p:nvSpPr>
            <p:cNvPr id="9" name="Freeform 9">
              <a:extLst>
                <a:ext uri="{FF2B5EF4-FFF2-40B4-BE49-F238E27FC236}">
                  <a16:creationId xmlns:a16="http://schemas.microsoft.com/office/drawing/2014/main" id="{10B98058-56A1-2737-83CA-36A65C8D3F1C}"/>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1542714A-5F17-8526-8B4F-45A68DFBEC20}"/>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C543DBD2-10CC-E7C9-B7A2-EE9DD19E4639}"/>
                  </a:ext>
                </a:extLst>
              </p:cNvPr>
              <p:cNvSpPr txBox="1"/>
              <p:nvPr/>
            </p:nvSpPr>
            <p:spPr>
              <a:xfrm>
                <a:off x="6455721" y="5557976"/>
                <a:ext cx="5239713"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ad>
                        <m:radPr>
                          <m:degHide m:val="on"/>
                          <m:ctrlPr>
                            <a:rPr lang="en-PH" sz="12000" b="0" i="1" smtClean="0">
                              <a:solidFill>
                                <a:srgbClr val="1C2B2B"/>
                              </a:solidFill>
                              <a:latin typeface="Cambria Math" panose="02040503050406030204" pitchFamily="18" charset="0"/>
                              <a:ea typeface="Monterchi"/>
                              <a:cs typeface="Monterchi"/>
                              <a:sym typeface="Monterchi"/>
                            </a:rPr>
                          </m:ctrlPr>
                        </m:radPr>
                        <m:deg/>
                        <m:e>
                          <m:r>
                            <a:rPr lang="en-PH" sz="12000" b="0" i="1" smtClean="0">
                              <a:solidFill>
                                <a:srgbClr val="1C2B2B"/>
                              </a:solidFill>
                              <a:latin typeface="Cambria Math" panose="02040503050406030204" pitchFamily="18" charset="0"/>
                              <a:ea typeface="Monterchi"/>
                              <a:cs typeface="Monterchi"/>
                              <a:sym typeface="Monterchi"/>
                            </a:rPr>
                            <m:t>4489</m:t>
                          </m:r>
                        </m:e>
                      </m:rad>
                    </m:oMath>
                  </m:oMathPara>
                </a14:m>
                <a:endParaRPr lang="en-US" sz="12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C543DBD2-10CC-E7C9-B7A2-EE9DD19E4639}"/>
                  </a:ext>
                </a:extLst>
              </p:cNvPr>
              <p:cNvSpPr txBox="1">
                <a:spLocks noRot="1" noChangeAspect="1" noMove="1" noResize="1" noEditPoints="1" noAdjustHandles="1" noChangeArrowheads="1" noChangeShapeType="1" noTextEdit="1"/>
              </p:cNvSpPr>
              <p:nvPr/>
            </p:nvSpPr>
            <p:spPr>
              <a:xfrm>
                <a:off x="6455721" y="5557976"/>
                <a:ext cx="5239713" cy="718145"/>
              </a:xfrm>
              <a:prstGeom prst="rect">
                <a:avLst/>
              </a:prstGeom>
              <a:blipFill>
                <a:blip r:embed="rId4"/>
                <a:stretch>
                  <a:fillRect t="-131356" r="-1628" b="-3644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EF709129-2FC0-50CD-9A29-91CB85ED5DD2}"/>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
        <p:nvSpPr>
          <p:cNvPr id="11" name="TextBox 19">
            <a:extLst>
              <a:ext uri="{FF2B5EF4-FFF2-40B4-BE49-F238E27FC236}">
                <a16:creationId xmlns:a16="http://schemas.microsoft.com/office/drawing/2014/main" id="{35E43A73-7769-BB5E-BB75-0C4AC73B46DE}"/>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Simplify the expression by finding its square root. </a:t>
            </a:r>
          </a:p>
        </p:txBody>
      </p:sp>
    </p:spTree>
    <p:extLst>
      <p:ext uri="{BB962C8B-B14F-4D97-AF65-F5344CB8AC3E}">
        <p14:creationId xmlns:p14="http://schemas.microsoft.com/office/powerpoint/2010/main" val="359271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98760399-CF18-A40A-6CCE-7F0A10921B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C749B0-9995-DC9A-9EF1-2D6C66F5AB54}"/>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2E2941C8-3C86-E3F1-6398-98AE5DAA5997}"/>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FDC323DC-E161-864B-2F50-AFFF23F65C92}"/>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6A6AE274-2569-777B-9F2B-5DCA7E96504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934450A5-9F5B-9934-F51E-F9886D83610A}"/>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C39B449B-EE00-92A4-A103-EF12A2B17FBC}"/>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3B3CA5C7-6808-CD36-5111-ED346DB7A35E}"/>
              </a:ext>
            </a:extLst>
          </p:cNvPr>
          <p:cNvGrpSpPr/>
          <p:nvPr/>
        </p:nvGrpSpPr>
        <p:grpSpPr>
          <a:xfrm>
            <a:off x="4057932" y="1177262"/>
            <a:ext cx="10227067" cy="1527838"/>
            <a:chOff x="0" y="0"/>
            <a:chExt cx="2693549" cy="436650"/>
          </a:xfrm>
        </p:grpSpPr>
        <p:sp>
          <p:nvSpPr>
            <p:cNvPr id="9" name="Freeform 9">
              <a:extLst>
                <a:ext uri="{FF2B5EF4-FFF2-40B4-BE49-F238E27FC236}">
                  <a16:creationId xmlns:a16="http://schemas.microsoft.com/office/drawing/2014/main" id="{C008E76E-E078-5A64-C6AA-64782AC7A487}"/>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27FA3C5-4E1C-5C2C-1DD3-41ED84AA8245}"/>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8718B588-C725-718C-1FA3-E600AF1004BD}"/>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
        <p:nvSpPr>
          <p:cNvPr id="11" name="TextBox 19">
            <a:extLst>
              <a:ext uri="{FF2B5EF4-FFF2-40B4-BE49-F238E27FC236}">
                <a16:creationId xmlns:a16="http://schemas.microsoft.com/office/drawing/2014/main" id="{6CCB0DA5-3840-A590-6574-F96C33C99201}"/>
              </a:ext>
            </a:extLst>
          </p:cNvPr>
          <p:cNvSpPr txBox="1"/>
          <p:nvPr/>
        </p:nvSpPr>
        <p:spPr>
          <a:xfrm>
            <a:off x="4717328" y="1394897"/>
            <a:ext cx="8990186" cy="1019510"/>
          </a:xfrm>
          <a:prstGeom prst="rect">
            <a:avLst/>
          </a:prstGeom>
        </p:spPr>
        <p:txBody>
          <a:bodyPr wrap="square" lIns="0" tIns="0" rIns="0" bIns="0" rtlCol="0" anchor="t">
            <a:spAutoFit/>
          </a:bodyPr>
          <a:lstStyle/>
          <a:p>
            <a:pPr algn="ctr">
              <a:lnSpc>
                <a:spcPts val="8399"/>
              </a:lnSpc>
            </a:pPr>
            <a:r>
              <a:rPr lang="en-US" sz="5500" dirty="0">
                <a:solidFill>
                  <a:srgbClr val="E1E1E1"/>
                </a:solidFill>
                <a:latin typeface="Bugaki"/>
                <a:ea typeface="Bugaki"/>
                <a:cs typeface="Bugaki"/>
                <a:sym typeface="Bugaki"/>
              </a:rPr>
              <a:t>Processing Questions: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88B643E-9337-BFEA-91F0-62792CD72E54}"/>
                  </a:ext>
                </a:extLst>
              </p:cNvPr>
              <p:cNvSpPr txBox="1"/>
              <p:nvPr/>
            </p:nvSpPr>
            <p:spPr>
              <a:xfrm>
                <a:off x="3007975" y="3099871"/>
                <a:ext cx="12308225" cy="4810099"/>
              </a:xfrm>
              <a:prstGeom prst="rect">
                <a:avLst/>
              </a:prstGeom>
            </p:spPr>
            <p:txBody>
              <a:bodyPr wrap="square" lIns="0" tIns="0" rIns="0" bIns="0" rtlCol="0" anchor="t">
                <a:spAutoFit/>
              </a:bodyPr>
              <a:lstStyle/>
              <a:p>
                <a:pPr marL="1174749" lvl="1" indent="-742950" algn="just">
                  <a:lnSpc>
                    <a:spcPct val="150000"/>
                  </a:lnSpc>
                  <a:buAutoNum type="arabicPeriod"/>
                </a:pPr>
                <a:r>
                  <a:rPr lang="en-US" sz="3999" dirty="0">
                    <a:solidFill>
                      <a:srgbClr val="1C2B2B"/>
                    </a:solidFill>
                    <a:latin typeface="Monterchi"/>
                    <a:ea typeface="Monterchi"/>
                    <a:cs typeface="Monterchi"/>
                    <a:sym typeface="Monterchi"/>
                  </a:rPr>
                  <a:t>What does the square root symbol </a:t>
                </a:r>
                <a14:m>
                  <m:oMath xmlns:m="http://schemas.openxmlformats.org/officeDocument/2006/math">
                    <m:d>
                      <m:dPr>
                        <m:ctrlPr>
                          <a:rPr lang="en-PH" sz="3999" b="0" i="1" smtClean="0">
                            <a:solidFill>
                              <a:srgbClr val="1C2B2B"/>
                            </a:solidFill>
                            <a:latin typeface="Cambria Math" panose="02040503050406030204" pitchFamily="18" charset="0"/>
                            <a:ea typeface="Monterchi"/>
                            <a:cs typeface="Monterchi"/>
                            <a:sym typeface="Monterchi"/>
                          </a:rPr>
                        </m:ctrlPr>
                      </m:dPr>
                      <m:e>
                        <m:rad>
                          <m:radPr>
                            <m:degHide m:val="on"/>
                            <m:ctrlPr>
                              <a:rPr lang="en-PH" sz="3999" b="0" i="1" smtClean="0">
                                <a:solidFill>
                                  <a:srgbClr val="1C2B2B"/>
                                </a:solidFill>
                                <a:latin typeface="Cambria Math" panose="02040503050406030204" pitchFamily="18" charset="0"/>
                                <a:ea typeface="Monterchi"/>
                                <a:cs typeface="Monterchi"/>
                                <a:sym typeface="Monterchi"/>
                              </a:rPr>
                            </m:ctrlPr>
                          </m:radPr>
                          <m:deg/>
                          <m:e>
                            <m:r>
                              <a:rPr lang="en-PH" sz="3999" b="0" i="1" smtClean="0">
                                <a:solidFill>
                                  <a:srgbClr val="1C2B2B"/>
                                </a:solidFill>
                                <a:latin typeface="Cambria Math" panose="02040503050406030204" pitchFamily="18" charset="0"/>
                                <a:ea typeface="Monterchi"/>
                                <a:cs typeface="Monterchi"/>
                                <a:sym typeface="Monterchi"/>
                              </a:rPr>
                              <m:t> </m:t>
                            </m:r>
                          </m:e>
                        </m:rad>
                        <m:r>
                          <a:rPr lang="en-PH" sz="3999" b="0" i="1" smtClean="0">
                            <a:solidFill>
                              <a:srgbClr val="1C2B2B"/>
                            </a:solidFill>
                            <a:latin typeface="Cambria Math" panose="02040503050406030204" pitchFamily="18" charset="0"/>
                            <a:ea typeface="Monterchi"/>
                            <a:cs typeface="Monterchi"/>
                            <a:sym typeface="Monterchi"/>
                          </a:rPr>
                          <m:t> </m:t>
                        </m:r>
                      </m:e>
                    </m:d>
                  </m:oMath>
                </a14:m>
                <a:r>
                  <a:rPr lang="en-US" sz="3999" dirty="0">
                    <a:solidFill>
                      <a:srgbClr val="1C2B2B"/>
                    </a:solidFill>
                    <a:latin typeface="Monterchi"/>
                    <a:ea typeface="Monterchi"/>
                    <a:cs typeface="Monterchi"/>
                    <a:sym typeface="Monterchi"/>
                  </a:rPr>
                  <a:t> mean?</a:t>
                </a:r>
              </a:p>
              <a:p>
                <a:pPr marL="1174749" lvl="1" indent="-742950" algn="just">
                  <a:lnSpc>
                    <a:spcPct val="150000"/>
                  </a:lnSpc>
                  <a:buAutoNum type="arabicPeriod"/>
                </a:pPr>
                <a:r>
                  <a:rPr lang="en-US" sz="3999" dirty="0">
                    <a:solidFill>
                      <a:srgbClr val="1C2B2B"/>
                    </a:solidFill>
                    <a:latin typeface="Monterchi"/>
                    <a:ea typeface="Monterchi"/>
                    <a:cs typeface="Monterchi"/>
                    <a:sym typeface="Monterchi"/>
                  </a:rPr>
                  <a:t>How can you determine the square root of a number without using a calculator?</a:t>
                </a:r>
              </a:p>
              <a:p>
                <a:pPr marL="1174749" lvl="1" indent="-742950" algn="just">
                  <a:lnSpc>
                    <a:spcPct val="150000"/>
                  </a:lnSpc>
                  <a:buAutoNum type="arabicPeriod"/>
                </a:pPr>
                <a:r>
                  <a:rPr lang="en-US" sz="3999" dirty="0">
                    <a:solidFill>
                      <a:srgbClr val="1C2B2B"/>
                    </a:solidFill>
                    <a:latin typeface="Monterchi"/>
                    <a:ea typeface="Monterchi"/>
                    <a:cs typeface="Monterchi"/>
                    <a:sym typeface="Monterchi"/>
                  </a:rPr>
                  <a:t>What is the relation between squaring a number and finding its square root?</a:t>
                </a:r>
              </a:p>
            </p:txBody>
          </p:sp>
        </mc:Choice>
        <mc:Fallback xmlns="">
          <p:sp>
            <p:nvSpPr>
              <p:cNvPr id="13" name="TextBox 12">
                <a:extLst>
                  <a:ext uri="{FF2B5EF4-FFF2-40B4-BE49-F238E27FC236}">
                    <a16:creationId xmlns:a16="http://schemas.microsoft.com/office/drawing/2014/main" id="{988B643E-9337-BFEA-91F0-62792CD72E54}"/>
                  </a:ext>
                </a:extLst>
              </p:cNvPr>
              <p:cNvSpPr txBox="1">
                <a:spLocks noRot="1" noChangeAspect="1" noMove="1" noResize="1" noEditPoints="1" noAdjustHandles="1" noChangeArrowheads="1" noChangeShapeType="1" noTextEdit="1"/>
              </p:cNvSpPr>
              <p:nvPr/>
            </p:nvSpPr>
            <p:spPr>
              <a:xfrm>
                <a:off x="3007975" y="3099871"/>
                <a:ext cx="12308225" cy="4810099"/>
              </a:xfrm>
              <a:prstGeom prst="rect">
                <a:avLst/>
              </a:prstGeom>
              <a:blipFill>
                <a:blip r:embed="rId5"/>
                <a:stretch>
                  <a:fillRect r="-2475" b="-5323"/>
                </a:stretch>
              </a:blipFill>
            </p:spPr>
            <p:txBody>
              <a:bodyPr/>
              <a:lstStyle/>
              <a:p>
                <a:r>
                  <a:rPr lang="en-PH">
                    <a:noFill/>
                  </a:rPr>
                  <a:t> </a:t>
                </a:r>
              </a:p>
            </p:txBody>
          </p:sp>
        </mc:Fallback>
      </mc:AlternateContent>
    </p:spTree>
    <p:extLst>
      <p:ext uri="{BB962C8B-B14F-4D97-AF65-F5344CB8AC3E}">
        <p14:creationId xmlns:p14="http://schemas.microsoft.com/office/powerpoint/2010/main" val="40583158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2254-7799-1D7E-3F51-E9E10D007BF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3B732F-94F7-9EF9-9441-7716ADBA7EF6}"/>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98C7C39E-D6C8-64F7-56DC-C6FCF62E7BC9}"/>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E0CC267-64C3-442B-C05C-8DE52DDA76A8}"/>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8B8BAFF-B5F6-28B5-8792-30952C1AC8E3}"/>
              </a:ext>
            </a:extLst>
          </p:cNvPr>
          <p:cNvGrpSpPr/>
          <p:nvPr/>
        </p:nvGrpSpPr>
        <p:grpSpPr>
          <a:xfrm>
            <a:off x="0" y="8229603"/>
            <a:ext cx="18288000" cy="2057397"/>
            <a:chOff x="0" y="0"/>
            <a:chExt cx="4816593" cy="541866"/>
          </a:xfrm>
        </p:grpSpPr>
        <p:sp>
          <p:nvSpPr>
            <p:cNvPr id="6" name="Freeform 6">
              <a:extLst>
                <a:ext uri="{FF2B5EF4-FFF2-40B4-BE49-F238E27FC236}">
                  <a16:creationId xmlns:a16="http://schemas.microsoft.com/office/drawing/2014/main" id="{A6950B06-1816-B65E-187D-6C9A94A073DF}"/>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C00C322E-B8B8-D3F7-8903-E47EE8701480}"/>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9D5418A0-3C4E-1ACD-2507-43B65FD14BDD}"/>
              </a:ext>
            </a:extLst>
          </p:cNvPr>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548126AD-B92F-FE69-6B05-871D56A2715D}"/>
              </a:ext>
            </a:extLst>
          </p:cNvPr>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29FBD77E-5BC7-B964-A44D-568684269591}"/>
              </a:ext>
            </a:extLst>
          </p:cNvPr>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1" name="Freeform 11">
            <a:extLst>
              <a:ext uri="{FF2B5EF4-FFF2-40B4-BE49-F238E27FC236}">
                <a16:creationId xmlns:a16="http://schemas.microsoft.com/office/drawing/2014/main" id="{60589321-FB9E-609C-11C3-B262F1815A2C}"/>
              </a:ext>
            </a:extLst>
          </p:cNvPr>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74D18DB6-E84B-8564-814B-4C3D4D301780}"/>
              </a:ext>
            </a:extLst>
          </p:cNvPr>
          <p:cNvSpPr txBox="1"/>
          <p:nvPr/>
        </p:nvSpPr>
        <p:spPr>
          <a:xfrm>
            <a:off x="1885294" y="3001962"/>
            <a:ext cx="14517412" cy="2295565"/>
          </a:xfrm>
          <a:prstGeom prst="rect">
            <a:avLst/>
          </a:prstGeom>
        </p:spPr>
        <p:txBody>
          <a:bodyPr lIns="0" tIns="0" rIns="0" bIns="0" rtlCol="0" anchor="t">
            <a:spAutoFit/>
          </a:bodyPr>
          <a:lstStyle/>
          <a:p>
            <a:pPr algn="ctr">
              <a:lnSpc>
                <a:spcPts val="21000"/>
              </a:lnSpc>
            </a:pPr>
            <a:r>
              <a:rPr lang="en-US" sz="10000" dirty="0">
                <a:solidFill>
                  <a:srgbClr val="223939"/>
                </a:solidFill>
                <a:latin typeface="Borsok"/>
                <a:ea typeface="Borsok"/>
                <a:cs typeface="Borsok"/>
                <a:sym typeface="Borsok"/>
              </a:rPr>
              <a:t>Quadratic equations</a:t>
            </a:r>
          </a:p>
        </p:txBody>
      </p:sp>
      <p:sp>
        <p:nvSpPr>
          <p:cNvPr id="13" name="Freeform 13">
            <a:extLst>
              <a:ext uri="{FF2B5EF4-FFF2-40B4-BE49-F238E27FC236}">
                <a16:creationId xmlns:a16="http://schemas.microsoft.com/office/drawing/2014/main" id="{42C66633-CB93-BF6F-33CB-96B93F0EA3B0}"/>
              </a:ext>
            </a:extLst>
          </p:cNvPr>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4" name="Freeform 14">
            <a:extLst>
              <a:ext uri="{FF2B5EF4-FFF2-40B4-BE49-F238E27FC236}">
                <a16:creationId xmlns:a16="http://schemas.microsoft.com/office/drawing/2014/main" id="{BEA684B8-8BA1-D706-892B-535C2A60D4EF}"/>
              </a:ext>
            </a:extLst>
          </p:cNvPr>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12"/>
            <a:stretch>
              <a:fillRect/>
            </a:stretch>
          </a:blipFill>
        </p:spPr>
        <p:txBody>
          <a:bodyPr/>
          <a:lstStyle/>
          <a:p>
            <a:endParaRPr lang="en-PH"/>
          </a:p>
        </p:txBody>
      </p:sp>
      <p:sp>
        <p:nvSpPr>
          <p:cNvPr id="16" name="TextBox 16">
            <a:extLst>
              <a:ext uri="{FF2B5EF4-FFF2-40B4-BE49-F238E27FC236}">
                <a16:creationId xmlns:a16="http://schemas.microsoft.com/office/drawing/2014/main" id="{5DFB259E-3933-47A7-32BC-3D5B68BE3149}"/>
              </a:ext>
            </a:extLst>
          </p:cNvPr>
          <p:cNvSpPr txBox="1"/>
          <p:nvPr/>
        </p:nvSpPr>
        <p:spPr>
          <a:xfrm>
            <a:off x="3151400" y="3176849"/>
            <a:ext cx="11868503" cy="865622"/>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Solving</a:t>
            </a:r>
          </a:p>
        </p:txBody>
      </p:sp>
      <p:sp>
        <p:nvSpPr>
          <p:cNvPr id="17" name="TextBox 17">
            <a:extLst>
              <a:ext uri="{FF2B5EF4-FFF2-40B4-BE49-F238E27FC236}">
                <a16:creationId xmlns:a16="http://schemas.microsoft.com/office/drawing/2014/main" id="{CD504C0A-CE9F-D7FF-9211-359A55E91413}"/>
              </a:ext>
            </a:extLst>
          </p:cNvPr>
          <p:cNvSpPr txBox="1"/>
          <p:nvPr/>
        </p:nvSpPr>
        <p:spPr>
          <a:xfrm>
            <a:off x="3364463" y="5180779"/>
            <a:ext cx="11868503" cy="865622"/>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by Extracting Square Roots</a:t>
            </a:r>
          </a:p>
        </p:txBody>
      </p:sp>
    </p:spTree>
    <p:extLst>
      <p:ext uri="{BB962C8B-B14F-4D97-AF65-F5344CB8AC3E}">
        <p14:creationId xmlns:p14="http://schemas.microsoft.com/office/powerpoint/2010/main" val="4256328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C2B2B"/>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794233" y="1797727"/>
            <a:ext cx="16358720" cy="7917773"/>
            <a:chOff x="0" y="0"/>
            <a:chExt cx="2137363" cy="1747915"/>
          </a:xfrm>
        </p:grpSpPr>
        <p:sp>
          <p:nvSpPr>
            <p:cNvPr id="6" name="Freeform 6"/>
            <p:cNvSpPr/>
            <p:nvPr/>
          </p:nvSpPr>
          <p:spPr>
            <a:xfrm>
              <a:off x="0" y="0"/>
              <a:ext cx="2137363" cy="1747915"/>
            </a:xfrm>
            <a:custGeom>
              <a:avLst/>
              <a:gdLst/>
              <a:ahLst/>
              <a:cxnLst/>
              <a:rect l="l" t="t" r="r" b="b"/>
              <a:pathLst>
                <a:path w="2137363" h="1747915">
                  <a:moveTo>
                    <a:pt x="19080" y="0"/>
                  </a:moveTo>
                  <a:lnTo>
                    <a:pt x="2118283" y="0"/>
                  </a:lnTo>
                  <a:cubicBezTo>
                    <a:pt x="2123343" y="0"/>
                    <a:pt x="2128196" y="2010"/>
                    <a:pt x="2131775" y="5588"/>
                  </a:cubicBezTo>
                  <a:cubicBezTo>
                    <a:pt x="2135353" y="9167"/>
                    <a:pt x="2137363" y="14020"/>
                    <a:pt x="2137363" y="19080"/>
                  </a:cubicBezTo>
                  <a:lnTo>
                    <a:pt x="2137363" y="1728835"/>
                  </a:lnTo>
                  <a:cubicBezTo>
                    <a:pt x="2137363" y="1739373"/>
                    <a:pt x="2128821" y="1747915"/>
                    <a:pt x="2118283" y="1747915"/>
                  </a:cubicBezTo>
                  <a:lnTo>
                    <a:pt x="19080" y="1747915"/>
                  </a:lnTo>
                  <a:cubicBezTo>
                    <a:pt x="8542" y="1747915"/>
                    <a:pt x="0" y="1739373"/>
                    <a:pt x="0" y="1728835"/>
                  </a:cubicBezTo>
                  <a:lnTo>
                    <a:pt x="0" y="19080"/>
                  </a:lnTo>
                  <a:cubicBezTo>
                    <a:pt x="0" y="8542"/>
                    <a:pt x="8542" y="0"/>
                    <a:pt x="19080" y="0"/>
                  </a:cubicBezTo>
                  <a:close/>
                </a:path>
              </a:pathLst>
            </a:custGeom>
            <a:solidFill>
              <a:srgbClr val="FDFCFB"/>
            </a:solidFill>
          </p:spPr>
          <p:txBody>
            <a:bodyPr/>
            <a:lstStyle/>
            <a:p>
              <a:endParaRPr lang="en-PH"/>
            </a:p>
          </p:txBody>
        </p:sp>
        <p:sp>
          <p:nvSpPr>
            <p:cNvPr id="7" name="TextBox 7"/>
            <p:cNvSpPr txBox="1"/>
            <p:nvPr/>
          </p:nvSpPr>
          <p:spPr>
            <a:xfrm>
              <a:off x="0" y="-38100"/>
              <a:ext cx="2137363" cy="178601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3352800" y="1181100"/>
            <a:ext cx="11793534" cy="1798097"/>
            <a:chOff x="0" y="0"/>
            <a:chExt cx="4075175" cy="754931"/>
          </a:xfrm>
        </p:grpSpPr>
        <p:sp>
          <p:nvSpPr>
            <p:cNvPr id="12" name="Freeform 12"/>
            <p:cNvSpPr/>
            <p:nvPr/>
          </p:nvSpPr>
          <p:spPr>
            <a:xfrm>
              <a:off x="0" y="0"/>
              <a:ext cx="4075175" cy="754931"/>
            </a:xfrm>
            <a:custGeom>
              <a:avLst/>
              <a:gdLst/>
              <a:ahLst/>
              <a:cxnLst/>
              <a:rect l="l" t="t" r="r" b="b"/>
              <a:pathLst>
                <a:path w="4075175" h="754931">
                  <a:moveTo>
                    <a:pt x="10007" y="0"/>
                  </a:moveTo>
                  <a:lnTo>
                    <a:pt x="4065168" y="0"/>
                  </a:lnTo>
                  <a:cubicBezTo>
                    <a:pt x="4067822" y="0"/>
                    <a:pt x="4070367" y="1054"/>
                    <a:pt x="4072244" y="2931"/>
                  </a:cubicBezTo>
                  <a:cubicBezTo>
                    <a:pt x="4074121" y="4808"/>
                    <a:pt x="4075175" y="7353"/>
                    <a:pt x="4075175" y="10007"/>
                  </a:cubicBezTo>
                  <a:lnTo>
                    <a:pt x="4075175" y="744924"/>
                  </a:lnTo>
                  <a:cubicBezTo>
                    <a:pt x="4075175" y="750451"/>
                    <a:pt x="4070695" y="754931"/>
                    <a:pt x="4065168" y="754931"/>
                  </a:cubicBezTo>
                  <a:lnTo>
                    <a:pt x="10007" y="754931"/>
                  </a:lnTo>
                  <a:cubicBezTo>
                    <a:pt x="4480" y="754931"/>
                    <a:pt x="0" y="750451"/>
                    <a:pt x="0" y="744924"/>
                  </a:cubicBezTo>
                  <a:lnTo>
                    <a:pt x="0" y="10007"/>
                  </a:lnTo>
                  <a:cubicBezTo>
                    <a:pt x="0" y="4480"/>
                    <a:pt x="4480" y="0"/>
                    <a:pt x="10007" y="0"/>
                  </a:cubicBezTo>
                  <a:close/>
                </a:path>
              </a:pathLst>
            </a:custGeom>
            <a:solidFill>
              <a:srgbClr val="A8BDA0"/>
            </a:solidFill>
          </p:spPr>
          <p:txBody>
            <a:bodyPr/>
            <a:lstStyle/>
            <a:p>
              <a:endParaRPr lang="en-PH"/>
            </a:p>
          </p:txBody>
        </p:sp>
        <p:sp>
          <p:nvSpPr>
            <p:cNvPr id="13" name="TextBox 13"/>
            <p:cNvSpPr txBox="1"/>
            <p:nvPr/>
          </p:nvSpPr>
          <p:spPr>
            <a:xfrm>
              <a:off x="0" y="-38100"/>
              <a:ext cx="4075175" cy="793031"/>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3004824" y="1472374"/>
            <a:ext cx="12141509" cy="1506823"/>
          </a:xfrm>
          <a:prstGeom prst="rect">
            <a:avLst/>
          </a:prstGeom>
        </p:spPr>
        <p:txBody>
          <a:bodyPr wrap="square" lIns="0" tIns="0" rIns="0" bIns="0" rtlCol="0" anchor="t">
            <a:spAutoFit/>
          </a:bodyPr>
          <a:lstStyle/>
          <a:p>
            <a:pPr algn="ctr">
              <a:lnSpc>
                <a:spcPts val="5599"/>
              </a:lnSpc>
            </a:pPr>
            <a:r>
              <a:rPr lang="en-PH" sz="6500" b="1" dirty="0">
                <a:solidFill>
                  <a:srgbClr val="1C2B2B"/>
                </a:solidFill>
                <a:latin typeface="Monterchi"/>
                <a:ea typeface="Monterchi"/>
                <a:cs typeface="Monterchi"/>
                <a:sym typeface="Monterchi"/>
              </a:rPr>
              <a:t>Solve the Quadratic Equations by Extracting Square Roots. </a:t>
            </a:r>
            <a:endParaRPr lang="en-US" sz="6500" b="1" dirty="0">
              <a:solidFill>
                <a:srgbClr val="1C2B2B"/>
              </a:solidFill>
              <a:latin typeface="Monterchi"/>
              <a:ea typeface="Monterchi"/>
              <a:cs typeface="Monterchi"/>
              <a:sym typeface="Monterchi"/>
            </a:endParaRPr>
          </a:p>
        </p:txBody>
      </p:sp>
      <mc:AlternateContent xmlns:mc="http://schemas.openxmlformats.org/markup-compatibility/2006" xmlns:a14="http://schemas.microsoft.com/office/drawing/2010/main">
        <mc:Choice Requires="a14">
          <p:sp>
            <p:nvSpPr>
              <p:cNvPr id="18" name="TextBox 18"/>
              <p:cNvSpPr txBox="1"/>
              <p:nvPr/>
            </p:nvSpPr>
            <p:spPr>
              <a:xfrm>
                <a:off x="2323366" y="3568514"/>
                <a:ext cx="7433671" cy="4376198"/>
              </a:xfrm>
              <a:prstGeom prst="rect">
                <a:avLst/>
              </a:prstGeom>
            </p:spPr>
            <p:txBody>
              <a:bodyPr lIns="0" tIns="0" rIns="0" bIns="0" rtlCol="0" anchor="t">
                <a:spAutoFit/>
              </a:bodyPr>
              <a:lstStyle/>
              <a:p>
                <a:pPr marL="971545" lvl="1" indent="-485773" algn="l">
                  <a:lnSpc>
                    <a:spcPct val="150000"/>
                  </a:lnSpc>
                  <a:buFont typeface="Arial"/>
                  <a:buChar char="•"/>
                </a:pPr>
                <a14:m>
                  <m:oMath xmlns:m="http://schemas.openxmlformats.org/officeDocument/2006/math">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=49</m:t>
                    </m:r>
                  </m:oMath>
                </a14:m>
                <a:endParaRPr lang="en-PH" sz="6500"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=36</m:t>
                    </m:r>
                  </m:oMath>
                </a14:m>
                <a:endParaRPr lang="en-PH" sz="6500"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−81=0</m:t>
                    </m:r>
                  </m:oMath>
                </a14:m>
                <a:endParaRPr lang="en-PH" sz="6500" b="0" dirty="0">
                  <a:solidFill>
                    <a:srgbClr val="1C2B2B"/>
                  </a:solidFill>
                  <a:latin typeface="Monterchi"/>
                  <a:ea typeface="Monterchi"/>
                  <a:cs typeface="Monterchi"/>
                  <a:sym typeface="Monterchi"/>
                </a:endParaRPr>
              </a:p>
            </p:txBody>
          </p:sp>
        </mc:Choice>
        <mc:Fallback xmlns="">
          <p:sp>
            <p:nvSpPr>
              <p:cNvPr id="18" name="TextBox 18"/>
              <p:cNvSpPr txBox="1">
                <a:spLocks noRot="1" noChangeAspect="1" noMove="1" noResize="1" noEditPoints="1" noAdjustHandles="1" noChangeArrowheads="1" noChangeShapeType="1" noTextEdit="1"/>
              </p:cNvSpPr>
              <p:nvPr/>
            </p:nvSpPr>
            <p:spPr>
              <a:xfrm>
                <a:off x="2323366" y="3568514"/>
                <a:ext cx="7433671" cy="4376198"/>
              </a:xfrm>
              <a:prstGeom prst="rect">
                <a:avLst/>
              </a:prstGeom>
              <a:blipFill>
                <a:blip r:embed="rId4"/>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7329027-8325-7DD4-B78E-D8BF3915B7AF}"/>
                  </a:ext>
                </a:extLst>
              </p:cNvPr>
              <p:cNvSpPr txBox="1"/>
              <p:nvPr/>
            </p:nvSpPr>
            <p:spPr>
              <a:xfrm>
                <a:off x="8934097" y="3513984"/>
                <a:ext cx="7944543" cy="2968120"/>
              </a:xfrm>
              <a:prstGeom prst="rect">
                <a:avLst/>
              </a:prstGeom>
              <a:noFill/>
            </p:spPr>
            <p:txBody>
              <a:bodyPr wrap="square">
                <a:spAutoFit/>
              </a:bodyPr>
              <a:lstStyle/>
              <a:p>
                <a:pPr marL="971545" lvl="1" indent="-485773" algn="l">
                  <a:lnSpc>
                    <a:spcPct val="150000"/>
                  </a:lnSpc>
                  <a:buFont typeface="Arial"/>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2</m:t>
                    </m:r>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=200</m:t>
                    </m:r>
                  </m:oMath>
                </a14:m>
                <a:endParaRPr lang="en-PH" sz="6500"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2</m:t>
                    </m:r>
                    <m:sSup>
                      <m:sSupPr>
                        <m:ctrlPr>
                          <a:rPr lang="en-PH" sz="6500" b="0" i="1" smtClean="0">
                            <a:solidFill>
                              <a:srgbClr val="1C2B2B"/>
                            </a:solidFill>
                            <a:latin typeface="Cambria Math" panose="02040503050406030204" pitchFamily="18" charset="0"/>
                            <a:ea typeface="Monterchi"/>
                            <a:cs typeface="Monterchi"/>
                            <a:sym typeface="Monterchi"/>
                          </a:rPr>
                        </m:ctrlPr>
                      </m:sSupPr>
                      <m:e>
                        <m:d>
                          <m:dPr>
                            <m:ctrlPr>
                              <a:rPr lang="en-PH" sz="6500" b="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−1</m:t>
                            </m:r>
                          </m:e>
                        </m:d>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=8</m:t>
                    </m:r>
                  </m:oMath>
                </a14:m>
                <a:endParaRPr lang="en-US" sz="6500" dirty="0">
                  <a:solidFill>
                    <a:srgbClr val="1C2B2B"/>
                  </a:solidFill>
                  <a:latin typeface="Monterchi"/>
                  <a:ea typeface="Monterchi"/>
                  <a:cs typeface="Monterchi"/>
                  <a:sym typeface="Monterchi"/>
                </a:endParaRPr>
              </a:p>
            </p:txBody>
          </p:sp>
        </mc:Choice>
        <mc:Fallback xmlns="">
          <p:sp>
            <p:nvSpPr>
              <p:cNvPr id="23" name="TextBox 22">
                <a:extLst>
                  <a:ext uri="{FF2B5EF4-FFF2-40B4-BE49-F238E27FC236}">
                    <a16:creationId xmlns:a16="http://schemas.microsoft.com/office/drawing/2014/main" id="{37329027-8325-7DD4-B78E-D8BF3915B7AF}"/>
                  </a:ext>
                </a:extLst>
              </p:cNvPr>
              <p:cNvSpPr txBox="1">
                <a:spLocks noRot="1" noChangeAspect="1" noMove="1" noResize="1" noEditPoints="1" noAdjustHandles="1" noChangeArrowheads="1" noChangeShapeType="1" noTextEdit="1"/>
              </p:cNvSpPr>
              <p:nvPr/>
            </p:nvSpPr>
            <p:spPr>
              <a:xfrm>
                <a:off x="8934097" y="3513984"/>
                <a:ext cx="7944543" cy="2968120"/>
              </a:xfrm>
              <a:prstGeom prst="rect">
                <a:avLst/>
              </a:prstGeom>
              <a:blipFill>
                <a:blip r:embed="rId5"/>
                <a:stretch>
                  <a:fillRect/>
                </a:stretch>
              </a:blipFill>
            </p:spPr>
            <p:txBody>
              <a:bodyPr/>
              <a:lstStyle/>
              <a:p>
                <a:r>
                  <a:rPr lang="en-PH">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19D7-91CF-3123-A251-299E865A3B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950C6E-4DF4-0AB5-8485-A8755A3B51AF}"/>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376A0BB5-D6D2-E7EF-2D30-11F03895F7F2}"/>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3DA6080F-61CF-385E-AB13-0FF880E6D4FC}"/>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31184ED-1C33-B717-33DE-2B08412FB9C9}"/>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E23CB978-3147-7F4D-99EC-2825A8B64C27}"/>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BEE0AF29-0886-92C8-46C8-5AF9944045FB}"/>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7498048B-92DE-54D2-A8D0-23E4D1920409}"/>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9ECEE7F7-FC33-3BF9-8AF4-6B1ACD571AE5}"/>
              </a:ext>
            </a:extLst>
          </p:cNvPr>
          <p:cNvSpPr txBox="1"/>
          <p:nvPr/>
        </p:nvSpPr>
        <p:spPr>
          <a:xfrm>
            <a:off x="1943642" y="2310629"/>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Let’s practice!</a:t>
            </a:r>
          </a:p>
        </p:txBody>
      </p:sp>
      <p:sp>
        <p:nvSpPr>
          <p:cNvPr id="14" name="Freeform 14">
            <a:extLst>
              <a:ext uri="{FF2B5EF4-FFF2-40B4-BE49-F238E27FC236}">
                <a16:creationId xmlns:a16="http://schemas.microsoft.com/office/drawing/2014/main" id="{49CBFC28-24AA-F4CD-90E3-33DBAC25D87F}"/>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3615232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6907DE2-CBEE-9BAD-D1A2-087C067C6E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5AE8F8-4F38-5721-EAAB-1791BF25D74F}"/>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BE1F41CF-AA89-0A33-06D4-7510CA415EEC}"/>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8E98AF7-EFFF-42E5-9806-E1D5375E3A5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3883BF1F-B3F2-B999-A2DC-41FC5D47F32A}"/>
              </a:ext>
            </a:extLst>
          </p:cNvPr>
          <p:cNvGrpSpPr/>
          <p:nvPr/>
        </p:nvGrpSpPr>
        <p:grpSpPr>
          <a:xfrm>
            <a:off x="2724931" y="1177261"/>
            <a:ext cx="12838139" cy="7932477"/>
            <a:chOff x="2724931" y="1177261"/>
            <a:chExt cx="12838139" cy="7932477"/>
          </a:xfrm>
        </p:grpSpPr>
        <p:grpSp>
          <p:nvGrpSpPr>
            <p:cNvPr id="5" name="Group 5">
              <a:extLst>
                <a:ext uri="{FF2B5EF4-FFF2-40B4-BE49-F238E27FC236}">
                  <a16:creationId xmlns:a16="http://schemas.microsoft.com/office/drawing/2014/main" id="{2514FF2A-585E-8D76-D4AA-36E88C6690BB}"/>
                </a:ext>
              </a:extLst>
            </p:cNvPr>
            <p:cNvGrpSpPr/>
            <p:nvPr/>
          </p:nvGrpSpPr>
          <p:grpSpPr>
            <a:xfrm>
              <a:off x="2724931" y="1861553"/>
              <a:ext cx="12838139" cy="7248185"/>
              <a:chOff x="0" y="-38100"/>
              <a:chExt cx="3381238" cy="1908987"/>
            </a:xfrm>
          </p:grpSpPr>
          <p:sp>
            <p:nvSpPr>
              <p:cNvPr id="6" name="Freeform 6">
                <a:extLst>
                  <a:ext uri="{FF2B5EF4-FFF2-40B4-BE49-F238E27FC236}">
                    <a16:creationId xmlns:a16="http://schemas.microsoft.com/office/drawing/2014/main" id="{9E555D86-DDA9-4836-7747-0C5E008585B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8A64C72-72C3-89DE-41AC-48D65CCE5FBF}"/>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8E608459-61E3-2C73-0F3E-07C74BA59AF6}"/>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809A2D9D-57B7-676D-531E-0BAE7917D210}"/>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8FE299F3-C007-89D9-5B70-F3EE1B74E2A1}"/>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AD3B0328-2B37-534A-048D-64BFA95C5755}"/>
                </a:ext>
              </a:extLst>
            </p:cNvPr>
            <p:cNvSpPr txBox="1"/>
            <p:nvPr/>
          </p:nvSpPr>
          <p:spPr>
            <a:xfrm>
              <a:off x="2768195" y="3041456"/>
              <a:ext cx="12308225" cy="718145"/>
            </a:xfrm>
            <a:prstGeom prst="rect">
              <a:avLst/>
            </a:prstGeom>
          </p:spPr>
          <p:txBody>
            <a:bodyPr wrap="square" lIns="0" tIns="0" rIns="0" bIns="0" rtlCol="0" anchor="t">
              <a:spAutoFit/>
            </a:bodyPr>
            <a:lstStyle/>
            <a:p>
              <a:pPr marL="431799" lvl="1" algn="just">
                <a:lnSpc>
                  <a:spcPts val="5599"/>
                </a:lnSpc>
              </a:pPr>
              <a:r>
                <a:rPr lang="en-PH" sz="4000" dirty="0">
                  <a:solidFill>
                    <a:srgbClr val="1C2B2B"/>
                  </a:solidFill>
                  <a:latin typeface="Monterchi"/>
                  <a:ea typeface="Monterchi"/>
                  <a:cs typeface="Monterchi"/>
                  <a:sym typeface="Monterchi"/>
                </a:rPr>
                <a:t>Solve the quadratic equations by extracting the square roots. </a:t>
              </a:r>
              <a:endParaRPr lang="en-US" sz="4000"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03ED4D44-FE11-B7F9-DF65-3E249F1623E0}"/>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Practice!</a:t>
              </a:r>
            </a:p>
          </p:txBody>
        </p:sp>
      </p:grpSp>
      <mc:AlternateContent xmlns:mc="http://schemas.openxmlformats.org/markup-compatibility/2006" xmlns:a14="http://schemas.microsoft.com/office/drawing/2010/main">
        <mc:Choice Requires="a14">
          <p:sp>
            <p:nvSpPr>
              <p:cNvPr id="11" name="TextBox 18">
                <a:extLst>
                  <a:ext uri="{FF2B5EF4-FFF2-40B4-BE49-F238E27FC236}">
                    <a16:creationId xmlns:a16="http://schemas.microsoft.com/office/drawing/2014/main" id="{CB256607-7075-D2E1-DA71-003536170955}"/>
                  </a:ext>
                </a:extLst>
              </p:cNvPr>
              <p:cNvSpPr txBox="1"/>
              <p:nvPr/>
            </p:nvSpPr>
            <p:spPr>
              <a:xfrm>
                <a:off x="3429000" y="4049249"/>
                <a:ext cx="7433671" cy="4376198"/>
              </a:xfrm>
              <a:prstGeom prst="rect">
                <a:avLst/>
              </a:prstGeom>
            </p:spPr>
            <p:txBody>
              <a:bodyPr lIns="0" tIns="0" rIns="0" bIns="0" rtlCol="0" anchor="t">
                <a:spAutoFit/>
              </a:bodyPr>
              <a:lstStyle/>
              <a:p>
                <a:pPr marL="971545" lvl="1" indent="-485773" algn="l">
                  <a:lnSpc>
                    <a:spcPct val="150000"/>
                  </a:lnSpc>
                  <a:buFont typeface="Arial"/>
                  <a:buChar char="•"/>
                </a:pPr>
                <a14:m>
                  <m:oMath xmlns:m="http://schemas.openxmlformats.org/officeDocument/2006/math">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−196=0</m:t>
                    </m:r>
                  </m:oMath>
                </a14:m>
                <a:endParaRPr lang="en-PH" sz="6500"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3</m:t>
                    </m:r>
                    <m:sSup>
                      <m:sSupPr>
                        <m:ctrlPr>
                          <a:rPr lang="en-PH" sz="6500" b="0" i="1" smtClean="0">
                            <a:solidFill>
                              <a:srgbClr val="1C2B2B"/>
                            </a:solidFill>
                            <a:latin typeface="Cambria Math" panose="02040503050406030204" pitchFamily="18" charset="0"/>
                            <a:ea typeface="Monterchi"/>
                            <a:cs typeface="Monterchi"/>
                            <a:sym typeface="Monterchi"/>
                          </a:rPr>
                        </m:ctrlPr>
                      </m:sSupPr>
                      <m:e>
                        <m:r>
                          <a:rPr lang="en-PH" sz="6500" b="0" i="1" smtClean="0">
                            <a:solidFill>
                              <a:srgbClr val="1C2B2B"/>
                            </a:solidFill>
                            <a:latin typeface="Cambria Math" panose="02040503050406030204" pitchFamily="18" charset="0"/>
                            <a:ea typeface="Monterchi"/>
                            <a:cs typeface="Monterchi"/>
                            <a:sym typeface="Monterchi"/>
                          </a:rPr>
                          <m:t>𝑥</m:t>
                        </m:r>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−27=0</m:t>
                    </m:r>
                  </m:oMath>
                </a14:m>
                <a:endParaRPr lang="en-PH" sz="6500"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3</m:t>
                    </m:r>
                    <m:sSup>
                      <m:sSupPr>
                        <m:ctrlPr>
                          <a:rPr lang="en-PH" sz="6500" b="0" i="1" smtClean="0">
                            <a:solidFill>
                              <a:srgbClr val="1C2B2B"/>
                            </a:solidFill>
                            <a:latin typeface="Cambria Math" panose="02040503050406030204" pitchFamily="18" charset="0"/>
                            <a:ea typeface="Monterchi"/>
                            <a:cs typeface="Monterchi"/>
                            <a:sym typeface="Monterchi"/>
                          </a:rPr>
                        </m:ctrlPr>
                      </m:sSupPr>
                      <m:e>
                        <m:d>
                          <m:dPr>
                            <m:ctrlPr>
                              <a:rPr lang="en-PH" sz="6500" b="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−2</m:t>
                            </m:r>
                          </m:e>
                        </m:d>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=75</m:t>
                    </m:r>
                  </m:oMath>
                </a14:m>
                <a:endParaRPr lang="en-PH" sz="6500" b="0" dirty="0">
                  <a:solidFill>
                    <a:srgbClr val="1C2B2B"/>
                  </a:solidFill>
                  <a:latin typeface="Monterchi"/>
                  <a:ea typeface="Monterchi"/>
                  <a:cs typeface="Monterchi"/>
                  <a:sym typeface="Monterchi"/>
                </a:endParaRPr>
              </a:p>
            </p:txBody>
          </p:sp>
        </mc:Choice>
        <mc:Fallback xmlns="">
          <p:sp>
            <p:nvSpPr>
              <p:cNvPr id="11" name="TextBox 18">
                <a:extLst>
                  <a:ext uri="{FF2B5EF4-FFF2-40B4-BE49-F238E27FC236}">
                    <a16:creationId xmlns:a16="http://schemas.microsoft.com/office/drawing/2014/main" id="{CB256607-7075-D2E1-DA71-003536170955}"/>
                  </a:ext>
                </a:extLst>
              </p:cNvPr>
              <p:cNvSpPr txBox="1">
                <a:spLocks noRot="1" noChangeAspect="1" noMove="1" noResize="1" noEditPoints="1" noAdjustHandles="1" noChangeArrowheads="1" noChangeShapeType="1" noTextEdit="1"/>
              </p:cNvSpPr>
              <p:nvPr/>
            </p:nvSpPr>
            <p:spPr>
              <a:xfrm>
                <a:off x="3429000" y="4049249"/>
                <a:ext cx="7433671" cy="4376198"/>
              </a:xfrm>
              <a:prstGeom prst="rect">
                <a:avLst/>
              </a:prstGeom>
              <a:blipFill>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832079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98C9F-6916-4BA4-BA23-7EF516D4243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0C774C-A482-6099-3565-93FC771CF09A}"/>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5317FE14-B28B-056C-EE31-C8600B751760}"/>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4472064-3085-3C4B-61FF-F5147BEE796B}"/>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007BBC80-1F58-8DA1-3F79-3F8F4DDBE828}"/>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4A4805F3-F636-CBF6-FCAE-0865C879D942}"/>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744DF015-2AE1-FB25-0D0B-B4395593BF44}"/>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5F3AF161-02D2-3517-5F04-A9BDE4BD67F5}"/>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11B9DE9B-4DE9-34DA-3535-07F44A6D9929}"/>
              </a:ext>
            </a:extLst>
          </p:cNvPr>
          <p:cNvSpPr txBox="1"/>
          <p:nvPr/>
        </p:nvSpPr>
        <p:spPr>
          <a:xfrm>
            <a:off x="1885292" y="2821139"/>
            <a:ext cx="14517412" cy="2308324"/>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Seatwork 1</a:t>
            </a:r>
          </a:p>
        </p:txBody>
      </p:sp>
      <p:sp>
        <p:nvSpPr>
          <p:cNvPr id="14" name="Freeform 14">
            <a:extLst>
              <a:ext uri="{FF2B5EF4-FFF2-40B4-BE49-F238E27FC236}">
                <a16:creationId xmlns:a16="http://schemas.microsoft.com/office/drawing/2014/main" id="{91620D45-0ADA-6096-7CB1-34BFC3337FBD}"/>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4192376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53F65ED-992A-2CF9-148F-B6D640C748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B2BFA6-65BE-0562-73D3-FEEDD0B1754B}"/>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D6F5E841-67DB-95E9-C74E-5A15C8D4DF88}"/>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dirty="0"/>
            </a:p>
          </p:txBody>
        </p:sp>
        <p:sp>
          <p:nvSpPr>
            <p:cNvPr id="4" name="Freeform 4">
              <a:extLst>
                <a:ext uri="{FF2B5EF4-FFF2-40B4-BE49-F238E27FC236}">
                  <a16:creationId xmlns:a16="http://schemas.microsoft.com/office/drawing/2014/main" id="{4746BAF1-C009-B2F9-EDDE-C68E42ABDAA7}"/>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BE4C466-268C-0B4D-E706-6BE14BA94BF7}"/>
              </a:ext>
            </a:extLst>
          </p:cNvPr>
          <p:cNvGrpSpPr/>
          <p:nvPr/>
        </p:nvGrpSpPr>
        <p:grpSpPr>
          <a:xfrm>
            <a:off x="2004553" y="1158578"/>
            <a:ext cx="13868398" cy="2706210"/>
            <a:chOff x="-185845" y="-38100"/>
            <a:chExt cx="3652582" cy="2016692"/>
          </a:xfrm>
        </p:grpSpPr>
        <p:sp>
          <p:nvSpPr>
            <p:cNvPr id="6" name="Freeform 6">
              <a:extLst>
                <a:ext uri="{FF2B5EF4-FFF2-40B4-BE49-F238E27FC236}">
                  <a16:creationId xmlns:a16="http://schemas.microsoft.com/office/drawing/2014/main" id="{330D706B-CC05-7618-BD8A-161E96611906}"/>
                </a:ext>
              </a:extLst>
            </p:cNvPr>
            <p:cNvSpPr/>
            <p:nvPr/>
          </p:nvSpPr>
          <p:spPr>
            <a:xfrm>
              <a:off x="-185845" y="69605"/>
              <a:ext cx="3652582" cy="19089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7091297-E924-B672-72EF-5B304AD9652C}"/>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5C3C0A-093A-D71D-B225-C16CB9D77590}"/>
              </a:ext>
            </a:extLst>
          </p:cNvPr>
          <p:cNvGrpSpPr/>
          <p:nvPr/>
        </p:nvGrpSpPr>
        <p:grpSpPr>
          <a:xfrm>
            <a:off x="4030466" y="554707"/>
            <a:ext cx="10227067" cy="1575865"/>
            <a:chOff x="0" y="0"/>
            <a:chExt cx="2693549" cy="436650"/>
          </a:xfrm>
        </p:grpSpPr>
        <p:sp>
          <p:nvSpPr>
            <p:cNvPr id="9" name="Freeform 9">
              <a:extLst>
                <a:ext uri="{FF2B5EF4-FFF2-40B4-BE49-F238E27FC236}">
                  <a16:creationId xmlns:a16="http://schemas.microsoft.com/office/drawing/2014/main" id="{373C0480-906B-2F91-521F-13DCCF5E64BB}"/>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E8BD5F17-4C99-11FC-FD70-6A3174052F1D}"/>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498175F6-7D8A-8CEA-E301-AF906551403D}"/>
              </a:ext>
            </a:extLst>
          </p:cNvPr>
          <p:cNvSpPr txBox="1"/>
          <p:nvPr/>
        </p:nvSpPr>
        <p:spPr>
          <a:xfrm>
            <a:off x="2133600" y="2182704"/>
            <a:ext cx="13030200" cy="1038746"/>
          </a:xfrm>
          <a:prstGeom prst="rect">
            <a:avLst/>
          </a:prstGeom>
        </p:spPr>
        <p:txBody>
          <a:bodyPr wrap="square" lIns="0" tIns="0" rIns="0" bIns="0" rtlCol="0" anchor="t">
            <a:spAutoFit/>
          </a:bodyPr>
          <a:lstStyle/>
          <a:p>
            <a:pPr marL="431799" lvl="1" algn="just">
              <a:lnSpc>
                <a:spcPct val="150000"/>
              </a:lnSpc>
            </a:pPr>
            <a:r>
              <a:rPr lang="en-PH" sz="4500" dirty="0">
                <a:solidFill>
                  <a:srgbClr val="1C2B2B"/>
                </a:solidFill>
                <a:latin typeface="Monterchi"/>
                <a:ea typeface="Monterchi"/>
                <a:cs typeface="Monterchi"/>
                <a:sym typeface="Monterchi"/>
              </a:rPr>
              <a:t>Solve the quadratic equations. Box your final answer. </a:t>
            </a:r>
            <a:endParaRPr lang="en-US" sz="4500"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EF743E79-1584-8205-92BE-415B8DDE5808}"/>
              </a:ext>
            </a:extLst>
          </p:cNvPr>
          <p:cNvSpPr txBox="1"/>
          <p:nvPr/>
        </p:nvSpPr>
        <p:spPr>
          <a:xfrm>
            <a:off x="4384885" y="879596"/>
            <a:ext cx="9655072" cy="1038746"/>
          </a:xfrm>
          <a:prstGeom prst="rect">
            <a:avLst/>
          </a:prstGeom>
        </p:spPr>
        <p:txBody>
          <a:bodyPr wrap="square"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Seatwork 1</a:t>
            </a:r>
          </a:p>
        </p:txBody>
      </p:sp>
      <p:pic>
        <p:nvPicPr>
          <p:cNvPr id="13" name="Picture 12">
            <a:extLst>
              <a:ext uri="{FF2B5EF4-FFF2-40B4-BE49-F238E27FC236}">
                <a16:creationId xmlns:a16="http://schemas.microsoft.com/office/drawing/2014/main" id="{E0BD1742-12A8-E9F9-6A74-3E8944C51DE5}"/>
              </a:ext>
            </a:extLst>
          </p:cNvPr>
          <p:cNvPicPr>
            <a:picLocks noChangeAspect="1"/>
          </p:cNvPicPr>
          <p:nvPr/>
        </p:nvPicPr>
        <p:blipFill>
          <a:blip r:embed="rId4"/>
          <a:stretch>
            <a:fillRect/>
          </a:stretch>
        </p:blipFill>
        <p:spPr>
          <a:xfrm>
            <a:off x="609600" y="3221450"/>
            <a:ext cx="16509510" cy="6792875"/>
          </a:xfrm>
          <a:prstGeom prst="rect">
            <a:avLst/>
          </a:prstGeom>
        </p:spPr>
      </p:pic>
    </p:spTree>
    <p:extLst>
      <p:ext uri="{BB962C8B-B14F-4D97-AF65-F5344CB8AC3E}">
        <p14:creationId xmlns:p14="http://schemas.microsoft.com/office/powerpoint/2010/main" val="383982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A7E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1270208" y="2079876"/>
            <a:ext cx="15747584" cy="7178424"/>
            <a:chOff x="0" y="0"/>
            <a:chExt cx="4147512" cy="1890614"/>
          </a:xfrm>
        </p:grpSpPr>
        <p:sp>
          <p:nvSpPr>
            <p:cNvPr id="6" name="Freeform 6"/>
            <p:cNvSpPr/>
            <p:nvPr/>
          </p:nvSpPr>
          <p:spPr>
            <a:xfrm>
              <a:off x="0" y="0"/>
              <a:ext cx="4147512" cy="1890614"/>
            </a:xfrm>
            <a:custGeom>
              <a:avLst/>
              <a:gdLst/>
              <a:ahLst/>
              <a:cxnLst/>
              <a:rect l="l" t="t" r="r" b="b"/>
              <a:pathLst>
                <a:path w="4147512" h="1890614">
                  <a:moveTo>
                    <a:pt x="25073" y="0"/>
                  </a:moveTo>
                  <a:lnTo>
                    <a:pt x="4122439" y="0"/>
                  </a:lnTo>
                  <a:cubicBezTo>
                    <a:pt x="4136286" y="0"/>
                    <a:pt x="4147512" y="11226"/>
                    <a:pt x="4147512" y="25073"/>
                  </a:cubicBezTo>
                  <a:lnTo>
                    <a:pt x="4147512" y="1865541"/>
                  </a:lnTo>
                  <a:cubicBezTo>
                    <a:pt x="4147512" y="1879388"/>
                    <a:pt x="4136286" y="1890614"/>
                    <a:pt x="4122439" y="1890614"/>
                  </a:cubicBezTo>
                  <a:lnTo>
                    <a:pt x="25073" y="1890614"/>
                  </a:lnTo>
                  <a:cubicBezTo>
                    <a:pt x="11226" y="1890614"/>
                    <a:pt x="0" y="1879388"/>
                    <a:pt x="0" y="1865541"/>
                  </a:cubicBezTo>
                  <a:lnTo>
                    <a:pt x="0" y="25073"/>
                  </a:lnTo>
                  <a:cubicBezTo>
                    <a:pt x="0" y="11226"/>
                    <a:pt x="11226" y="0"/>
                    <a:pt x="25073" y="0"/>
                  </a:cubicBezTo>
                  <a:close/>
                </a:path>
              </a:pathLst>
            </a:custGeom>
            <a:solidFill>
              <a:srgbClr val="FFFFFF"/>
            </a:solidFill>
            <a:ln w="123825" cap="rnd">
              <a:solidFill>
                <a:srgbClr val="1C2B2B"/>
              </a:solidFill>
              <a:prstDash val="lgDash"/>
              <a:round/>
            </a:ln>
          </p:spPr>
          <p:txBody>
            <a:bodyPr/>
            <a:lstStyle/>
            <a:p>
              <a:endParaRPr lang="en-PH"/>
            </a:p>
          </p:txBody>
        </p:sp>
        <p:sp>
          <p:nvSpPr>
            <p:cNvPr id="7" name="TextBox 7"/>
            <p:cNvSpPr txBox="1"/>
            <p:nvPr/>
          </p:nvSpPr>
          <p:spPr>
            <a:xfrm>
              <a:off x="0" y="-38100"/>
              <a:ext cx="4147512" cy="192871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029458">
            <a:off x="15231605" y="7265924"/>
            <a:ext cx="4055390" cy="3453841"/>
          </a:xfrm>
          <a:custGeom>
            <a:avLst/>
            <a:gdLst/>
            <a:ahLst/>
            <a:cxnLst/>
            <a:rect l="l" t="t" r="r" b="b"/>
            <a:pathLst>
              <a:path w="4055390" h="3453841">
                <a:moveTo>
                  <a:pt x="0" y="0"/>
                </a:moveTo>
                <a:lnTo>
                  <a:pt x="4055390" y="0"/>
                </a:lnTo>
                <a:lnTo>
                  <a:pt x="4055390" y="3453841"/>
                </a:lnTo>
                <a:lnTo>
                  <a:pt x="0" y="34538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rot="8795828">
            <a:off x="-1149908" y="-324704"/>
            <a:ext cx="4016275" cy="3365304"/>
          </a:xfrm>
          <a:custGeom>
            <a:avLst/>
            <a:gdLst/>
            <a:ahLst/>
            <a:cxnLst/>
            <a:rect l="l" t="t" r="r" b="b"/>
            <a:pathLst>
              <a:path w="4016275" h="3365304">
                <a:moveTo>
                  <a:pt x="0" y="0"/>
                </a:moveTo>
                <a:lnTo>
                  <a:pt x="4016274" y="0"/>
                </a:lnTo>
                <a:lnTo>
                  <a:pt x="4016274" y="3365303"/>
                </a:lnTo>
                <a:lnTo>
                  <a:pt x="0" y="33653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TextBox 10"/>
          <p:cNvSpPr txBox="1"/>
          <p:nvPr/>
        </p:nvSpPr>
        <p:spPr>
          <a:xfrm>
            <a:off x="1735151" y="2925871"/>
            <a:ext cx="14817697" cy="5078313"/>
          </a:xfrm>
          <a:prstGeom prst="rect">
            <a:avLst/>
          </a:prstGeom>
        </p:spPr>
        <p:txBody>
          <a:bodyPr lIns="0" tIns="0" rIns="0" bIns="0" rtlCol="0" anchor="t">
            <a:spAutoFit/>
          </a:bodyPr>
          <a:lstStyle/>
          <a:p>
            <a:pPr marL="431798" lvl="1" algn="l">
              <a:lnSpc>
                <a:spcPct val="150000"/>
              </a:lnSpc>
            </a:pPr>
            <a:r>
              <a:rPr lang="en-US" sz="5500" dirty="0">
                <a:solidFill>
                  <a:srgbClr val="1C2B2B"/>
                </a:solidFill>
                <a:latin typeface="Monterchi"/>
                <a:ea typeface="Monterchi"/>
                <a:cs typeface="Monterchi"/>
                <a:sym typeface="Monterchi"/>
              </a:rPr>
              <a:t>Just as solving a problem requires patience and careful thinking, helping others also takes time and effort. How can you show compassion when someone is struggling to understand a lesson or solve a problem?</a:t>
            </a:r>
          </a:p>
        </p:txBody>
      </p:sp>
      <p:grpSp>
        <p:nvGrpSpPr>
          <p:cNvPr id="11" name="Group 11"/>
          <p:cNvGrpSpPr/>
          <p:nvPr/>
        </p:nvGrpSpPr>
        <p:grpSpPr>
          <a:xfrm>
            <a:off x="4356023" y="1401982"/>
            <a:ext cx="11139413" cy="1355789"/>
            <a:chOff x="0" y="0"/>
            <a:chExt cx="2933837" cy="357080"/>
          </a:xfrm>
        </p:grpSpPr>
        <p:sp>
          <p:nvSpPr>
            <p:cNvPr id="12" name="Freeform 12"/>
            <p:cNvSpPr/>
            <p:nvPr/>
          </p:nvSpPr>
          <p:spPr>
            <a:xfrm>
              <a:off x="0" y="0"/>
              <a:ext cx="2933837" cy="357080"/>
            </a:xfrm>
            <a:custGeom>
              <a:avLst/>
              <a:gdLst/>
              <a:ahLst/>
              <a:cxnLst/>
              <a:rect l="l" t="t" r="r" b="b"/>
              <a:pathLst>
                <a:path w="2933837" h="357080">
                  <a:moveTo>
                    <a:pt x="13900" y="0"/>
                  </a:moveTo>
                  <a:lnTo>
                    <a:pt x="2919937" y="0"/>
                  </a:lnTo>
                  <a:cubicBezTo>
                    <a:pt x="2927614" y="0"/>
                    <a:pt x="2933837" y="6223"/>
                    <a:pt x="2933837" y="13900"/>
                  </a:cubicBezTo>
                  <a:lnTo>
                    <a:pt x="2933837" y="343180"/>
                  </a:lnTo>
                  <a:cubicBezTo>
                    <a:pt x="2933837" y="346867"/>
                    <a:pt x="2932373" y="350402"/>
                    <a:pt x="2929766" y="353009"/>
                  </a:cubicBezTo>
                  <a:cubicBezTo>
                    <a:pt x="2927159" y="355616"/>
                    <a:pt x="2923624" y="357080"/>
                    <a:pt x="2919937" y="357080"/>
                  </a:cubicBezTo>
                  <a:lnTo>
                    <a:pt x="13900" y="357080"/>
                  </a:lnTo>
                  <a:cubicBezTo>
                    <a:pt x="10214" y="357080"/>
                    <a:pt x="6678" y="355616"/>
                    <a:pt x="4071" y="353009"/>
                  </a:cubicBezTo>
                  <a:cubicBezTo>
                    <a:pt x="1464" y="350402"/>
                    <a:pt x="0" y="346867"/>
                    <a:pt x="0" y="343180"/>
                  </a:cubicBezTo>
                  <a:lnTo>
                    <a:pt x="0" y="13900"/>
                  </a:lnTo>
                  <a:cubicBezTo>
                    <a:pt x="0" y="6223"/>
                    <a:pt x="6223" y="0"/>
                    <a:pt x="13900" y="0"/>
                  </a:cubicBezTo>
                  <a:close/>
                </a:path>
              </a:pathLst>
            </a:custGeom>
            <a:solidFill>
              <a:srgbClr val="223939"/>
            </a:solidFill>
          </p:spPr>
          <p:txBody>
            <a:bodyPr/>
            <a:lstStyle/>
            <a:p>
              <a:endParaRPr lang="en-PH"/>
            </a:p>
          </p:txBody>
        </p:sp>
        <p:sp>
          <p:nvSpPr>
            <p:cNvPr id="13" name="TextBox 13"/>
            <p:cNvSpPr txBox="1"/>
            <p:nvPr/>
          </p:nvSpPr>
          <p:spPr>
            <a:xfrm>
              <a:off x="0" y="-38100"/>
              <a:ext cx="2933837" cy="39518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727412" y="1822438"/>
            <a:ext cx="10396634" cy="990656"/>
          </a:xfrm>
          <a:prstGeom prst="rect">
            <a:avLst/>
          </a:prstGeom>
        </p:spPr>
        <p:txBody>
          <a:bodyPr lIns="0" tIns="0" rIns="0" bIns="0" rtlCol="0" anchor="t">
            <a:spAutoFit/>
          </a:bodyPr>
          <a:lstStyle/>
          <a:p>
            <a:pPr algn="ctr">
              <a:lnSpc>
                <a:spcPts val="6300"/>
              </a:lnSpc>
            </a:pPr>
            <a:r>
              <a:rPr lang="en-US" sz="10000" dirty="0">
                <a:solidFill>
                  <a:srgbClr val="E1E1E1"/>
                </a:solidFill>
                <a:latin typeface="Bugaki"/>
                <a:ea typeface="Bugaki"/>
                <a:cs typeface="Bugaki"/>
                <a:sym typeface="Bugaki"/>
              </a:rPr>
              <a:t>Compassion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4AE54D3B7ABF4E94265188B1A3732A" ma:contentTypeVersion="10" ma:contentTypeDescription="Create a new document." ma:contentTypeScope="" ma:versionID="d59c04619bafb1e42b43ede57214fcd9">
  <xsd:schema xmlns:xsd="http://www.w3.org/2001/XMLSchema" xmlns:xs="http://www.w3.org/2001/XMLSchema" xmlns:p="http://schemas.microsoft.com/office/2006/metadata/properties" xmlns:ns2="9af8d393-aa17-400d-a7a8-b22c6a5247f0" xmlns:ns3="f06051ca-0ac7-4425-87d7-57354384b50f" targetNamespace="http://schemas.microsoft.com/office/2006/metadata/properties" ma:root="true" ma:fieldsID="972f344bc57fd1c457fb3445845fee4d" ns2:_="" ns3:_="">
    <xsd:import namespace="9af8d393-aa17-400d-a7a8-b22c6a5247f0"/>
    <xsd:import namespace="f06051ca-0ac7-4425-87d7-57354384b5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f8d393-aa17-400d-a7a8-b22c6a5247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a769e0-a300-417a-b7fa-e0277e530aa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6051ca-0ac7-4425-87d7-57354384b5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d8e6903-f70f-4293-bd91-5adc119538b8}" ma:internalName="TaxCatchAll" ma:showField="CatchAllData" ma:web="f06051ca-0ac7-4425-87d7-57354384b5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06051ca-0ac7-4425-87d7-57354384b50f" xsi:nil="true"/>
    <lcf76f155ced4ddcb4097134ff3c332f xmlns="9af8d393-aa17-400d-a7a8-b22c6a5247f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E4D0BF4-1075-4E6C-9BC0-122C606AC683}"/>
</file>

<file path=customXml/itemProps2.xml><?xml version="1.0" encoding="utf-8"?>
<ds:datastoreItem xmlns:ds="http://schemas.openxmlformats.org/officeDocument/2006/customXml" ds:itemID="{5DC5AB8C-21E3-459F-87BF-47B9F42101B8}"/>
</file>

<file path=customXml/itemProps3.xml><?xml version="1.0" encoding="utf-8"?>
<ds:datastoreItem xmlns:ds="http://schemas.openxmlformats.org/officeDocument/2006/customXml" ds:itemID="{52A6D02A-D332-44E7-850A-7997064AECB5}"/>
</file>

<file path=docProps/app.xml><?xml version="1.0" encoding="utf-8"?>
<Properties xmlns="http://schemas.openxmlformats.org/officeDocument/2006/extended-properties" xmlns:vt="http://schemas.openxmlformats.org/officeDocument/2006/docPropsVTypes">
  <TotalTime>86</TotalTime>
  <Words>296</Words>
  <Application>Microsoft Office PowerPoint</Application>
  <PresentationFormat>Custom</PresentationFormat>
  <Paragraphs>47</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Monterchi Bold</vt:lpstr>
      <vt:lpstr>Bugaki</vt:lpstr>
      <vt:lpstr>Calibri</vt:lpstr>
      <vt:lpstr>Arial</vt:lpstr>
      <vt:lpstr>Monterchi</vt:lpstr>
      <vt:lpstr>Cambria Math</vt:lpstr>
      <vt:lpstr>Borsok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Sets Theory Presentation</dc:title>
  <dc:creator>Joshua</dc:creator>
  <cp:lastModifiedBy>Joshua Fajardo</cp:lastModifiedBy>
  <cp:revision>3</cp:revision>
  <dcterms:created xsi:type="dcterms:W3CDTF">2006-08-16T00:00:00Z</dcterms:created>
  <dcterms:modified xsi:type="dcterms:W3CDTF">2026-06-29T22:46:03Z</dcterms:modified>
  <dc:identifier>DAHN2bCAxp0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0x010100224AE54D3B7ABF4E94265188B1A3732A</vt:lpwstr>
  </property>
</Properties>
</file>