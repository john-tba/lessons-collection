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75" r:id="rId4"/>
    <p:sldId id="298" r:id="rId5"/>
    <p:sldId id="274" r:id="rId6"/>
    <p:sldId id="310" r:id="rId7"/>
    <p:sldId id="311" r:id="rId8"/>
    <p:sldId id="312" r:id="rId9"/>
    <p:sldId id="297" r:id="rId10"/>
    <p:sldId id="313" r:id="rId11"/>
    <p:sldId id="314" r:id="rId12"/>
    <p:sldId id="289" r:id="rId13"/>
    <p:sldId id="292" r:id="rId14"/>
    <p:sldId id="315" r:id="rId15"/>
    <p:sldId id="316" r:id="rId16"/>
    <p:sldId id="317" r:id="rId17"/>
    <p:sldId id="318" r:id="rId18"/>
    <p:sldId id="319" r:id="rId19"/>
    <p:sldId id="320" r:id="rId20"/>
    <p:sldId id="321" r:id="rId21"/>
    <p:sldId id="322" r:id="rId22"/>
    <p:sldId id="324" r:id="rId23"/>
    <p:sldId id="280" r:id="rId24"/>
    <p:sldId id="327" r:id="rId25"/>
    <p:sldId id="325" r:id="rId26"/>
    <p:sldId id="326" r:id="rId27"/>
    <p:sldId id="262" r:id="rId28"/>
  </p:sldIdLst>
  <p:sldSz cx="18288000" cy="10287000"/>
  <p:notesSz cx="6858000" cy="9144000"/>
  <p:embeddedFontLst>
    <p:embeddedFont>
      <p:font typeface="Borsok" panose="02000503000000020002" charset="0"/>
      <p:regular r:id="rId29"/>
    </p:embeddedFont>
    <p:embeddedFont>
      <p:font typeface="Bugaki" panose="020B0604020202020204" charset="0"/>
      <p:regular r:id="rId30"/>
    </p:embeddedFont>
    <p:embeddedFont>
      <p:font typeface="Cambria Math" panose="02040503050406030204" pitchFamily="18" charset="0"/>
      <p:regular r:id="rId31"/>
    </p:embeddedFont>
    <p:embeddedFont>
      <p:font typeface="Monterchi" panose="020B0604020202020204" charset="0"/>
      <p:regular r:id="rId32"/>
    </p:embeddedFont>
    <p:embeddedFont>
      <p:font typeface="Monterchi Bold"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E6D094-1EBA-403B-ABA4-0B88353D70DA}" v="1000" dt="2026-07-14T04:00:45.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466"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42"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ableStyles" Target="tableStyles.xml"/><Relationship Id="rId40"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JARDO, JOSHUA S." userId="10ff038c-ae4c-47c6-aa47-eb9c2b1ee137" providerId="ADAL" clId="{A571E766-ECF9-4ACA-910F-E5F012930532}"/>
    <pc:docChg chg="undo custSel addSld delSld modSld sldOrd">
      <pc:chgData name="FAJARDO, JOSHUA S." userId="10ff038c-ae4c-47c6-aa47-eb9c2b1ee137" providerId="ADAL" clId="{A571E766-ECF9-4ACA-910F-E5F012930532}" dt="2026-07-14T04:00:45.100" v="2014" actId="20577"/>
      <pc:docMkLst>
        <pc:docMk/>
      </pc:docMkLst>
      <pc:sldChg chg="modSp mod">
        <pc:chgData name="FAJARDO, JOSHUA S." userId="10ff038c-ae4c-47c6-aa47-eb9c2b1ee137" providerId="ADAL" clId="{A571E766-ECF9-4ACA-910F-E5F012930532}" dt="2026-07-09T02:16:02.983" v="161" actId="20577"/>
        <pc:sldMkLst>
          <pc:docMk/>
          <pc:sldMk cId="0" sldId="257"/>
        </pc:sldMkLst>
        <pc:spChg chg="mod">
          <ac:chgData name="FAJARDO, JOSHUA S." userId="10ff038c-ae4c-47c6-aa47-eb9c2b1ee137" providerId="ADAL" clId="{A571E766-ECF9-4ACA-910F-E5F012930532}" dt="2026-07-09T02:16:02.983" v="161" actId="20577"/>
          <ac:spMkLst>
            <pc:docMk/>
            <pc:sldMk cId="0" sldId="257"/>
            <ac:spMk id="13" creationId="{00000000-0000-0000-0000-000000000000}"/>
          </ac:spMkLst>
        </pc:spChg>
      </pc:sldChg>
      <pc:sldChg chg="del">
        <pc:chgData name="FAJARDO, JOSHUA S." userId="10ff038c-ae4c-47c6-aa47-eb9c2b1ee137" providerId="ADAL" clId="{A571E766-ECF9-4ACA-910F-E5F012930532}" dt="2026-07-09T02:31:01.261" v="560" actId="47"/>
        <pc:sldMkLst>
          <pc:docMk/>
          <pc:sldMk cId="0" sldId="259"/>
        </pc:sldMkLst>
      </pc:sldChg>
      <pc:sldChg chg="modSp mod">
        <pc:chgData name="FAJARDO, JOSHUA S." userId="10ff038c-ae4c-47c6-aa47-eb9c2b1ee137" providerId="ADAL" clId="{A571E766-ECF9-4ACA-910F-E5F012930532}" dt="2026-07-09T03:07:47.368" v="1748" actId="1076"/>
        <pc:sldMkLst>
          <pc:docMk/>
          <pc:sldMk cId="0" sldId="262"/>
        </pc:sldMkLst>
        <pc:spChg chg="mod">
          <ac:chgData name="FAJARDO, JOSHUA S." userId="10ff038c-ae4c-47c6-aa47-eb9c2b1ee137" providerId="ADAL" clId="{A571E766-ECF9-4ACA-910F-E5F012930532}" dt="2026-07-09T03:07:47.368" v="1748" actId="1076"/>
          <ac:spMkLst>
            <pc:docMk/>
            <pc:sldMk cId="0" sldId="262"/>
            <ac:spMk id="10" creationId="{00000000-0000-0000-0000-000000000000}"/>
          </ac:spMkLst>
        </pc:spChg>
      </pc:sldChg>
      <pc:sldChg chg="delSp modSp mod delAnim modAnim">
        <pc:chgData name="FAJARDO, JOSHUA S." userId="10ff038c-ae4c-47c6-aa47-eb9c2b1ee137" providerId="ADAL" clId="{A571E766-ECF9-4ACA-910F-E5F012930532}" dt="2026-07-14T01:38:27.484" v="1972" actId="20577"/>
        <pc:sldMkLst>
          <pc:docMk/>
          <pc:sldMk cId="1248181824" sldId="274"/>
        </pc:sldMkLst>
        <pc:spChg chg="mod">
          <ac:chgData name="FAJARDO, JOSHUA S." userId="10ff038c-ae4c-47c6-aa47-eb9c2b1ee137" providerId="ADAL" clId="{A571E766-ECF9-4ACA-910F-E5F012930532}" dt="2026-07-09T02:17:24.387" v="255" actId="20577"/>
          <ac:spMkLst>
            <pc:docMk/>
            <pc:sldMk cId="1248181824" sldId="274"/>
            <ac:spMk id="11" creationId="{31EDB1EF-F107-62E5-8D3B-95CF3F30D9C7}"/>
          </ac:spMkLst>
        </pc:spChg>
        <pc:spChg chg="mod">
          <ac:chgData name="FAJARDO, JOSHUA S." userId="10ff038c-ae4c-47c6-aa47-eb9c2b1ee137" providerId="ADAL" clId="{A571E766-ECF9-4ACA-910F-E5F012930532}" dt="2026-07-14T01:38:27.484" v="1972" actId="20577"/>
          <ac:spMkLst>
            <pc:docMk/>
            <pc:sldMk cId="1248181824" sldId="274"/>
            <ac:spMk id="13" creationId="{41E9B222-1CFB-786C-4835-27B325B5177E}"/>
          </ac:spMkLst>
        </pc:spChg>
        <pc:spChg chg="mod">
          <ac:chgData name="FAJARDO, JOSHUA S." userId="10ff038c-ae4c-47c6-aa47-eb9c2b1ee137" providerId="ADAL" clId="{A571E766-ECF9-4ACA-910F-E5F012930532}" dt="2026-07-09T02:18:52.151" v="279" actId="1076"/>
          <ac:spMkLst>
            <pc:docMk/>
            <pc:sldMk cId="1248181824" sldId="274"/>
            <ac:spMk id="21" creationId="{862DAECE-304B-6629-E22A-93757842CCFD}"/>
          </ac:spMkLst>
        </pc:spChg>
        <pc:grpChg chg="mod">
          <ac:chgData name="FAJARDO, JOSHUA S." userId="10ff038c-ae4c-47c6-aa47-eb9c2b1ee137" providerId="ADAL" clId="{A571E766-ECF9-4ACA-910F-E5F012930532}" dt="2026-07-09T02:18:40.755" v="277" actId="14100"/>
          <ac:grpSpMkLst>
            <pc:docMk/>
            <pc:sldMk cId="1248181824" sldId="274"/>
            <ac:grpSpMk id="5" creationId="{53C567FF-6F06-9037-1B99-C8E11762B5D2}"/>
          </ac:grpSpMkLst>
        </pc:grpChg>
        <pc:grpChg chg="mod">
          <ac:chgData name="FAJARDO, JOSHUA S." userId="10ff038c-ae4c-47c6-aa47-eb9c2b1ee137" providerId="ADAL" clId="{A571E766-ECF9-4ACA-910F-E5F012930532}" dt="2026-07-09T02:17:09.691" v="214" actId="1076"/>
          <ac:grpSpMkLst>
            <pc:docMk/>
            <pc:sldMk cId="1248181824" sldId="274"/>
            <ac:grpSpMk id="8" creationId="{E425880A-C1B4-AA1F-B435-98A4E9CCA438}"/>
          </ac:grpSpMkLst>
        </pc:grpChg>
      </pc:sldChg>
      <pc:sldChg chg="addSp delSp modSp mod">
        <pc:chgData name="FAJARDO, JOSHUA S." userId="10ff038c-ae4c-47c6-aa47-eb9c2b1ee137" providerId="ADAL" clId="{A571E766-ECF9-4ACA-910F-E5F012930532}" dt="2026-07-13T23:02:53.286" v="1962" actId="1076"/>
        <pc:sldMkLst>
          <pc:docMk/>
          <pc:sldMk cId="832079716" sldId="280"/>
        </pc:sldMkLst>
        <pc:spChg chg="del mod">
          <ac:chgData name="FAJARDO, JOSHUA S." userId="10ff038c-ae4c-47c6-aa47-eb9c2b1ee137" providerId="ADAL" clId="{A571E766-ECF9-4ACA-910F-E5F012930532}" dt="2026-07-13T22:59:00.949" v="1768" actId="478"/>
          <ac:spMkLst>
            <pc:docMk/>
            <pc:sldMk cId="832079716" sldId="280"/>
            <ac:spMk id="12" creationId="{AD3B0328-2B37-534A-048D-64BFA95C5755}"/>
          </ac:spMkLst>
        </pc:spChg>
        <pc:spChg chg="add mod">
          <ac:chgData name="FAJARDO, JOSHUA S." userId="10ff038c-ae4c-47c6-aa47-eb9c2b1ee137" providerId="ADAL" clId="{A571E766-ECF9-4ACA-910F-E5F012930532}" dt="2026-07-13T23:02:49.778" v="1961" actId="1076"/>
          <ac:spMkLst>
            <pc:docMk/>
            <pc:sldMk cId="832079716" sldId="280"/>
            <ac:spMk id="13" creationId="{F4225277-1C90-88F6-322C-6EB51677B76F}"/>
          </ac:spMkLst>
        </pc:spChg>
        <pc:spChg chg="add mod">
          <ac:chgData name="FAJARDO, JOSHUA S." userId="10ff038c-ae4c-47c6-aa47-eb9c2b1ee137" providerId="ADAL" clId="{A571E766-ECF9-4ACA-910F-E5F012930532}" dt="2026-07-13T23:02:53.286" v="1962" actId="1076"/>
          <ac:spMkLst>
            <pc:docMk/>
            <pc:sldMk cId="832079716" sldId="280"/>
            <ac:spMk id="14" creationId="{5089F09B-E362-DE46-DECE-BDF3A898E4DD}"/>
          </ac:spMkLst>
        </pc:spChg>
        <pc:spChg chg="mod">
          <ac:chgData name="FAJARDO, JOSHUA S." userId="10ff038c-ae4c-47c6-aa47-eb9c2b1ee137" providerId="ADAL" clId="{A571E766-ECF9-4ACA-910F-E5F012930532}" dt="2026-07-13T22:58:52.246" v="1767" actId="20577"/>
          <ac:spMkLst>
            <pc:docMk/>
            <pc:sldMk cId="832079716" sldId="280"/>
            <ac:spMk id="19" creationId="{03ED4D44-FE11-B7F9-DF65-3E249F1623E0}"/>
          </ac:spMkLst>
        </pc:spChg>
        <pc:grpChg chg="mod">
          <ac:chgData name="FAJARDO, JOSHUA S." userId="10ff038c-ae4c-47c6-aa47-eb9c2b1ee137" providerId="ADAL" clId="{A571E766-ECF9-4ACA-910F-E5F012930532}" dt="2026-07-13T23:00:20.015" v="1881" actId="1076"/>
          <ac:grpSpMkLst>
            <pc:docMk/>
            <pc:sldMk cId="832079716" sldId="280"/>
            <ac:grpSpMk id="22" creationId="{3883BF1F-B3F2-B999-A2DC-41FC5D47F32A}"/>
          </ac:grpSpMkLst>
        </pc:grpChg>
      </pc:sldChg>
      <pc:sldChg chg="modSp del mod">
        <pc:chgData name="FAJARDO, JOSHUA S." userId="10ff038c-ae4c-47c6-aa47-eb9c2b1ee137" providerId="ADAL" clId="{A571E766-ECF9-4ACA-910F-E5F012930532}" dt="2026-07-09T03:07:59.107" v="1749" actId="47"/>
        <pc:sldMkLst>
          <pc:docMk/>
          <pc:sldMk cId="3839828529" sldId="281"/>
        </pc:sldMkLst>
      </pc:sldChg>
      <pc:sldChg chg="modSp mod">
        <pc:chgData name="FAJARDO, JOSHUA S." userId="10ff038c-ae4c-47c6-aa47-eb9c2b1ee137" providerId="ADAL" clId="{A571E766-ECF9-4ACA-910F-E5F012930532}" dt="2026-07-09T02:31:11.017" v="598" actId="20577"/>
        <pc:sldMkLst>
          <pc:docMk/>
          <pc:sldMk cId="4256328002" sldId="289"/>
        </pc:sldMkLst>
        <pc:spChg chg="mod">
          <ac:chgData name="FAJARDO, JOSHUA S." userId="10ff038c-ae4c-47c6-aa47-eb9c2b1ee137" providerId="ADAL" clId="{A571E766-ECF9-4ACA-910F-E5F012930532}" dt="2026-07-09T02:31:11.017" v="598" actId="20577"/>
          <ac:spMkLst>
            <pc:docMk/>
            <pc:sldMk cId="4256328002" sldId="289"/>
            <ac:spMk id="17" creationId="{CD504C0A-CE9F-D7FF-9211-359A55E91413}"/>
          </ac:spMkLst>
        </pc:spChg>
      </pc:sldChg>
      <pc:sldChg chg="modSp mod">
        <pc:chgData name="FAJARDO, JOSHUA S." userId="10ff038c-ae4c-47c6-aa47-eb9c2b1ee137" providerId="ADAL" clId="{A571E766-ECF9-4ACA-910F-E5F012930532}" dt="2026-07-09T02:36:17.916" v="655" actId="1076"/>
        <pc:sldMkLst>
          <pc:docMk/>
          <pc:sldMk cId="1930874960" sldId="292"/>
        </pc:sldMkLst>
        <pc:spChg chg="mod">
          <ac:chgData name="FAJARDO, JOSHUA S." userId="10ff038c-ae4c-47c6-aa47-eb9c2b1ee137" providerId="ADAL" clId="{A571E766-ECF9-4ACA-910F-E5F012930532}" dt="2026-07-09T02:35:49.460" v="636" actId="20577"/>
          <ac:spMkLst>
            <pc:docMk/>
            <pc:sldMk cId="1930874960" sldId="292"/>
            <ac:spMk id="11" creationId="{B7C3B563-426F-9771-B368-6896D09A280A}"/>
          </ac:spMkLst>
        </pc:spChg>
        <pc:spChg chg="mod">
          <ac:chgData name="FAJARDO, JOSHUA S." userId="10ff038c-ae4c-47c6-aa47-eb9c2b1ee137" providerId="ADAL" clId="{A571E766-ECF9-4ACA-910F-E5F012930532}" dt="2026-07-09T02:36:17.916" v="655" actId="1076"/>
          <ac:spMkLst>
            <pc:docMk/>
            <pc:sldMk cId="1930874960" sldId="292"/>
            <ac:spMk id="13" creationId="{C5FF8845-90D5-56BE-8CF0-C1B88145C2E6}"/>
          </ac:spMkLst>
        </pc:spChg>
        <pc:grpChg chg="mod">
          <ac:chgData name="FAJARDO, JOSHUA S." userId="10ff038c-ae4c-47c6-aa47-eb9c2b1ee137" providerId="ADAL" clId="{A571E766-ECF9-4ACA-910F-E5F012930532}" dt="2026-07-09T02:35:53.821" v="637" actId="14100"/>
          <ac:grpSpMkLst>
            <pc:docMk/>
            <pc:sldMk cId="1930874960" sldId="292"/>
            <ac:grpSpMk id="8" creationId="{6033B2AB-051A-0010-C690-DF9F1E2D46CA}"/>
          </ac:grpSpMkLst>
        </pc:grpChg>
      </pc:sldChg>
      <pc:sldChg chg="del">
        <pc:chgData name="FAJARDO, JOSHUA S." userId="10ff038c-ae4c-47c6-aa47-eb9c2b1ee137" providerId="ADAL" clId="{A571E766-ECF9-4ACA-910F-E5F012930532}" dt="2026-07-09T03:01:55.549" v="1293" actId="47"/>
        <pc:sldMkLst>
          <pc:docMk/>
          <pc:sldMk cId="2738994981" sldId="294"/>
        </pc:sldMkLst>
      </pc:sldChg>
      <pc:sldChg chg="addSp modSp mod ord modAnim">
        <pc:chgData name="FAJARDO, JOSHUA S." userId="10ff038c-ae4c-47c6-aa47-eb9c2b1ee137" providerId="ADAL" clId="{A571E766-ECF9-4ACA-910F-E5F012930532}" dt="2026-07-14T01:39:34.669" v="2006"/>
        <pc:sldMkLst>
          <pc:docMk/>
          <pc:sldMk cId="2558713095" sldId="297"/>
        </pc:sldMkLst>
        <pc:spChg chg="mod">
          <ac:chgData name="FAJARDO, JOSHUA S." userId="10ff038c-ae4c-47c6-aa47-eb9c2b1ee137" providerId="ADAL" clId="{A571E766-ECF9-4ACA-910F-E5F012930532}" dt="2026-07-09T02:24:23.051" v="515" actId="255"/>
          <ac:spMkLst>
            <pc:docMk/>
            <pc:sldMk cId="2558713095" sldId="297"/>
            <ac:spMk id="11" creationId="{3639B5B2-F2C8-39FF-F058-D2F458290D6B}"/>
          </ac:spMkLst>
        </pc:spChg>
        <pc:spChg chg="mod">
          <ac:chgData name="FAJARDO, JOSHUA S." userId="10ff038c-ae4c-47c6-aa47-eb9c2b1ee137" providerId="ADAL" clId="{A571E766-ECF9-4ACA-910F-E5F012930532}" dt="2026-07-09T02:24:53.906" v="534" actId="255"/>
          <ac:spMkLst>
            <pc:docMk/>
            <pc:sldMk cId="2558713095" sldId="297"/>
            <ac:spMk id="12" creationId="{BE418897-B99D-64F3-DD73-2609948EB49E}"/>
          </ac:spMkLst>
        </pc:spChg>
        <pc:spChg chg="add mod">
          <ac:chgData name="FAJARDO, JOSHUA S." userId="10ff038c-ae4c-47c6-aa47-eb9c2b1ee137" providerId="ADAL" clId="{A571E766-ECF9-4ACA-910F-E5F012930532}" dt="2026-07-14T01:39:03.895" v="1989" actId="207"/>
          <ac:spMkLst>
            <pc:docMk/>
            <pc:sldMk cId="2558713095" sldId="297"/>
            <ac:spMk id="13" creationId="{8A186242-C6A1-BBFB-C744-E4A8B884E30F}"/>
          </ac:spMkLst>
        </pc:spChg>
      </pc:sldChg>
      <pc:sldChg chg="modSp mod">
        <pc:chgData name="FAJARDO, JOSHUA S." userId="10ff038c-ae4c-47c6-aa47-eb9c2b1ee137" providerId="ADAL" clId="{A571E766-ECF9-4ACA-910F-E5F012930532}" dt="2026-07-09T02:16:35.161" v="209" actId="20577"/>
        <pc:sldMkLst>
          <pc:docMk/>
          <pc:sldMk cId="1009533631" sldId="298"/>
        </pc:sldMkLst>
        <pc:spChg chg="mod">
          <ac:chgData name="FAJARDO, JOSHUA S." userId="10ff038c-ae4c-47c6-aa47-eb9c2b1ee137" providerId="ADAL" clId="{A571E766-ECF9-4ACA-910F-E5F012930532}" dt="2026-07-09T02:16:35.161" v="209" actId="20577"/>
          <ac:spMkLst>
            <pc:docMk/>
            <pc:sldMk cId="1009533631" sldId="298"/>
            <ac:spMk id="10" creationId="{821EB5A3-6EA0-4B7E-68C2-B288F736412C}"/>
          </ac:spMkLst>
        </pc:spChg>
      </pc:sldChg>
      <pc:sldChg chg="del">
        <pc:chgData name="FAJARDO, JOSHUA S." userId="10ff038c-ae4c-47c6-aa47-eb9c2b1ee137" providerId="ADAL" clId="{A571E766-ECF9-4ACA-910F-E5F012930532}" dt="2026-07-09T02:22:29.544" v="420" actId="47"/>
        <pc:sldMkLst>
          <pc:docMk/>
          <pc:sldMk cId="3895606470" sldId="299"/>
        </pc:sldMkLst>
      </pc:sldChg>
      <pc:sldChg chg="del">
        <pc:chgData name="FAJARDO, JOSHUA S." userId="10ff038c-ae4c-47c6-aa47-eb9c2b1ee137" providerId="ADAL" clId="{A571E766-ECF9-4ACA-910F-E5F012930532}" dt="2026-07-09T02:31:02.024" v="561" actId="47"/>
        <pc:sldMkLst>
          <pc:docMk/>
          <pc:sldMk cId="883918779" sldId="301"/>
        </pc:sldMkLst>
      </pc:sldChg>
      <pc:sldChg chg="del">
        <pc:chgData name="FAJARDO, JOSHUA S." userId="10ff038c-ae4c-47c6-aa47-eb9c2b1ee137" providerId="ADAL" clId="{A571E766-ECF9-4ACA-910F-E5F012930532}" dt="2026-07-09T03:01:56.042" v="1294" actId="47"/>
        <pc:sldMkLst>
          <pc:docMk/>
          <pc:sldMk cId="1620417554" sldId="302"/>
        </pc:sldMkLst>
      </pc:sldChg>
      <pc:sldChg chg="del">
        <pc:chgData name="FAJARDO, JOSHUA S." userId="10ff038c-ae4c-47c6-aa47-eb9c2b1ee137" providerId="ADAL" clId="{A571E766-ECF9-4ACA-910F-E5F012930532}" dt="2026-07-09T03:01:58.929" v="1295" actId="47"/>
        <pc:sldMkLst>
          <pc:docMk/>
          <pc:sldMk cId="983670178" sldId="303"/>
        </pc:sldMkLst>
      </pc:sldChg>
      <pc:sldChg chg="del">
        <pc:chgData name="FAJARDO, JOSHUA S." userId="10ff038c-ae4c-47c6-aa47-eb9c2b1ee137" providerId="ADAL" clId="{A571E766-ECF9-4ACA-910F-E5F012930532}" dt="2026-07-09T03:01:59.599" v="1296" actId="47"/>
        <pc:sldMkLst>
          <pc:docMk/>
          <pc:sldMk cId="3395436634" sldId="304"/>
        </pc:sldMkLst>
      </pc:sldChg>
      <pc:sldChg chg="del">
        <pc:chgData name="FAJARDO, JOSHUA S." userId="10ff038c-ae4c-47c6-aa47-eb9c2b1ee137" providerId="ADAL" clId="{A571E766-ECF9-4ACA-910F-E5F012930532}" dt="2026-07-09T03:02:00.636" v="1297" actId="47"/>
        <pc:sldMkLst>
          <pc:docMk/>
          <pc:sldMk cId="1392472657" sldId="305"/>
        </pc:sldMkLst>
      </pc:sldChg>
      <pc:sldChg chg="del">
        <pc:chgData name="FAJARDO, JOSHUA S." userId="10ff038c-ae4c-47c6-aa47-eb9c2b1ee137" providerId="ADAL" clId="{A571E766-ECF9-4ACA-910F-E5F012930532}" dt="2026-07-09T03:02:01.940" v="1298" actId="47"/>
        <pc:sldMkLst>
          <pc:docMk/>
          <pc:sldMk cId="2945155084" sldId="306"/>
        </pc:sldMkLst>
      </pc:sldChg>
      <pc:sldChg chg="del">
        <pc:chgData name="FAJARDO, JOSHUA S." userId="10ff038c-ae4c-47c6-aa47-eb9c2b1ee137" providerId="ADAL" clId="{A571E766-ECF9-4ACA-910F-E5F012930532}" dt="2026-07-09T03:02:04.444" v="1299" actId="47"/>
        <pc:sldMkLst>
          <pc:docMk/>
          <pc:sldMk cId="3399435865" sldId="307"/>
        </pc:sldMkLst>
      </pc:sldChg>
      <pc:sldChg chg="del">
        <pc:chgData name="FAJARDO, JOSHUA S." userId="10ff038c-ae4c-47c6-aa47-eb9c2b1ee137" providerId="ADAL" clId="{A571E766-ECF9-4ACA-910F-E5F012930532}" dt="2026-07-09T03:02:12.552" v="1301" actId="47"/>
        <pc:sldMkLst>
          <pc:docMk/>
          <pc:sldMk cId="2927415140" sldId="308"/>
        </pc:sldMkLst>
      </pc:sldChg>
      <pc:sldChg chg="del ord">
        <pc:chgData name="FAJARDO, JOSHUA S." userId="10ff038c-ae4c-47c6-aa47-eb9c2b1ee137" providerId="ADAL" clId="{A571E766-ECF9-4ACA-910F-E5F012930532}" dt="2026-07-09T03:05:52.551" v="1448" actId="47"/>
        <pc:sldMkLst>
          <pc:docMk/>
          <pc:sldMk cId="1473240559" sldId="309"/>
        </pc:sldMkLst>
      </pc:sldChg>
      <pc:sldChg chg="addSp modSp add mod">
        <pc:chgData name="FAJARDO, JOSHUA S." userId="10ff038c-ae4c-47c6-aa47-eb9c2b1ee137" providerId="ADAL" clId="{A571E766-ECF9-4ACA-910F-E5F012930532}" dt="2026-07-14T04:00:45.100" v="2014" actId="20577"/>
        <pc:sldMkLst>
          <pc:docMk/>
          <pc:sldMk cId="2251125287" sldId="310"/>
        </pc:sldMkLst>
        <pc:spChg chg="mod">
          <ac:chgData name="FAJARDO, JOSHUA S." userId="10ff038c-ae4c-47c6-aa47-eb9c2b1ee137" providerId="ADAL" clId="{A571E766-ECF9-4ACA-910F-E5F012930532}" dt="2026-07-14T04:00:45.100" v="2014" actId="20577"/>
          <ac:spMkLst>
            <pc:docMk/>
            <pc:sldMk cId="2251125287" sldId="310"/>
            <ac:spMk id="13" creationId="{5B8D8833-454A-39F7-D9A0-B86FDF08529A}"/>
          </ac:spMkLst>
        </pc:spChg>
        <pc:spChg chg="mod">
          <ac:chgData name="FAJARDO, JOSHUA S." userId="10ff038c-ae4c-47c6-aa47-eb9c2b1ee137" providerId="ADAL" clId="{A571E766-ECF9-4ACA-910F-E5F012930532}" dt="2026-07-09T02:20:24.511" v="405" actId="14100"/>
          <ac:spMkLst>
            <pc:docMk/>
            <pc:sldMk cId="2251125287" sldId="310"/>
            <ac:spMk id="14" creationId="{8F54B071-6DAB-8213-A25D-5F2379D3AC61}"/>
          </ac:spMkLst>
        </pc:spChg>
        <pc:spChg chg="mod">
          <ac:chgData name="FAJARDO, JOSHUA S." userId="10ff038c-ae4c-47c6-aa47-eb9c2b1ee137" providerId="ADAL" clId="{A571E766-ECF9-4ACA-910F-E5F012930532}" dt="2026-07-09T02:19:06.557" v="281"/>
          <ac:spMkLst>
            <pc:docMk/>
            <pc:sldMk cId="2251125287" sldId="310"/>
            <ac:spMk id="15" creationId="{742542E6-104B-EDFC-32FC-773C29A9DF54}"/>
          </ac:spMkLst>
        </pc:spChg>
        <pc:spChg chg="add mod">
          <ac:chgData name="FAJARDO, JOSHUA S." userId="10ff038c-ae4c-47c6-aa47-eb9c2b1ee137" providerId="ADAL" clId="{A571E766-ECF9-4ACA-910F-E5F012930532}" dt="2026-07-09T02:22:20.251" v="419" actId="1076"/>
          <ac:spMkLst>
            <pc:docMk/>
            <pc:sldMk cId="2251125287" sldId="310"/>
            <ac:spMk id="16" creationId="{21BB0E8A-7AB3-A3F3-90D8-173B12544ADD}"/>
          </ac:spMkLst>
        </pc:spChg>
        <pc:grpChg chg="mod">
          <ac:chgData name="FAJARDO, JOSHUA S." userId="10ff038c-ae4c-47c6-aa47-eb9c2b1ee137" providerId="ADAL" clId="{A571E766-ECF9-4ACA-910F-E5F012930532}" dt="2026-07-09T02:20:37.764" v="409" actId="1076"/>
          <ac:grpSpMkLst>
            <pc:docMk/>
            <pc:sldMk cId="2251125287" sldId="310"/>
            <ac:grpSpMk id="5" creationId="{CC831B4C-0724-A4F0-4E49-F2DA16127336}"/>
          </ac:grpSpMkLst>
        </pc:grpChg>
        <pc:grpChg chg="add mod">
          <ac:chgData name="FAJARDO, JOSHUA S." userId="10ff038c-ae4c-47c6-aa47-eb9c2b1ee137" providerId="ADAL" clId="{A571E766-ECF9-4ACA-910F-E5F012930532}" dt="2026-07-09T02:21:02.320" v="415" actId="14100"/>
          <ac:grpSpMkLst>
            <pc:docMk/>
            <pc:sldMk cId="2251125287" sldId="310"/>
            <ac:grpSpMk id="12" creationId="{A614EB72-38B7-5881-F9E8-84314C642E72}"/>
          </ac:grpSpMkLst>
        </pc:grpChg>
      </pc:sldChg>
      <pc:sldChg chg="modSp add mod ord">
        <pc:chgData name="FAJARDO, JOSHUA S." userId="10ff038c-ae4c-47c6-aa47-eb9c2b1ee137" providerId="ADAL" clId="{A571E766-ECF9-4ACA-910F-E5F012930532}" dt="2026-07-09T02:23:10.650" v="449" actId="1076"/>
        <pc:sldMkLst>
          <pc:docMk/>
          <pc:sldMk cId="162021785" sldId="311"/>
        </pc:sldMkLst>
        <pc:spChg chg="mod">
          <ac:chgData name="FAJARDO, JOSHUA S." userId="10ff038c-ae4c-47c6-aa47-eb9c2b1ee137" providerId="ADAL" clId="{A571E766-ECF9-4ACA-910F-E5F012930532}" dt="2026-07-09T02:23:10.650" v="449" actId="1076"/>
          <ac:spMkLst>
            <pc:docMk/>
            <pc:sldMk cId="162021785" sldId="311"/>
            <ac:spMk id="12" creationId="{9CE26B47-8DA3-A47D-D4BD-001479603AD1}"/>
          </ac:spMkLst>
        </pc:spChg>
      </pc:sldChg>
      <pc:sldChg chg="addSp modSp add mod">
        <pc:chgData name="FAJARDO, JOSHUA S." userId="10ff038c-ae4c-47c6-aa47-eb9c2b1ee137" providerId="ADAL" clId="{A571E766-ECF9-4ACA-910F-E5F012930532}" dt="2026-07-09T02:23:44.047" v="489" actId="20577"/>
        <pc:sldMkLst>
          <pc:docMk/>
          <pc:sldMk cId="186284448" sldId="312"/>
        </pc:sldMkLst>
        <pc:spChg chg="add mod">
          <ac:chgData name="FAJARDO, JOSHUA S." userId="10ff038c-ae4c-47c6-aa47-eb9c2b1ee137" providerId="ADAL" clId="{A571E766-ECF9-4ACA-910F-E5F012930532}" dt="2026-07-09T02:23:44.047" v="489" actId="20577"/>
          <ac:spMkLst>
            <pc:docMk/>
            <pc:sldMk cId="186284448" sldId="312"/>
            <ac:spMk id="8" creationId="{E16FBBFB-C001-F9C5-72D1-B513DB8A90AE}"/>
          </ac:spMkLst>
        </pc:spChg>
      </pc:sldChg>
      <pc:sldChg chg="addSp modSp add modAnim">
        <pc:chgData name="FAJARDO, JOSHUA S." userId="10ff038c-ae4c-47c6-aa47-eb9c2b1ee137" providerId="ADAL" clId="{A571E766-ECF9-4ACA-910F-E5F012930532}" dt="2026-07-14T01:39:44.637" v="2007"/>
        <pc:sldMkLst>
          <pc:docMk/>
          <pc:sldMk cId="1774480412" sldId="313"/>
        </pc:sldMkLst>
        <pc:spChg chg="mod">
          <ac:chgData name="FAJARDO, JOSHUA S." userId="10ff038c-ae4c-47c6-aa47-eb9c2b1ee137" providerId="ADAL" clId="{A571E766-ECF9-4ACA-910F-E5F012930532}" dt="2026-07-09T02:28:49.707" v="547" actId="20577"/>
          <ac:spMkLst>
            <pc:docMk/>
            <pc:sldMk cId="1774480412" sldId="313"/>
            <ac:spMk id="12" creationId="{D0FD8A62-E18A-C249-091C-E6395BDC9773}"/>
          </ac:spMkLst>
        </pc:spChg>
        <pc:spChg chg="add mod">
          <ac:chgData name="FAJARDO, JOSHUA S." userId="10ff038c-ae4c-47c6-aa47-eb9c2b1ee137" providerId="ADAL" clId="{A571E766-ECF9-4ACA-910F-E5F012930532}" dt="2026-07-14T01:39:17.091" v="1998" actId="20577"/>
          <ac:spMkLst>
            <pc:docMk/>
            <pc:sldMk cId="1774480412" sldId="313"/>
            <ac:spMk id="13" creationId="{12DFB147-C5FF-E063-501D-C0DFCB2BABA8}"/>
          </ac:spMkLst>
        </pc:spChg>
      </pc:sldChg>
      <pc:sldChg chg="addSp modSp add modAnim">
        <pc:chgData name="FAJARDO, JOSHUA S." userId="10ff038c-ae4c-47c6-aa47-eb9c2b1ee137" providerId="ADAL" clId="{A571E766-ECF9-4ACA-910F-E5F012930532}" dt="2026-07-14T01:39:51.783" v="2008"/>
        <pc:sldMkLst>
          <pc:docMk/>
          <pc:sldMk cId="247417565" sldId="314"/>
        </pc:sldMkLst>
        <pc:spChg chg="mod">
          <ac:chgData name="FAJARDO, JOSHUA S." userId="10ff038c-ae4c-47c6-aa47-eb9c2b1ee137" providerId="ADAL" clId="{A571E766-ECF9-4ACA-910F-E5F012930532}" dt="2026-07-09T02:28:58.882" v="559" actId="20577"/>
          <ac:spMkLst>
            <pc:docMk/>
            <pc:sldMk cId="247417565" sldId="314"/>
            <ac:spMk id="12" creationId="{5B23FF2D-E747-0B75-EEAC-B0CD0DD198F7}"/>
          </ac:spMkLst>
        </pc:spChg>
        <pc:spChg chg="add mod">
          <ac:chgData name="FAJARDO, JOSHUA S." userId="10ff038c-ae4c-47c6-aa47-eb9c2b1ee137" providerId="ADAL" clId="{A571E766-ECF9-4ACA-910F-E5F012930532}" dt="2026-07-14T01:39:27.684" v="2005" actId="20577"/>
          <ac:spMkLst>
            <pc:docMk/>
            <pc:sldMk cId="247417565" sldId="314"/>
            <ac:spMk id="13" creationId="{DBDF58A9-2BB7-F337-B463-F2094CF167B9}"/>
          </ac:spMkLst>
        </pc:spChg>
      </pc:sldChg>
      <pc:sldChg chg="delSp modSp add mod">
        <pc:chgData name="FAJARDO, JOSHUA S." userId="10ff038c-ae4c-47c6-aa47-eb9c2b1ee137" providerId="ADAL" clId="{A571E766-ECF9-4ACA-910F-E5F012930532}" dt="2026-07-09T02:36:42.440" v="663" actId="1076"/>
        <pc:sldMkLst>
          <pc:docMk/>
          <pc:sldMk cId="2764608718" sldId="315"/>
        </pc:sldMkLst>
        <pc:spChg chg="mod">
          <ac:chgData name="FAJARDO, JOSHUA S." userId="10ff038c-ae4c-47c6-aa47-eb9c2b1ee137" providerId="ADAL" clId="{A571E766-ECF9-4ACA-910F-E5F012930532}" dt="2026-07-09T02:36:42.440" v="663" actId="1076"/>
          <ac:spMkLst>
            <pc:docMk/>
            <pc:sldMk cId="2764608718" sldId="315"/>
            <ac:spMk id="21" creationId="{165C7435-5F25-335E-EEED-2896CC24C597}"/>
          </ac:spMkLst>
        </pc:spChg>
        <pc:grpChg chg="mod">
          <ac:chgData name="FAJARDO, JOSHUA S." userId="10ff038c-ae4c-47c6-aa47-eb9c2b1ee137" providerId="ADAL" clId="{A571E766-ECF9-4ACA-910F-E5F012930532}" dt="2026-07-09T02:36:34.632" v="661" actId="14100"/>
          <ac:grpSpMkLst>
            <pc:docMk/>
            <pc:sldMk cId="2764608718" sldId="315"/>
            <ac:grpSpMk id="5" creationId="{E575AAAD-4664-75E9-DD78-BB948542DC95}"/>
          </ac:grpSpMkLst>
        </pc:grpChg>
      </pc:sldChg>
      <pc:sldChg chg="addSp modSp add mod modAnim">
        <pc:chgData name="FAJARDO, JOSHUA S." userId="10ff038c-ae4c-47c6-aa47-eb9c2b1ee137" providerId="ADAL" clId="{A571E766-ECF9-4ACA-910F-E5F012930532}" dt="2026-07-09T02:53:15.186" v="1227"/>
        <pc:sldMkLst>
          <pc:docMk/>
          <pc:sldMk cId="2448397146" sldId="316"/>
        </pc:sldMkLst>
        <pc:spChg chg="add mod">
          <ac:chgData name="FAJARDO, JOSHUA S." userId="10ff038c-ae4c-47c6-aa47-eb9c2b1ee137" providerId="ADAL" clId="{A571E766-ECF9-4ACA-910F-E5F012930532}" dt="2026-07-09T02:39:59.744" v="752" actId="1076"/>
          <ac:spMkLst>
            <pc:docMk/>
            <pc:sldMk cId="2448397146" sldId="316"/>
            <ac:spMk id="8" creationId="{72F0CF18-52E2-9701-B718-ED830AD6CA14}"/>
          </ac:spMkLst>
        </pc:spChg>
        <pc:spChg chg="add mod">
          <ac:chgData name="FAJARDO, JOSHUA S." userId="10ff038c-ae4c-47c6-aa47-eb9c2b1ee137" providerId="ADAL" clId="{A571E766-ECF9-4ACA-910F-E5F012930532}" dt="2026-07-09T02:40:04.276" v="753" actId="1076"/>
          <ac:spMkLst>
            <pc:docMk/>
            <pc:sldMk cId="2448397146" sldId="316"/>
            <ac:spMk id="9" creationId="{789C80BC-CD3A-1E8A-EA01-9016AEFEC20A}"/>
          </ac:spMkLst>
        </pc:spChg>
        <pc:spChg chg="mod">
          <ac:chgData name="FAJARDO, JOSHUA S." userId="10ff038c-ae4c-47c6-aa47-eb9c2b1ee137" providerId="ADAL" clId="{A571E766-ECF9-4ACA-910F-E5F012930532}" dt="2026-07-09T02:37:05.840" v="668" actId="255"/>
          <ac:spMkLst>
            <pc:docMk/>
            <pc:sldMk cId="2448397146" sldId="316"/>
            <ac:spMk id="13" creationId="{234B48CB-0CEA-9E97-BA28-C8CB8F3F0079}"/>
          </ac:spMkLst>
        </pc:spChg>
        <pc:grpChg chg="mod">
          <ac:chgData name="FAJARDO, JOSHUA S." userId="10ff038c-ae4c-47c6-aa47-eb9c2b1ee137" providerId="ADAL" clId="{A571E766-ECF9-4ACA-910F-E5F012930532}" dt="2026-07-09T02:36:57.476" v="666" actId="1076"/>
          <ac:grpSpMkLst>
            <pc:docMk/>
            <pc:sldMk cId="2448397146" sldId="316"/>
            <ac:grpSpMk id="5" creationId="{E7FA102C-CDCE-C43B-F8B5-DC8F7007700C}"/>
          </ac:grpSpMkLst>
        </pc:grpChg>
      </pc:sldChg>
      <pc:sldChg chg="addSp delSp modSp add mod modAnim">
        <pc:chgData name="FAJARDO, JOSHUA S." userId="10ff038c-ae4c-47c6-aa47-eb9c2b1ee137" providerId="ADAL" clId="{A571E766-ECF9-4ACA-910F-E5F012930532}" dt="2026-07-09T02:53:31.586" v="1228"/>
        <pc:sldMkLst>
          <pc:docMk/>
          <pc:sldMk cId="3260656104" sldId="317"/>
        </pc:sldMkLst>
        <pc:spChg chg="mod">
          <ac:chgData name="FAJARDO, JOSHUA S." userId="10ff038c-ae4c-47c6-aa47-eb9c2b1ee137" providerId="ADAL" clId="{A571E766-ECF9-4ACA-910F-E5F012930532}" dt="2026-07-09T02:39:37.868" v="749" actId="1076"/>
          <ac:spMkLst>
            <pc:docMk/>
            <pc:sldMk cId="3260656104" sldId="317"/>
            <ac:spMk id="8" creationId="{D6325AD8-FCFD-35F4-B7EF-F45666F33F39}"/>
          </ac:spMkLst>
        </pc:spChg>
        <pc:spChg chg="mod">
          <ac:chgData name="FAJARDO, JOSHUA S." userId="10ff038c-ae4c-47c6-aa47-eb9c2b1ee137" providerId="ADAL" clId="{A571E766-ECF9-4ACA-910F-E5F012930532}" dt="2026-07-09T02:39:42.923" v="750" actId="1076"/>
          <ac:spMkLst>
            <pc:docMk/>
            <pc:sldMk cId="3260656104" sldId="317"/>
            <ac:spMk id="9" creationId="{662A59E7-34BB-3616-F400-341DA092F004}"/>
          </ac:spMkLst>
        </pc:spChg>
        <pc:spChg chg="add mod">
          <ac:chgData name="FAJARDO, JOSHUA S." userId="10ff038c-ae4c-47c6-aa47-eb9c2b1ee137" providerId="ADAL" clId="{A571E766-ECF9-4ACA-910F-E5F012930532}" dt="2026-07-09T02:39:47.913" v="751" actId="1076"/>
          <ac:spMkLst>
            <pc:docMk/>
            <pc:sldMk cId="3260656104" sldId="317"/>
            <ac:spMk id="10" creationId="{FF82E8F2-CE98-6237-0021-ED1C45496F52}"/>
          </ac:spMkLst>
        </pc:spChg>
        <pc:spChg chg="mod">
          <ac:chgData name="FAJARDO, JOSHUA S." userId="10ff038c-ae4c-47c6-aa47-eb9c2b1ee137" providerId="ADAL" clId="{A571E766-ECF9-4ACA-910F-E5F012930532}" dt="2026-07-09T02:39:11.236" v="743" actId="1076"/>
          <ac:spMkLst>
            <pc:docMk/>
            <pc:sldMk cId="3260656104" sldId="317"/>
            <ac:spMk id="13" creationId="{066C6513-1821-8184-6011-AEBA1B6B95F5}"/>
          </ac:spMkLst>
        </pc:spChg>
        <pc:spChg chg="mod">
          <ac:chgData name="FAJARDO, JOSHUA S." userId="10ff038c-ae4c-47c6-aa47-eb9c2b1ee137" providerId="ADAL" clId="{A571E766-ECF9-4ACA-910F-E5F012930532}" dt="2026-07-09T02:38:05.468" v="708" actId="1076"/>
          <ac:spMkLst>
            <pc:docMk/>
            <pc:sldMk cId="3260656104" sldId="317"/>
            <ac:spMk id="21" creationId="{B56C1075-B857-F35A-1C8B-2ED24028E84F}"/>
          </ac:spMkLst>
        </pc:spChg>
      </pc:sldChg>
      <pc:sldChg chg="addSp modSp add mod modAnim">
        <pc:chgData name="FAJARDO, JOSHUA S." userId="10ff038c-ae4c-47c6-aa47-eb9c2b1ee137" providerId="ADAL" clId="{A571E766-ECF9-4ACA-910F-E5F012930532}" dt="2026-07-09T02:53:50.333" v="1231"/>
        <pc:sldMkLst>
          <pc:docMk/>
          <pc:sldMk cId="1910936702" sldId="318"/>
        </pc:sldMkLst>
        <pc:spChg chg="mod">
          <ac:chgData name="FAJARDO, JOSHUA S." userId="10ff038c-ae4c-47c6-aa47-eb9c2b1ee137" providerId="ADAL" clId="{A571E766-ECF9-4ACA-910F-E5F012930532}" dt="2026-07-09T02:40:28.989" v="755" actId="1076"/>
          <ac:spMkLst>
            <pc:docMk/>
            <pc:sldMk cId="1910936702" sldId="318"/>
            <ac:spMk id="8" creationId="{995D50CB-CD94-EB23-ACB0-4285FC835867}"/>
          </ac:spMkLst>
        </pc:spChg>
        <pc:spChg chg="mod">
          <ac:chgData name="FAJARDO, JOSHUA S." userId="10ff038c-ae4c-47c6-aa47-eb9c2b1ee137" providerId="ADAL" clId="{A571E766-ECF9-4ACA-910F-E5F012930532}" dt="2026-07-09T02:40:28.989" v="755" actId="1076"/>
          <ac:spMkLst>
            <pc:docMk/>
            <pc:sldMk cId="1910936702" sldId="318"/>
            <ac:spMk id="9" creationId="{9B16D90C-33F7-1D4D-B4B6-09282DCF18E6}"/>
          </ac:spMkLst>
        </pc:spChg>
        <pc:spChg chg="mod">
          <ac:chgData name="FAJARDO, JOSHUA S." userId="10ff038c-ae4c-47c6-aa47-eb9c2b1ee137" providerId="ADAL" clId="{A571E766-ECF9-4ACA-910F-E5F012930532}" dt="2026-07-09T02:40:28.989" v="755" actId="1076"/>
          <ac:spMkLst>
            <pc:docMk/>
            <pc:sldMk cId="1910936702" sldId="318"/>
            <ac:spMk id="10" creationId="{68E56FE7-69DE-857E-8FE1-71B28648190F}"/>
          </ac:spMkLst>
        </pc:spChg>
        <pc:spChg chg="add mod">
          <ac:chgData name="FAJARDO, JOSHUA S." userId="10ff038c-ae4c-47c6-aa47-eb9c2b1ee137" providerId="ADAL" clId="{A571E766-ECF9-4ACA-910F-E5F012930532}" dt="2026-07-09T02:43:21.565" v="822" actId="1076"/>
          <ac:spMkLst>
            <pc:docMk/>
            <pc:sldMk cId="1910936702" sldId="318"/>
            <ac:spMk id="11" creationId="{37DA4011-5B11-F9F9-DAD5-89F9BE4A1687}"/>
          </ac:spMkLst>
        </pc:spChg>
        <pc:spChg chg="add mod">
          <ac:chgData name="FAJARDO, JOSHUA S." userId="10ff038c-ae4c-47c6-aa47-eb9c2b1ee137" providerId="ADAL" clId="{A571E766-ECF9-4ACA-910F-E5F012930532}" dt="2026-07-09T02:41:58.439" v="779" actId="207"/>
          <ac:spMkLst>
            <pc:docMk/>
            <pc:sldMk cId="1910936702" sldId="318"/>
            <ac:spMk id="12" creationId="{E0F93130-0A99-3879-0524-FB708738891D}"/>
          </ac:spMkLst>
        </pc:spChg>
        <pc:spChg chg="mod">
          <ac:chgData name="FAJARDO, JOSHUA S." userId="10ff038c-ae4c-47c6-aa47-eb9c2b1ee137" providerId="ADAL" clId="{A571E766-ECF9-4ACA-910F-E5F012930532}" dt="2026-07-09T02:40:28.989" v="755" actId="1076"/>
          <ac:spMkLst>
            <pc:docMk/>
            <pc:sldMk cId="1910936702" sldId="318"/>
            <ac:spMk id="13" creationId="{DB54F410-5850-600C-237E-0B13ACA7887E}"/>
          </ac:spMkLst>
        </pc:spChg>
      </pc:sldChg>
      <pc:sldChg chg="addSp delSp modSp add mod modAnim">
        <pc:chgData name="FAJARDO, JOSHUA S." userId="10ff038c-ae4c-47c6-aa47-eb9c2b1ee137" providerId="ADAL" clId="{A571E766-ECF9-4ACA-910F-E5F012930532}" dt="2026-07-09T02:54:00.661" v="1232"/>
        <pc:sldMkLst>
          <pc:docMk/>
          <pc:sldMk cId="1538037360" sldId="319"/>
        </pc:sldMkLst>
        <pc:spChg chg="add mod">
          <ac:chgData name="FAJARDO, JOSHUA S." userId="10ff038c-ae4c-47c6-aa47-eb9c2b1ee137" providerId="ADAL" clId="{A571E766-ECF9-4ACA-910F-E5F012930532}" dt="2026-07-09T02:45:08.251" v="866" actId="1076"/>
          <ac:spMkLst>
            <pc:docMk/>
            <pc:sldMk cId="1538037360" sldId="319"/>
            <ac:spMk id="14" creationId="{C84C115F-807E-2785-564C-C56F3AE3EA70}"/>
          </ac:spMkLst>
        </pc:spChg>
        <pc:spChg chg="add mod">
          <ac:chgData name="FAJARDO, JOSHUA S." userId="10ff038c-ae4c-47c6-aa47-eb9c2b1ee137" providerId="ADAL" clId="{A571E766-ECF9-4ACA-910F-E5F012930532}" dt="2026-07-09T02:43:48.833" v="825" actId="1076"/>
          <ac:spMkLst>
            <pc:docMk/>
            <pc:sldMk cId="1538037360" sldId="319"/>
            <ac:spMk id="15" creationId="{63A405A3-EB9E-1E03-A82F-14428A39331E}"/>
          </ac:spMkLst>
        </pc:spChg>
        <pc:spChg chg="add mod">
          <ac:chgData name="FAJARDO, JOSHUA S." userId="10ff038c-ae4c-47c6-aa47-eb9c2b1ee137" providerId="ADAL" clId="{A571E766-ECF9-4ACA-910F-E5F012930532}" dt="2026-07-09T02:43:48.833" v="825" actId="1076"/>
          <ac:spMkLst>
            <pc:docMk/>
            <pc:sldMk cId="1538037360" sldId="319"/>
            <ac:spMk id="16" creationId="{238CFB2E-4AA2-2543-DE95-11D0F236C519}"/>
          </ac:spMkLst>
        </pc:spChg>
        <pc:spChg chg="add mod">
          <ac:chgData name="FAJARDO, JOSHUA S." userId="10ff038c-ae4c-47c6-aa47-eb9c2b1ee137" providerId="ADAL" clId="{A571E766-ECF9-4ACA-910F-E5F012930532}" dt="2026-07-09T02:43:48.833" v="825" actId="1076"/>
          <ac:spMkLst>
            <pc:docMk/>
            <pc:sldMk cId="1538037360" sldId="319"/>
            <ac:spMk id="17" creationId="{6F4B3B2B-CBBD-AF96-2D4C-B2885A351BA5}"/>
          </ac:spMkLst>
        </pc:spChg>
        <pc:grpChg chg="mod">
          <ac:chgData name="FAJARDO, JOSHUA S." userId="10ff038c-ae4c-47c6-aa47-eb9c2b1ee137" providerId="ADAL" clId="{A571E766-ECF9-4ACA-910F-E5F012930532}" dt="2026-07-09T02:42:30.758" v="785" actId="1076"/>
          <ac:grpSpMkLst>
            <pc:docMk/>
            <pc:sldMk cId="1538037360" sldId="319"/>
            <ac:grpSpMk id="5" creationId="{34030847-9F78-6A2A-90DB-0C4E4BE55BB5}"/>
          </ac:grpSpMkLst>
        </pc:grpChg>
      </pc:sldChg>
      <pc:sldChg chg="addSp modSp add mod modAnim">
        <pc:chgData name="FAJARDO, JOSHUA S." userId="10ff038c-ae4c-47c6-aa47-eb9c2b1ee137" providerId="ADAL" clId="{A571E766-ECF9-4ACA-910F-E5F012930532}" dt="2026-07-09T02:54:35.538" v="1236"/>
        <pc:sldMkLst>
          <pc:docMk/>
          <pc:sldMk cId="98250381" sldId="320"/>
        </pc:sldMkLst>
        <pc:spChg chg="add mod">
          <ac:chgData name="FAJARDO, JOSHUA S." userId="10ff038c-ae4c-47c6-aa47-eb9c2b1ee137" providerId="ADAL" clId="{A571E766-ECF9-4ACA-910F-E5F012930532}" dt="2026-07-09T02:45:55.068" v="909" actId="1076"/>
          <ac:spMkLst>
            <pc:docMk/>
            <pc:sldMk cId="98250381" sldId="320"/>
            <ac:spMk id="8" creationId="{F525066C-C345-BC39-7C78-51749744283E}"/>
          </ac:spMkLst>
        </pc:spChg>
        <pc:spChg chg="add mod">
          <ac:chgData name="FAJARDO, JOSHUA S." userId="10ff038c-ae4c-47c6-aa47-eb9c2b1ee137" providerId="ADAL" clId="{A571E766-ECF9-4ACA-910F-E5F012930532}" dt="2026-07-09T02:46:01.866" v="911" actId="1076"/>
          <ac:spMkLst>
            <pc:docMk/>
            <pc:sldMk cId="98250381" sldId="320"/>
            <ac:spMk id="9" creationId="{1A19B465-3ECF-39EA-7173-9C56986FA737}"/>
          </ac:spMkLst>
        </pc:spChg>
        <pc:spChg chg="add mod">
          <ac:chgData name="FAJARDO, JOSHUA S." userId="10ff038c-ae4c-47c6-aa47-eb9c2b1ee137" providerId="ADAL" clId="{A571E766-ECF9-4ACA-910F-E5F012930532}" dt="2026-07-09T02:46:35.682" v="923" actId="1076"/>
          <ac:spMkLst>
            <pc:docMk/>
            <pc:sldMk cId="98250381" sldId="320"/>
            <ac:spMk id="10" creationId="{E3C06748-E3D2-0C22-6CD3-FE47CA0AEC67}"/>
          </ac:spMkLst>
        </pc:spChg>
        <pc:spChg chg="mod">
          <ac:chgData name="FAJARDO, JOSHUA S." userId="10ff038c-ae4c-47c6-aa47-eb9c2b1ee137" providerId="ADAL" clId="{A571E766-ECF9-4ACA-910F-E5F012930532}" dt="2026-07-09T02:45:15.546" v="868" actId="1076"/>
          <ac:spMkLst>
            <pc:docMk/>
            <pc:sldMk cId="98250381" sldId="320"/>
            <ac:spMk id="14" creationId="{25299700-EBF1-E281-3508-567220B337EB}"/>
          </ac:spMkLst>
        </pc:spChg>
        <pc:grpChg chg="mod">
          <ac:chgData name="FAJARDO, JOSHUA S." userId="10ff038c-ae4c-47c6-aa47-eb9c2b1ee137" providerId="ADAL" clId="{A571E766-ECF9-4ACA-910F-E5F012930532}" dt="2026-07-09T02:45:20.966" v="872" actId="1076"/>
          <ac:grpSpMkLst>
            <pc:docMk/>
            <pc:sldMk cId="98250381" sldId="320"/>
            <ac:grpSpMk id="5" creationId="{4C7228A8-A5CD-AA6A-87AD-F837F47295AA}"/>
          </ac:grpSpMkLst>
        </pc:grpChg>
      </pc:sldChg>
      <pc:sldChg chg="addSp delSp modSp add mod modAnim">
        <pc:chgData name="FAJARDO, JOSHUA S." userId="10ff038c-ae4c-47c6-aa47-eb9c2b1ee137" providerId="ADAL" clId="{A571E766-ECF9-4ACA-910F-E5F012930532}" dt="2026-07-09T02:59:29.961" v="1292"/>
        <pc:sldMkLst>
          <pc:docMk/>
          <pc:sldMk cId="3607299536" sldId="321"/>
        </pc:sldMkLst>
        <pc:spChg chg="mod">
          <ac:chgData name="FAJARDO, JOSHUA S." userId="10ff038c-ae4c-47c6-aa47-eb9c2b1ee137" providerId="ADAL" clId="{A571E766-ECF9-4ACA-910F-E5F012930532}" dt="2026-07-09T02:47:21.298" v="932" actId="1076"/>
          <ac:spMkLst>
            <pc:docMk/>
            <pc:sldMk cId="3607299536" sldId="321"/>
            <ac:spMk id="10" creationId="{BBB4C8BB-C0F7-6903-908D-FA0A9F52C362}"/>
          </ac:spMkLst>
        </pc:spChg>
        <pc:spChg chg="add mod">
          <ac:chgData name="FAJARDO, JOSHUA S." userId="10ff038c-ae4c-47c6-aa47-eb9c2b1ee137" providerId="ADAL" clId="{A571E766-ECF9-4ACA-910F-E5F012930532}" dt="2026-07-09T02:59:29.961" v="1292"/>
          <ac:spMkLst>
            <pc:docMk/>
            <pc:sldMk cId="3607299536" sldId="321"/>
            <ac:spMk id="18" creationId="{7A33F622-96C1-5E12-735A-408C720672D3}"/>
          </ac:spMkLst>
        </pc:spChg>
      </pc:sldChg>
      <pc:sldChg chg="addSp modSp add mod modAnim">
        <pc:chgData name="FAJARDO, JOSHUA S." userId="10ff038c-ae4c-47c6-aa47-eb9c2b1ee137" providerId="ADAL" clId="{A571E766-ECF9-4ACA-910F-E5F012930532}" dt="2026-07-09T02:55:24.966" v="1241"/>
        <pc:sldMkLst>
          <pc:docMk/>
          <pc:sldMk cId="24172107" sldId="322"/>
        </pc:sldMkLst>
        <pc:spChg chg="add mod">
          <ac:chgData name="FAJARDO, JOSHUA S." userId="10ff038c-ae4c-47c6-aa47-eb9c2b1ee137" providerId="ADAL" clId="{A571E766-ECF9-4ACA-910F-E5F012930532}" dt="2026-07-09T02:50:53.190" v="1126" actId="20577"/>
          <ac:spMkLst>
            <pc:docMk/>
            <pc:sldMk cId="24172107" sldId="322"/>
            <ac:spMk id="8" creationId="{1A6B691C-0D59-625B-1DD2-3DA054779BBE}"/>
          </ac:spMkLst>
        </pc:spChg>
        <pc:spChg chg="add mod">
          <ac:chgData name="FAJARDO, JOSHUA S." userId="10ff038c-ae4c-47c6-aa47-eb9c2b1ee137" providerId="ADAL" clId="{A571E766-ECF9-4ACA-910F-E5F012930532}" dt="2026-07-09T02:49:54.212" v="1086" actId="1076"/>
          <ac:spMkLst>
            <pc:docMk/>
            <pc:sldMk cId="24172107" sldId="322"/>
            <ac:spMk id="9" creationId="{1C80F6A2-63F3-48B7-7D43-1CEFDFC499D9}"/>
          </ac:spMkLst>
        </pc:spChg>
        <pc:spChg chg="add mod">
          <ac:chgData name="FAJARDO, JOSHUA S." userId="10ff038c-ae4c-47c6-aa47-eb9c2b1ee137" providerId="ADAL" clId="{A571E766-ECF9-4ACA-910F-E5F012930532}" dt="2026-07-09T02:51:26.485" v="1172" actId="1076"/>
          <ac:spMkLst>
            <pc:docMk/>
            <pc:sldMk cId="24172107" sldId="322"/>
            <ac:spMk id="11" creationId="{05BA2882-D156-EEE8-8A6A-7C85E572D1BE}"/>
          </ac:spMkLst>
        </pc:spChg>
        <pc:spChg chg="mod">
          <ac:chgData name="FAJARDO, JOSHUA S." userId="10ff038c-ae4c-47c6-aa47-eb9c2b1ee137" providerId="ADAL" clId="{A571E766-ECF9-4ACA-910F-E5F012930532}" dt="2026-07-09T02:50:50.660" v="1125" actId="20577"/>
          <ac:spMkLst>
            <pc:docMk/>
            <pc:sldMk cId="24172107" sldId="322"/>
            <ac:spMk id="18" creationId="{876EE915-7EFC-13F1-EED8-8A48A431198A}"/>
          </ac:spMkLst>
        </pc:spChg>
      </pc:sldChg>
      <pc:sldChg chg="addSp delSp modSp add del mod ord delAnim modAnim">
        <pc:chgData name="FAJARDO, JOSHUA S." userId="10ff038c-ae4c-47c6-aa47-eb9c2b1ee137" providerId="ADAL" clId="{A571E766-ECF9-4ACA-910F-E5F012930532}" dt="2026-07-09T03:02:08.966" v="1300" actId="47"/>
        <pc:sldMkLst>
          <pc:docMk/>
          <pc:sldMk cId="661075172" sldId="323"/>
        </pc:sldMkLst>
      </pc:sldChg>
      <pc:sldChg chg="add">
        <pc:chgData name="FAJARDO, JOSHUA S." userId="10ff038c-ae4c-47c6-aa47-eb9c2b1ee137" providerId="ADAL" clId="{A571E766-ECF9-4ACA-910F-E5F012930532}" dt="2026-07-09T02:56:34.706" v="1252" actId="2890"/>
        <pc:sldMkLst>
          <pc:docMk/>
          <pc:sldMk cId="514812831" sldId="324"/>
        </pc:sldMkLst>
      </pc:sldChg>
      <pc:sldChg chg="modSp add mod">
        <pc:chgData name="FAJARDO, JOSHUA S." userId="10ff038c-ae4c-47c6-aa47-eb9c2b1ee137" providerId="ADAL" clId="{A571E766-ECF9-4ACA-910F-E5F012930532}" dt="2026-07-09T03:05:41.742" v="1447" actId="1076"/>
        <pc:sldMkLst>
          <pc:docMk/>
          <pc:sldMk cId="3646758759" sldId="325"/>
        </pc:sldMkLst>
        <pc:spChg chg="mod">
          <ac:chgData name="FAJARDO, JOSHUA S." userId="10ff038c-ae4c-47c6-aa47-eb9c2b1ee137" providerId="ADAL" clId="{A571E766-ECF9-4ACA-910F-E5F012930532}" dt="2026-07-09T03:05:14.727" v="1427" actId="20577"/>
          <ac:spMkLst>
            <pc:docMk/>
            <pc:sldMk cId="3646758759" sldId="325"/>
            <ac:spMk id="12" creationId="{33F68844-A4F2-CDCD-790C-173FDEF77EFC}"/>
          </ac:spMkLst>
        </pc:spChg>
        <pc:spChg chg="mod">
          <ac:chgData name="FAJARDO, JOSHUA S." userId="10ff038c-ae4c-47c6-aa47-eb9c2b1ee137" providerId="ADAL" clId="{A571E766-ECF9-4ACA-910F-E5F012930532}" dt="2026-07-09T03:05:41.742" v="1447" actId="1076"/>
          <ac:spMkLst>
            <pc:docMk/>
            <pc:sldMk cId="3646758759" sldId="325"/>
            <ac:spMk id="13" creationId="{DE10F6BE-7A8B-B549-F1F4-AA8D88A5CA6C}"/>
          </ac:spMkLst>
        </pc:spChg>
        <pc:spChg chg="mod">
          <ac:chgData name="FAJARDO, JOSHUA S." userId="10ff038c-ae4c-47c6-aa47-eb9c2b1ee137" providerId="ADAL" clId="{A571E766-ECF9-4ACA-910F-E5F012930532}" dt="2026-07-09T03:05:12.376" v="1426" actId="20577"/>
          <ac:spMkLst>
            <pc:docMk/>
            <pc:sldMk cId="3646758759" sldId="325"/>
            <ac:spMk id="19" creationId="{6BDAF46E-1DCB-3682-0D3D-C200145E5D54}"/>
          </ac:spMkLst>
        </pc:spChg>
        <pc:grpChg chg="mod">
          <ac:chgData name="FAJARDO, JOSHUA S." userId="10ff038c-ae4c-47c6-aa47-eb9c2b1ee137" providerId="ADAL" clId="{A571E766-ECF9-4ACA-910F-E5F012930532}" dt="2026-07-09T03:05:33.515" v="1444" actId="1076"/>
          <ac:grpSpMkLst>
            <pc:docMk/>
            <pc:sldMk cId="3646758759" sldId="325"/>
            <ac:grpSpMk id="22" creationId="{2A723047-A39D-D8C1-63C2-29E407B52684}"/>
          </ac:grpSpMkLst>
        </pc:grpChg>
      </pc:sldChg>
      <pc:sldChg chg="modSp add mod">
        <pc:chgData name="FAJARDO, JOSHUA S." userId="10ff038c-ae4c-47c6-aa47-eb9c2b1ee137" providerId="ADAL" clId="{A571E766-ECF9-4ACA-910F-E5F012930532}" dt="2026-07-09T03:07:21.213" v="1739" actId="20577"/>
        <pc:sldMkLst>
          <pc:docMk/>
          <pc:sldMk cId="2811770243" sldId="326"/>
        </pc:sldMkLst>
        <pc:spChg chg="mod">
          <ac:chgData name="FAJARDO, JOSHUA S." userId="10ff038c-ae4c-47c6-aa47-eb9c2b1ee137" providerId="ADAL" clId="{A571E766-ECF9-4ACA-910F-E5F012930532}" dt="2026-07-09T03:07:21.213" v="1739" actId="20577"/>
          <ac:spMkLst>
            <pc:docMk/>
            <pc:sldMk cId="2811770243" sldId="326"/>
            <ac:spMk id="11" creationId="{2CC6B1AF-64FE-D84E-99F6-E416EC7D8E6F}"/>
          </ac:spMkLst>
        </pc:spChg>
        <pc:spChg chg="mod">
          <ac:chgData name="FAJARDO, JOSHUA S." userId="10ff038c-ae4c-47c6-aa47-eb9c2b1ee137" providerId="ADAL" clId="{A571E766-ECF9-4ACA-910F-E5F012930532}" dt="2026-07-09T03:06:50.965" v="1602" actId="20577"/>
          <ac:spMkLst>
            <pc:docMk/>
            <pc:sldMk cId="2811770243" sldId="326"/>
            <ac:spMk id="19" creationId="{1CB44DE3-6BFE-8CE4-09BC-488558C779F8}"/>
          </ac:spMkLst>
        </pc:spChg>
      </pc:sldChg>
      <pc:sldChg chg="add">
        <pc:chgData name="FAJARDO, JOSHUA S." userId="10ff038c-ae4c-47c6-aa47-eb9c2b1ee137" providerId="ADAL" clId="{A571E766-ECF9-4ACA-910F-E5F012930532}" dt="2026-07-13T22:58:44.162" v="1750" actId="2890"/>
        <pc:sldMkLst>
          <pc:docMk/>
          <pc:sldMk cId="715085263" sldId="32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6.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1.png"/><Relationship Id="rId4" Type="http://schemas.openxmlformats.org/officeDocument/2006/relationships/image" Target="../media/image190.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1.png"/><Relationship Id="rId4" Type="http://schemas.openxmlformats.org/officeDocument/2006/relationships/image" Target="../media/image200.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10.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10.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svg"/><Relationship Id="rId7"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svg"/><Relationship Id="rId7"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1.png"/><Relationship Id="rId9"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svg"/><Relationship Id="rId7"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7.png"/><Relationship Id="rId4" Type="http://schemas.openxmlformats.org/officeDocument/2006/relationships/image" Target="../media/image11.png"/><Relationship Id="rId9"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2.svg"/><Relationship Id="rId7"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0.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2.svg"/><Relationship Id="rId7"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0.png"/><Relationship Id="rId4" Type="http://schemas.openxmlformats.org/officeDocument/2006/relationships/image" Target="../media/image11.png"/><Relationship Id="rId9"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320.png"/></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80.png"/></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12277" y="0"/>
            <a:ext cx="34712554" cy="8772618"/>
            <a:chOff x="0" y="0"/>
            <a:chExt cx="46283405" cy="11696823"/>
          </a:xfrm>
        </p:grpSpPr>
        <p:sp>
          <p:nvSpPr>
            <p:cNvPr id="3" name="Freeform 3"/>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p:cNvGrpSpPr/>
          <p:nvPr/>
        </p:nvGrpSpPr>
        <p:grpSpPr>
          <a:xfrm>
            <a:off x="0" y="8229603"/>
            <a:ext cx="18288000" cy="2057397"/>
            <a:chOff x="0" y="0"/>
            <a:chExt cx="4816593" cy="541866"/>
          </a:xfrm>
        </p:grpSpPr>
        <p:sp>
          <p:nvSpPr>
            <p:cNvPr id="6" name="Freeform 6"/>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1044510">
            <a:off x="432583" y="5509725"/>
            <a:ext cx="2278479" cy="2204428"/>
          </a:xfrm>
          <a:custGeom>
            <a:avLst/>
            <a:gdLst/>
            <a:ahLst/>
            <a:cxnLst/>
            <a:rect l="l" t="t" r="r" b="b"/>
            <a:pathLst>
              <a:path w="2278479" h="2204428">
                <a:moveTo>
                  <a:pt x="0" y="0"/>
                </a:moveTo>
                <a:lnTo>
                  <a:pt x="2278479" y="0"/>
                </a:lnTo>
                <a:lnTo>
                  <a:pt x="2278479" y="2204428"/>
                </a:lnTo>
                <a:lnTo>
                  <a:pt x="0" y="22044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9" name="Freeform 9"/>
          <p:cNvSpPr/>
          <p:nvPr/>
        </p:nvSpPr>
        <p:spPr>
          <a:xfrm>
            <a:off x="15830566" y="498475"/>
            <a:ext cx="1948919" cy="2057400"/>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H"/>
          </a:p>
        </p:txBody>
      </p:sp>
      <p:sp>
        <p:nvSpPr>
          <p:cNvPr id="10" name="Freeform 10"/>
          <p:cNvSpPr/>
          <p:nvPr/>
        </p:nvSpPr>
        <p:spPr>
          <a:xfrm rot="-1252704">
            <a:off x="15906129" y="6843307"/>
            <a:ext cx="2107469" cy="812334"/>
          </a:xfrm>
          <a:custGeom>
            <a:avLst/>
            <a:gdLst/>
            <a:ahLst/>
            <a:cxnLst/>
            <a:rect l="l" t="t" r="r" b="b"/>
            <a:pathLst>
              <a:path w="2107469" h="812334">
                <a:moveTo>
                  <a:pt x="0" y="0"/>
                </a:moveTo>
                <a:lnTo>
                  <a:pt x="2107469" y="0"/>
                </a:lnTo>
                <a:lnTo>
                  <a:pt x="2107469" y="812333"/>
                </a:lnTo>
                <a:lnTo>
                  <a:pt x="0" y="8123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1" name="Freeform 11"/>
          <p:cNvSpPr/>
          <p:nvPr/>
        </p:nvSpPr>
        <p:spPr>
          <a:xfrm rot="-2612862">
            <a:off x="2194794" y="2267616"/>
            <a:ext cx="553303" cy="792492"/>
          </a:xfrm>
          <a:custGeom>
            <a:avLst/>
            <a:gdLst/>
            <a:ahLst/>
            <a:cxnLst/>
            <a:rect l="l" t="t" r="r" b="b"/>
            <a:pathLst>
              <a:path w="553303" h="792492">
                <a:moveTo>
                  <a:pt x="0" y="0"/>
                </a:moveTo>
                <a:lnTo>
                  <a:pt x="553303" y="0"/>
                </a:lnTo>
                <a:lnTo>
                  <a:pt x="553303" y="792492"/>
                </a:lnTo>
                <a:lnTo>
                  <a:pt x="0" y="79249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2" name="TextBox 12"/>
          <p:cNvSpPr txBox="1"/>
          <p:nvPr/>
        </p:nvSpPr>
        <p:spPr>
          <a:xfrm>
            <a:off x="1885294" y="3001962"/>
            <a:ext cx="14517412" cy="2600325"/>
          </a:xfrm>
          <a:prstGeom prst="rect">
            <a:avLst/>
          </a:prstGeom>
        </p:spPr>
        <p:txBody>
          <a:bodyPr lIns="0" tIns="0" rIns="0" bIns="0" rtlCol="0" anchor="t">
            <a:spAutoFit/>
          </a:bodyPr>
          <a:lstStyle/>
          <a:p>
            <a:pPr algn="ctr">
              <a:lnSpc>
                <a:spcPts val="21000"/>
              </a:lnSpc>
            </a:pPr>
            <a:r>
              <a:rPr lang="en-US" sz="15000" dirty="0">
                <a:solidFill>
                  <a:srgbClr val="223939"/>
                </a:solidFill>
                <a:latin typeface="Borsok"/>
                <a:ea typeface="Borsok"/>
                <a:cs typeface="Borsok"/>
                <a:sym typeface="Borsok"/>
              </a:rPr>
              <a:t>MATHEMATICS</a:t>
            </a:r>
          </a:p>
        </p:txBody>
      </p:sp>
      <p:sp>
        <p:nvSpPr>
          <p:cNvPr id="13" name="Freeform 13"/>
          <p:cNvSpPr/>
          <p:nvPr/>
        </p:nvSpPr>
        <p:spPr>
          <a:xfrm rot="7796296">
            <a:off x="15806891" y="5011824"/>
            <a:ext cx="553303" cy="792492"/>
          </a:xfrm>
          <a:custGeom>
            <a:avLst/>
            <a:gdLst/>
            <a:ahLst/>
            <a:cxnLst/>
            <a:rect l="l" t="t" r="r" b="b"/>
            <a:pathLst>
              <a:path w="553303" h="792492">
                <a:moveTo>
                  <a:pt x="0" y="0"/>
                </a:moveTo>
                <a:lnTo>
                  <a:pt x="553303" y="0"/>
                </a:lnTo>
                <a:lnTo>
                  <a:pt x="553303" y="792491"/>
                </a:lnTo>
                <a:lnTo>
                  <a:pt x="0" y="79249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4" name="Freeform 14"/>
          <p:cNvSpPr/>
          <p:nvPr/>
        </p:nvSpPr>
        <p:spPr>
          <a:xfrm flipH="1">
            <a:off x="389691" y="325554"/>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12"/>
            <a:stretch>
              <a:fillRect/>
            </a:stretch>
          </a:blipFill>
        </p:spPr>
        <p:txBody>
          <a:bodyPr/>
          <a:lstStyle/>
          <a:p>
            <a:endParaRPr lang="en-PH"/>
          </a:p>
        </p:txBody>
      </p:sp>
      <p:sp>
        <p:nvSpPr>
          <p:cNvPr id="15" name="TextBox 15"/>
          <p:cNvSpPr txBox="1"/>
          <p:nvPr/>
        </p:nvSpPr>
        <p:spPr>
          <a:xfrm>
            <a:off x="4887415" y="8757604"/>
            <a:ext cx="8817969" cy="896620"/>
          </a:xfrm>
          <a:prstGeom prst="rect">
            <a:avLst/>
          </a:prstGeom>
        </p:spPr>
        <p:txBody>
          <a:bodyPr lIns="0" tIns="0" rIns="0" bIns="0" rtlCol="0" anchor="t">
            <a:spAutoFit/>
          </a:bodyPr>
          <a:lstStyle/>
          <a:p>
            <a:pPr algn="ctr">
              <a:lnSpc>
                <a:spcPts val="7279"/>
              </a:lnSpc>
            </a:pPr>
            <a:r>
              <a:rPr lang="en-US" sz="5199" b="1">
                <a:solidFill>
                  <a:srgbClr val="E1E1E1"/>
                </a:solidFill>
                <a:latin typeface="Monterchi Bold"/>
                <a:ea typeface="Monterchi Bold"/>
                <a:cs typeface="Monterchi Bold"/>
                <a:sym typeface="Monterchi Bold"/>
              </a:rPr>
              <a:t>Prepared by: Mr. Fajardo</a:t>
            </a:r>
          </a:p>
        </p:txBody>
      </p:sp>
      <p:sp>
        <p:nvSpPr>
          <p:cNvPr id="16" name="TextBox 16"/>
          <p:cNvSpPr txBox="1"/>
          <p:nvPr/>
        </p:nvSpPr>
        <p:spPr>
          <a:xfrm>
            <a:off x="2988644" y="2468999"/>
            <a:ext cx="11868503" cy="958850"/>
          </a:xfrm>
          <a:prstGeom prst="rect">
            <a:avLst/>
          </a:prstGeom>
        </p:spPr>
        <p:txBody>
          <a:bodyPr lIns="0" tIns="0" rIns="0" bIns="0" rtlCol="0" anchor="t">
            <a:spAutoFit/>
          </a:bodyPr>
          <a:lstStyle/>
          <a:p>
            <a:pPr algn="ctr">
              <a:lnSpc>
                <a:spcPts val="7000"/>
              </a:lnSpc>
            </a:pPr>
            <a:r>
              <a:rPr lang="en-US" sz="5000" dirty="0">
                <a:solidFill>
                  <a:srgbClr val="2F4F4F"/>
                </a:solidFill>
                <a:latin typeface="Bugaki"/>
                <a:ea typeface="Bugaki"/>
                <a:cs typeface="Bugaki"/>
                <a:sym typeface="Bugaki"/>
              </a:rPr>
              <a:t>Welcome to our</a:t>
            </a:r>
          </a:p>
        </p:txBody>
      </p:sp>
      <p:sp>
        <p:nvSpPr>
          <p:cNvPr id="17" name="TextBox 17"/>
          <p:cNvSpPr txBox="1"/>
          <p:nvPr/>
        </p:nvSpPr>
        <p:spPr>
          <a:xfrm>
            <a:off x="3364463" y="5180779"/>
            <a:ext cx="11868503" cy="958850"/>
          </a:xfrm>
          <a:prstGeom prst="rect">
            <a:avLst/>
          </a:prstGeom>
        </p:spPr>
        <p:txBody>
          <a:bodyPr lIns="0" tIns="0" rIns="0" bIns="0" rtlCol="0" anchor="t">
            <a:spAutoFit/>
          </a:bodyPr>
          <a:lstStyle/>
          <a:p>
            <a:pPr algn="ctr">
              <a:lnSpc>
                <a:spcPts val="7000"/>
              </a:lnSpc>
            </a:pPr>
            <a:r>
              <a:rPr lang="en-US" sz="5000" dirty="0">
                <a:solidFill>
                  <a:srgbClr val="2F4F4F"/>
                </a:solidFill>
                <a:latin typeface="Bugaki"/>
                <a:ea typeface="Bugaki"/>
                <a:cs typeface="Bugaki"/>
                <a:sym typeface="Bugaki"/>
              </a:rPr>
              <a:t>Class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208423" y="0"/>
            <a:ext cx="40704846" cy="10287000"/>
            <a:chOff x="0" y="0"/>
            <a:chExt cx="54273128" cy="13716000"/>
          </a:xfrm>
        </p:grpSpPr>
        <p:sp>
          <p:nvSpPr>
            <p:cNvPr id="3" name="Freeform 3"/>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p:cNvGrpSpPr/>
          <p:nvPr/>
        </p:nvGrpSpPr>
        <p:grpSpPr>
          <a:xfrm>
            <a:off x="895400" y="1559280"/>
            <a:ext cx="16497199" cy="7607883"/>
            <a:chOff x="0" y="0"/>
            <a:chExt cx="4344941" cy="2003722"/>
          </a:xfrm>
        </p:grpSpPr>
        <p:sp>
          <p:nvSpPr>
            <p:cNvPr id="6" name="Freeform 6"/>
            <p:cNvSpPr/>
            <p:nvPr/>
          </p:nvSpPr>
          <p:spPr>
            <a:xfrm>
              <a:off x="0" y="0"/>
              <a:ext cx="4344941" cy="2003722"/>
            </a:xfrm>
            <a:custGeom>
              <a:avLst/>
              <a:gdLst/>
              <a:ahLst/>
              <a:cxnLst/>
              <a:rect l="l" t="t" r="r" b="b"/>
              <a:pathLst>
                <a:path w="4344941" h="2003722">
                  <a:moveTo>
                    <a:pt x="23934" y="0"/>
                  </a:moveTo>
                  <a:lnTo>
                    <a:pt x="4321008" y="0"/>
                  </a:lnTo>
                  <a:cubicBezTo>
                    <a:pt x="4327355" y="0"/>
                    <a:pt x="4333443" y="2522"/>
                    <a:pt x="4337931" y="7010"/>
                  </a:cubicBezTo>
                  <a:cubicBezTo>
                    <a:pt x="4342420" y="11498"/>
                    <a:pt x="4344941" y="17586"/>
                    <a:pt x="4344941" y="23934"/>
                  </a:cubicBezTo>
                  <a:lnTo>
                    <a:pt x="4344941" y="1979789"/>
                  </a:lnTo>
                  <a:cubicBezTo>
                    <a:pt x="4344941" y="1993007"/>
                    <a:pt x="4334226" y="2003722"/>
                    <a:pt x="4321008" y="2003722"/>
                  </a:cubicBezTo>
                  <a:lnTo>
                    <a:pt x="23934" y="2003722"/>
                  </a:lnTo>
                  <a:cubicBezTo>
                    <a:pt x="10715" y="2003722"/>
                    <a:pt x="0" y="1993007"/>
                    <a:pt x="0" y="1979789"/>
                  </a:cubicBezTo>
                  <a:lnTo>
                    <a:pt x="0" y="23934"/>
                  </a:lnTo>
                  <a:cubicBezTo>
                    <a:pt x="0" y="10715"/>
                    <a:pt x="10715" y="0"/>
                    <a:pt x="23934" y="0"/>
                  </a:cubicBezTo>
                  <a:close/>
                </a:path>
              </a:pathLst>
            </a:custGeom>
            <a:solidFill>
              <a:srgbClr val="FFFFFF"/>
            </a:solidFill>
            <a:ln w="123825" cap="rnd">
              <a:solidFill>
                <a:srgbClr val="223939"/>
              </a:solidFill>
              <a:prstDash val="lgDash"/>
              <a:round/>
            </a:ln>
          </p:spPr>
          <p:txBody>
            <a:bodyPr/>
            <a:lstStyle/>
            <a:p>
              <a:endParaRPr lang="en-PH"/>
            </a:p>
          </p:txBody>
        </p:sp>
        <p:sp>
          <p:nvSpPr>
            <p:cNvPr id="7" name="TextBox 7"/>
            <p:cNvSpPr txBox="1"/>
            <p:nvPr/>
          </p:nvSpPr>
          <p:spPr>
            <a:xfrm>
              <a:off x="0" y="-38100"/>
              <a:ext cx="4344941" cy="2041822"/>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6611354" y="2541957"/>
            <a:ext cx="3353292" cy="1060479"/>
          </a:xfrm>
          <a:custGeom>
            <a:avLst/>
            <a:gdLst/>
            <a:ahLst/>
            <a:cxnLst/>
            <a:rect l="l" t="t" r="r" b="b"/>
            <a:pathLst>
              <a:path w="3353292" h="1060479">
                <a:moveTo>
                  <a:pt x="0" y="0"/>
                </a:moveTo>
                <a:lnTo>
                  <a:pt x="3353292" y="0"/>
                </a:lnTo>
                <a:lnTo>
                  <a:pt x="3353292" y="1060479"/>
                </a:lnTo>
                <a:lnTo>
                  <a:pt x="0" y="1060479"/>
                </a:lnTo>
                <a:lnTo>
                  <a:pt x="0" y="0"/>
                </a:lnTo>
                <a:close/>
              </a:path>
            </a:pathLst>
          </a:custGeom>
          <a:blipFill>
            <a:blip r:embed="rId4"/>
            <a:stretch>
              <a:fillRect/>
            </a:stretch>
          </a:blipFill>
        </p:spPr>
        <p:txBody>
          <a:bodyPr/>
          <a:lstStyle/>
          <a:p>
            <a:endParaRPr lang="en-PH"/>
          </a:p>
        </p:txBody>
      </p:sp>
      <p:grpSp>
        <p:nvGrpSpPr>
          <p:cNvPr id="15" name="Group 14">
            <a:extLst>
              <a:ext uri="{FF2B5EF4-FFF2-40B4-BE49-F238E27FC236}">
                <a16:creationId xmlns:a16="http://schemas.microsoft.com/office/drawing/2014/main" id="{EE6EA8F9-BF56-FA78-4D74-C4F71062B50B}"/>
              </a:ext>
            </a:extLst>
          </p:cNvPr>
          <p:cNvGrpSpPr/>
          <p:nvPr/>
        </p:nvGrpSpPr>
        <p:grpSpPr>
          <a:xfrm>
            <a:off x="2213733" y="730327"/>
            <a:ext cx="10740267" cy="1657907"/>
            <a:chOff x="2213733" y="730327"/>
            <a:chExt cx="10740267" cy="1657907"/>
          </a:xfrm>
        </p:grpSpPr>
        <p:grpSp>
          <p:nvGrpSpPr>
            <p:cNvPr id="8" name="Group 8"/>
            <p:cNvGrpSpPr/>
            <p:nvPr/>
          </p:nvGrpSpPr>
          <p:grpSpPr>
            <a:xfrm>
              <a:off x="2213733" y="730327"/>
              <a:ext cx="10740267" cy="1657907"/>
              <a:chOff x="0" y="0"/>
              <a:chExt cx="2693549" cy="436650"/>
            </a:xfrm>
          </p:grpSpPr>
          <p:sp>
            <p:nvSpPr>
              <p:cNvPr id="9" name="Freeform 9"/>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2362200" y="1020671"/>
              <a:ext cx="10227067" cy="1077218"/>
            </a:xfrm>
            <a:prstGeom prst="rect">
              <a:avLst/>
            </a:prstGeom>
          </p:spPr>
          <p:txBody>
            <a:bodyPr wrap="square" lIns="0" tIns="0" rIns="0" bIns="0" rtlCol="0" anchor="t">
              <a:spAutoFit/>
            </a:bodyPr>
            <a:lstStyle/>
            <a:p>
              <a:pPr algn="ctr">
                <a:lnSpc>
                  <a:spcPts val="8399"/>
                </a:lnSpc>
              </a:pPr>
              <a:r>
                <a:rPr lang="en-US" sz="7000" dirty="0">
                  <a:solidFill>
                    <a:srgbClr val="E1E1E1"/>
                  </a:solidFill>
                  <a:latin typeface="Bugaki"/>
                  <a:ea typeface="Bugaki"/>
                  <a:cs typeface="Bugaki"/>
                  <a:sym typeface="Bugaki"/>
                </a:rPr>
                <a:t>Learning Objectives</a:t>
              </a:r>
            </a:p>
          </p:txBody>
        </p:sp>
      </p:grpSp>
      <mc:AlternateContent xmlns:mc="http://schemas.openxmlformats.org/markup-compatibility/2006" xmlns:a14="http://schemas.microsoft.com/office/drawing/2010/main">
        <mc:Choice Requires="a14">
          <p:sp>
            <p:nvSpPr>
              <p:cNvPr id="13" name="TextBox 13"/>
              <p:cNvSpPr txBox="1"/>
              <p:nvPr/>
            </p:nvSpPr>
            <p:spPr>
              <a:xfrm>
                <a:off x="1673665" y="2738251"/>
                <a:ext cx="14252136" cy="5078313"/>
              </a:xfrm>
              <a:prstGeom prst="rect">
                <a:avLst/>
              </a:prstGeom>
            </p:spPr>
            <p:txBody>
              <a:bodyPr wrap="square" lIns="0" tIns="0" rIns="0" bIns="0" rtlCol="0" anchor="t">
                <a:spAutoFit/>
              </a:bodyPr>
              <a:lstStyle/>
              <a:p>
                <a:pPr marL="1079501" lvl="1" indent="-539750" algn="l">
                  <a:lnSpc>
                    <a:spcPct val="150000"/>
                  </a:lnSpc>
                  <a:buFont typeface="Arial"/>
                  <a:buChar char="•"/>
                </a:pPr>
                <a:r>
                  <a:rPr lang="en-US" sz="5500" dirty="0">
                    <a:solidFill>
                      <a:srgbClr val="1C2B2B"/>
                    </a:solidFill>
                    <a:latin typeface="Monterchi"/>
                    <a:ea typeface="Monterchi"/>
                    <a:cs typeface="Monterchi"/>
                    <a:sym typeface="Monterchi"/>
                  </a:rPr>
                  <a:t>Identify the numerical values of </a:t>
                </a:r>
                <a14:m>
                  <m:oMath xmlns:m="http://schemas.openxmlformats.org/officeDocument/2006/math">
                    <m:r>
                      <a:rPr lang="en-PH" sz="5500" b="0" i="1" smtClean="0">
                        <a:solidFill>
                          <a:srgbClr val="1C2B2B"/>
                        </a:solidFill>
                        <a:latin typeface="Cambria Math" panose="02040503050406030204" pitchFamily="18" charset="0"/>
                        <a:ea typeface="Monterchi"/>
                        <a:cs typeface="Monterchi"/>
                        <a:sym typeface="Monterchi"/>
                      </a:rPr>
                      <m:t>𝑎</m:t>
                    </m:r>
                    <m:r>
                      <a:rPr lang="en-PH" sz="5500" b="0" i="1" smtClean="0">
                        <a:solidFill>
                          <a:srgbClr val="1C2B2B"/>
                        </a:solidFill>
                        <a:latin typeface="Cambria Math" panose="02040503050406030204" pitchFamily="18" charset="0"/>
                        <a:ea typeface="Monterchi"/>
                        <a:cs typeface="Monterchi"/>
                        <a:sym typeface="Monterchi"/>
                      </a:rPr>
                      <m:t>, </m:t>
                    </m:r>
                    <m:r>
                      <a:rPr lang="en-PH" sz="5500" b="0" i="1" smtClean="0">
                        <a:solidFill>
                          <a:srgbClr val="1C2B2B"/>
                        </a:solidFill>
                        <a:latin typeface="Cambria Math" panose="02040503050406030204" pitchFamily="18" charset="0"/>
                        <a:ea typeface="Monterchi"/>
                        <a:cs typeface="Monterchi"/>
                        <a:sym typeface="Monterchi"/>
                      </a:rPr>
                      <m:t>𝑏</m:t>
                    </m:r>
                    <m:r>
                      <a:rPr lang="en-PH" sz="5500" b="0" i="1" smtClean="0">
                        <a:solidFill>
                          <a:srgbClr val="1C2B2B"/>
                        </a:solidFill>
                        <a:latin typeface="Cambria Math" panose="02040503050406030204" pitchFamily="18" charset="0"/>
                        <a:ea typeface="Monterchi"/>
                        <a:cs typeface="Monterchi"/>
                        <a:sym typeface="Monterchi"/>
                      </a:rPr>
                      <m:t>,</m:t>
                    </m:r>
                  </m:oMath>
                </a14:m>
                <a:r>
                  <a:rPr lang="en-US" sz="5500" dirty="0">
                    <a:solidFill>
                      <a:srgbClr val="1C2B2B"/>
                    </a:solidFill>
                    <a:latin typeface="Monterchi"/>
                    <a:ea typeface="Monterchi"/>
                    <a:cs typeface="Monterchi"/>
                    <a:sym typeface="Monterchi"/>
                  </a:rPr>
                  <a:t> and </a:t>
                </a:r>
                <a14:m>
                  <m:oMath xmlns:m="http://schemas.openxmlformats.org/officeDocument/2006/math">
                    <m:r>
                      <a:rPr lang="en-PH" sz="5500" b="0" i="1" smtClean="0">
                        <a:solidFill>
                          <a:srgbClr val="1C2B2B"/>
                        </a:solidFill>
                        <a:latin typeface="Cambria Math" panose="02040503050406030204" pitchFamily="18" charset="0"/>
                        <a:ea typeface="Monterchi"/>
                        <a:cs typeface="Monterchi"/>
                        <a:sym typeface="Monterchi"/>
                      </a:rPr>
                      <m:t>𝑐</m:t>
                    </m:r>
                  </m:oMath>
                </a14:m>
                <a:r>
                  <a:rPr lang="en-US" sz="5500" dirty="0">
                    <a:solidFill>
                      <a:srgbClr val="1C2B2B"/>
                    </a:solidFill>
                    <a:latin typeface="Monterchi"/>
                    <a:ea typeface="Monterchi"/>
                    <a:cs typeface="Monterchi"/>
                    <a:sym typeface="Monterchi"/>
                  </a:rPr>
                  <a:t> of a quadratic equation in standard form. </a:t>
                </a:r>
              </a:p>
              <a:p>
                <a:pPr marL="1079501" lvl="1" indent="-539750" algn="l">
                  <a:lnSpc>
                    <a:spcPct val="150000"/>
                  </a:lnSpc>
                  <a:buFont typeface="Arial"/>
                  <a:buChar char="•"/>
                </a:pPr>
                <a:r>
                  <a:rPr lang="en-US" sz="5500" dirty="0">
                    <a:solidFill>
                      <a:srgbClr val="1C2B2B"/>
                    </a:solidFill>
                    <a:latin typeface="Monterchi"/>
                    <a:ea typeface="Monterchi"/>
                    <a:cs typeface="Monterchi"/>
                    <a:sym typeface="Monterchi"/>
                  </a:rPr>
                  <a:t>Solve quadratic equations using the quadratic formula. </a:t>
                </a:r>
              </a:p>
            </p:txBody>
          </p:sp>
        </mc:Choice>
        <mc:Fallback xmlns="">
          <p:sp>
            <p:nvSpPr>
              <p:cNvPr id="13" name="TextBox 13"/>
              <p:cNvSpPr txBox="1">
                <a:spLocks noRot="1" noChangeAspect="1" noMove="1" noResize="1" noEditPoints="1" noAdjustHandles="1" noChangeArrowheads="1" noChangeShapeType="1" noTextEdit="1"/>
              </p:cNvSpPr>
              <p:nvPr/>
            </p:nvSpPr>
            <p:spPr>
              <a:xfrm>
                <a:off x="1673665" y="2738251"/>
                <a:ext cx="14252136" cy="5078313"/>
              </a:xfrm>
              <a:prstGeom prst="rect">
                <a:avLst/>
              </a:prstGeom>
              <a:blipFill>
                <a:blip r:embed="rId5"/>
                <a:stretch>
                  <a:fillRect b="-7323"/>
                </a:stretch>
              </a:blipFill>
            </p:spPr>
            <p:txBody>
              <a:bodyPr/>
              <a:lstStyle/>
              <a:p>
                <a:r>
                  <a:rPr lang="en-PH">
                    <a:noFill/>
                  </a:rPr>
                  <a:t> </a:t>
                </a:r>
              </a:p>
            </p:txBody>
          </p:sp>
        </mc:Fallback>
      </mc:AlternateContent>
      <p:sp>
        <p:nvSpPr>
          <p:cNvPr id="14" name="Freeform 14"/>
          <p:cNvSpPr/>
          <p:nvPr/>
        </p:nvSpPr>
        <p:spPr>
          <a:xfrm>
            <a:off x="-1573188" y="7256692"/>
            <a:ext cx="3353292" cy="1060479"/>
          </a:xfrm>
          <a:custGeom>
            <a:avLst/>
            <a:gdLst/>
            <a:ahLst/>
            <a:cxnLst/>
            <a:rect l="l" t="t" r="r" b="b"/>
            <a:pathLst>
              <a:path w="3353292" h="1060479">
                <a:moveTo>
                  <a:pt x="0" y="0"/>
                </a:moveTo>
                <a:lnTo>
                  <a:pt x="3353292" y="0"/>
                </a:lnTo>
                <a:lnTo>
                  <a:pt x="3353292" y="1060479"/>
                </a:lnTo>
                <a:lnTo>
                  <a:pt x="0" y="1060479"/>
                </a:lnTo>
                <a:lnTo>
                  <a:pt x="0" y="0"/>
                </a:lnTo>
                <a:close/>
              </a:path>
            </a:pathLst>
          </a:custGeom>
          <a:blipFill>
            <a:blip r:embed="rId4"/>
            <a:stretch>
              <a:fillRect/>
            </a:stretch>
          </a:blipFill>
        </p:spPr>
        <p:txBody>
          <a:bodyPr/>
          <a:lstStyle/>
          <a:p>
            <a:endParaRPr lang="en-PH"/>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78275-9BAF-2C09-6ADD-D8E5FA67E95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2DF82CD-8848-2CA9-81FA-E2694D999A8E}"/>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7C2BF88E-410C-16E0-DDC8-167CAD809708}"/>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78B7F9FD-F128-DA19-3A1D-7FEB6C12F36E}"/>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51B3F330-21DE-D6A7-B713-40EE0BCD9100}"/>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5C44A3D1-74BB-7F2D-02DC-95663ADF8C04}"/>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DF52A3FD-9C82-A51F-62F0-2474842CFDE6}"/>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E6E94B45-F696-705E-341F-A1481875CDD0}"/>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1505514E-67AB-4EB6-F513-6439266CD14B}"/>
              </a:ext>
            </a:extLst>
          </p:cNvPr>
          <p:cNvSpPr txBox="1"/>
          <p:nvPr/>
        </p:nvSpPr>
        <p:spPr>
          <a:xfrm>
            <a:off x="1943642" y="2255613"/>
            <a:ext cx="14517412" cy="4616648"/>
          </a:xfrm>
          <a:prstGeom prst="rect">
            <a:avLst/>
          </a:prstGeom>
        </p:spPr>
        <p:txBody>
          <a:bodyPr lIns="0" tIns="0" rIns="0" bIns="0" rtlCol="0" anchor="t">
            <a:spAutoFit/>
          </a:bodyPr>
          <a:lstStyle/>
          <a:p>
            <a:pPr algn="ctr"/>
            <a:r>
              <a:rPr lang="en-US" sz="15000" dirty="0">
                <a:solidFill>
                  <a:srgbClr val="223939"/>
                </a:solidFill>
                <a:latin typeface="Borsok"/>
                <a:ea typeface="Borsok"/>
                <a:cs typeface="Borsok"/>
                <a:sym typeface="Borsok"/>
              </a:rPr>
              <a:t>Exploration activity</a:t>
            </a:r>
          </a:p>
        </p:txBody>
      </p:sp>
      <p:sp>
        <p:nvSpPr>
          <p:cNvPr id="14" name="Freeform 14">
            <a:extLst>
              <a:ext uri="{FF2B5EF4-FFF2-40B4-BE49-F238E27FC236}">
                <a16:creationId xmlns:a16="http://schemas.microsoft.com/office/drawing/2014/main" id="{88CDA47D-9B78-C7F7-4479-8BECF410D08E}"/>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6"/>
            <a:stretch>
              <a:fillRect/>
            </a:stretch>
          </a:blipFill>
        </p:spPr>
        <p:txBody>
          <a:bodyPr/>
          <a:lstStyle/>
          <a:p>
            <a:endParaRPr lang="en-PH" dirty="0"/>
          </a:p>
        </p:txBody>
      </p:sp>
    </p:spTree>
    <p:extLst>
      <p:ext uri="{BB962C8B-B14F-4D97-AF65-F5344CB8AC3E}">
        <p14:creationId xmlns:p14="http://schemas.microsoft.com/office/powerpoint/2010/main" val="4165527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50259-75D6-BD21-6533-218FA116CFA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DF180FC-BA89-333C-A363-EC05F47CD8FA}"/>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2EEE7C50-1F06-8D3C-93BE-F2C6C711B5C4}"/>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76E3FCB0-C275-A214-E97B-57408F529A7D}"/>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52F0F40A-5749-F2E2-F614-D2908A00C3CC}"/>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20048BCB-D8EB-443E-C16C-96C8605E1CAB}"/>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77B936E9-99ED-2313-945E-7B271B2F1C18}"/>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E1D2502D-F351-477B-9041-2459C1AEC05A}"/>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64661BF4-823C-4F66-FE85-0870CDD7F3D2}"/>
              </a:ext>
            </a:extLst>
          </p:cNvPr>
          <p:cNvSpPr txBox="1"/>
          <p:nvPr/>
        </p:nvSpPr>
        <p:spPr>
          <a:xfrm>
            <a:off x="1943642" y="920637"/>
            <a:ext cx="14517412" cy="4616648"/>
          </a:xfrm>
          <a:prstGeom prst="rect">
            <a:avLst/>
          </a:prstGeom>
        </p:spPr>
        <p:txBody>
          <a:bodyPr lIns="0" tIns="0" rIns="0" bIns="0" rtlCol="0" anchor="t">
            <a:spAutoFit/>
          </a:bodyPr>
          <a:lstStyle/>
          <a:p>
            <a:pPr algn="ctr"/>
            <a:r>
              <a:rPr lang="en-US" sz="15000" dirty="0">
                <a:solidFill>
                  <a:srgbClr val="223939"/>
                </a:solidFill>
                <a:latin typeface="Borsok"/>
                <a:ea typeface="Borsok"/>
                <a:cs typeface="Borsok"/>
                <a:sym typeface="Borsok"/>
              </a:rPr>
              <a:t>Exploration activity</a:t>
            </a:r>
          </a:p>
        </p:txBody>
      </p:sp>
      <p:sp>
        <p:nvSpPr>
          <p:cNvPr id="14" name="Freeform 14">
            <a:extLst>
              <a:ext uri="{FF2B5EF4-FFF2-40B4-BE49-F238E27FC236}">
                <a16:creationId xmlns:a16="http://schemas.microsoft.com/office/drawing/2014/main" id="{2EB14973-D74E-C6FE-3499-B873F53184D0}"/>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6"/>
            <a:stretch>
              <a:fillRect/>
            </a:stretch>
          </a:blipFill>
        </p:spPr>
        <p:txBody>
          <a:bodyPr/>
          <a:lstStyle/>
          <a:p>
            <a:endParaRPr lang="en-PH" dirty="0"/>
          </a:p>
        </p:txBody>
      </p:sp>
      <p:sp>
        <p:nvSpPr>
          <p:cNvPr id="10" name="TextBox 16">
            <a:extLst>
              <a:ext uri="{FF2B5EF4-FFF2-40B4-BE49-F238E27FC236}">
                <a16:creationId xmlns:a16="http://schemas.microsoft.com/office/drawing/2014/main" id="{821EB5A3-6EA0-4B7E-68C2-B288F736412C}"/>
              </a:ext>
            </a:extLst>
          </p:cNvPr>
          <p:cNvSpPr txBox="1"/>
          <p:nvPr/>
        </p:nvSpPr>
        <p:spPr>
          <a:xfrm>
            <a:off x="3151400" y="5581625"/>
            <a:ext cx="11868503" cy="865622"/>
          </a:xfrm>
          <a:prstGeom prst="rect">
            <a:avLst/>
          </a:prstGeom>
        </p:spPr>
        <p:txBody>
          <a:bodyPr lIns="0" tIns="0" rIns="0" bIns="0" rtlCol="0" anchor="t">
            <a:spAutoFit/>
          </a:bodyPr>
          <a:lstStyle/>
          <a:p>
            <a:pPr algn="ctr">
              <a:lnSpc>
                <a:spcPts val="7000"/>
              </a:lnSpc>
            </a:pPr>
            <a:r>
              <a:rPr lang="en-US" sz="5000" dirty="0">
                <a:solidFill>
                  <a:srgbClr val="2F4F4F"/>
                </a:solidFill>
                <a:latin typeface="Bugaki"/>
                <a:ea typeface="Bugaki"/>
                <a:cs typeface="Bugaki"/>
                <a:sym typeface="Bugaki"/>
              </a:rPr>
              <a:t>Consider the Scenario</a:t>
            </a:r>
          </a:p>
        </p:txBody>
      </p:sp>
    </p:spTree>
    <p:extLst>
      <p:ext uri="{BB962C8B-B14F-4D97-AF65-F5344CB8AC3E}">
        <p14:creationId xmlns:p14="http://schemas.microsoft.com/office/powerpoint/2010/main" val="1009533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2392D4BE-0F6B-74FB-A511-D551B803CB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8AF2D09-11ED-D13C-6AB3-FF39F700DBB2}"/>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79A55C4B-6FD4-3741-1367-59A037BA4986}"/>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18E11BF4-8A00-0C6B-F985-517666EB3753}"/>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53C567FF-6F06-9037-1B99-C8E11762B5D2}"/>
              </a:ext>
            </a:extLst>
          </p:cNvPr>
          <p:cNvGrpSpPr/>
          <p:nvPr/>
        </p:nvGrpSpPr>
        <p:grpSpPr>
          <a:xfrm>
            <a:off x="2514599" y="1989432"/>
            <a:ext cx="13956287" cy="7103524"/>
            <a:chOff x="0" y="0"/>
            <a:chExt cx="3381238" cy="1870887"/>
          </a:xfrm>
        </p:grpSpPr>
        <p:sp>
          <p:nvSpPr>
            <p:cNvPr id="6" name="Freeform 6">
              <a:extLst>
                <a:ext uri="{FF2B5EF4-FFF2-40B4-BE49-F238E27FC236}">
                  <a16:creationId xmlns:a16="http://schemas.microsoft.com/office/drawing/2014/main" id="{9ED24DFB-CF09-70C4-8EE6-CDAF7FD8AD61}"/>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651CDEC8-52E6-E08B-1B5D-3DA7902349F4}"/>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862DAECE-304B-6629-E22A-93757842CCFD}"/>
              </a:ext>
            </a:extLst>
          </p:cNvPr>
          <p:cNvSpPr/>
          <p:nvPr/>
        </p:nvSpPr>
        <p:spPr>
          <a:xfrm flipH="1">
            <a:off x="290143" y="7505700"/>
            <a:ext cx="2087115" cy="2394335"/>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1E9B222-1CFB-786C-4835-27B325B5177E}"/>
                  </a:ext>
                </a:extLst>
              </p:cNvPr>
              <p:cNvSpPr txBox="1"/>
              <p:nvPr/>
            </p:nvSpPr>
            <p:spPr>
              <a:xfrm>
                <a:off x="3134853" y="3104023"/>
                <a:ext cx="12155135" cy="4616648"/>
              </a:xfrm>
              <a:prstGeom prst="rect">
                <a:avLst/>
              </a:prstGeom>
            </p:spPr>
            <p:txBody>
              <a:bodyPr wrap="square" lIns="0" tIns="0" rIns="0" bIns="0" rtlCol="0" anchor="t">
                <a:spAutoFit/>
              </a:bodyPr>
              <a:lstStyle/>
              <a:p>
                <a:pPr marL="431799" lvl="1" algn="just">
                  <a:lnSpc>
                    <a:spcPct val="150000"/>
                  </a:lnSpc>
                </a:pPr>
                <a:r>
                  <a:rPr lang="en-US" sz="5000" dirty="0">
                    <a:solidFill>
                      <a:srgbClr val="1C2B2B"/>
                    </a:solidFill>
                    <a:latin typeface="Monterchi"/>
                    <a:ea typeface="Monterchi"/>
                    <a:cs typeface="Monterchi"/>
                    <a:sym typeface="Monterchi"/>
                  </a:rPr>
                  <a:t>A basketball player shoots the ball from a height of </a:t>
                </a:r>
                <a14:m>
                  <m:oMath xmlns:m="http://schemas.openxmlformats.org/officeDocument/2006/math">
                    <m:r>
                      <a:rPr lang="en-PH" sz="5000" b="0" i="1" smtClean="0">
                        <a:solidFill>
                          <a:srgbClr val="1C2B2B"/>
                        </a:solidFill>
                        <a:latin typeface="Cambria Math" panose="02040503050406030204" pitchFamily="18" charset="0"/>
                        <a:ea typeface="Monterchi"/>
                        <a:cs typeface="Monterchi"/>
                        <a:sym typeface="Monterchi"/>
                      </a:rPr>
                      <m:t>4</m:t>
                    </m:r>
                  </m:oMath>
                </a14:m>
                <a:r>
                  <a:rPr lang="en-US" sz="5000" dirty="0">
                    <a:solidFill>
                      <a:srgbClr val="1C2B2B"/>
                    </a:solidFill>
                    <a:latin typeface="Monterchi"/>
                    <a:ea typeface="Monterchi"/>
                    <a:cs typeface="Monterchi"/>
                    <a:sym typeface="Monterchi"/>
                  </a:rPr>
                  <a:t> meters. The height of the ball after t seconds is: </a:t>
                </a:r>
                <a14:m>
                  <m:oMath xmlns:m="http://schemas.openxmlformats.org/officeDocument/2006/math">
                    <m:r>
                      <a:rPr lang="en-US" sz="5000" i="1" dirty="0" smtClean="0">
                        <a:solidFill>
                          <a:srgbClr val="1C2B2B"/>
                        </a:solidFill>
                        <a:latin typeface="Cambria Math" panose="02040503050406030204" pitchFamily="18" charset="0"/>
                        <a:ea typeface="Monterchi"/>
                        <a:cs typeface="Monterchi"/>
                        <a:sym typeface="Monterchi"/>
                      </a:rPr>
                      <m:t>h</m:t>
                    </m:r>
                    <m:r>
                      <a:rPr lang="en-US" sz="5000" i="1" dirty="0" smtClean="0">
                        <a:solidFill>
                          <a:srgbClr val="1C2B2B"/>
                        </a:solidFill>
                        <a:latin typeface="Cambria Math" panose="02040503050406030204" pitchFamily="18" charset="0"/>
                        <a:ea typeface="Monterchi"/>
                        <a:cs typeface="Monterchi"/>
                        <a:sym typeface="Monterchi"/>
                      </a:rPr>
                      <m:t>=</m:t>
                    </m:r>
                    <m:sSup>
                      <m:sSupPr>
                        <m:ctrlPr>
                          <a:rPr lang="en-US" sz="5000" i="1" dirty="0" smtClean="0">
                            <a:solidFill>
                              <a:srgbClr val="1C2B2B"/>
                            </a:solidFill>
                            <a:latin typeface="Cambria Math" panose="02040503050406030204" pitchFamily="18" charset="0"/>
                            <a:ea typeface="Monterchi"/>
                            <a:cs typeface="Monterchi"/>
                            <a:sym typeface="Monterchi"/>
                          </a:rPr>
                        </m:ctrlPr>
                      </m:sSupPr>
                      <m:e>
                        <m:r>
                          <a:rPr lang="en-US" sz="5000" i="1" dirty="0" smtClean="0">
                            <a:solidFill>
                              <a:srgbClr val="1C2B2B"/>
                            </a:solidFill>
                            <a:latin typeface="Cambria Math" panose="02040503050406030204" pitchFamily="18" charset="0"/>
                            <a:ea typeface="Monterchi"/>
                            <a:cs typeface="Monterchi"/>
                            <a:sym typeface="Monterchi"/>
                          </a:rPr>
                          <m:t>𝑡</m:t>
                        </m:r>
                      </m:e>
                      <m:sup>
                        <m:r>
                          <a:rPr lang="en-US" sz="5000" i="1" dirty="0" smtClean="0">
                            <a:solidFill>
                              <a:srgbClr val="1C2B2B"/>
                            </a:solidFill>
                            <a:latin typeface="Cambria Math" panose="02040503050406030204" pitchFamily="18" charset="0"/>
                            <a:ea typeface="Monterchi"/>
                            <a:cs typeface="Monterchi"/>
                            <a:sym typeface="Monterchi"/>
                          </a:rPr>
                          <m:t>2</m:t>
                        </m:r>
                      </m:sup>
                    </m:sSup>
                    <m:r>
                      <a:rPr lang="en-US" sz="5000" i="1" dirty="0" smtClean="0">
                        <a:solidFill>
                          <a:srgbClr val="1C2B2B"/>
                        </a:solidFill>
                        <a:latin typeface="Cambria Math" panose="02040503050406030204" pitchFamily="18" charset="0"/>
                        <a:ea typeface="Monterchi"/>
                        <a:cs typeface="Monterchi"/>
                        <a:sym typeface="Monterchi"/>
                      </a:rPr>
                      <m:t>+</m:t>
                    </m:r>
                    <m:r>
                      <a:rPr lang="en-PH" sz="5000" b="0" i="1" dirty="0" smtClean="0">
                        <a:solidFill>
                          <a:srgbClr val="1C2B2B"/>
                        </a:solidFill>
                        <a:latin typeface="Cambria Math" panose="02040503050406030204" pitchFamily="18" charset="0"/>
                        <a:ea typeface="Monterchi"/>
                        <a:cs typeface="Monterchi"/>
                        <a:sym typeface="Monterchi"/>
                      </a:rPr>
                      <m:t>7</m:t>
                    </m:r>
                    <m:r>
                      <a:rPr lang="en-US" sz="5000" i="1" dirty="0" smtClean="0">
                        <a:solidFill>
                          <a:srgbClr val="1C2B2B"/>
                        </a:solidFill>
                        <a:latin typeface="Cambria Math" panose="02040503050406030204" pitchFamily="18" charset="0"/>
                        <a:ea typeface="Monterchi"/>
                        <a:cs typeface="Monterchi"/>
                        <a:sym typeface="Monterchi"/>
                      </a:rPr>
                      <m:t>𝑡</m:t>
                    </m:r>
                    <m:r>
                      <a:rPr lang="en-US" sz="5000" i="1" dirty="0" smtClean="0">
                        <a:solidFill>
                          <a:srgbClr val="1C2B2B"/>
                        </a:solidFill>
                        <a:latin typeface="Cambria Math" panose="02040503050406030204" pitchFamily="18" charset="0"/>
                        <a:ea typeface="Monterchi"/>
                        <a:cs typeface="Monterchi"/>
                        <a:sym typeface="Monterchi"/>
                      </a:rPr>
                      <m:t>+2</m:t>
                    </m:r>
                  </m:oMath>
                </a14:m>
                <a:r>
                  <a:rPr lang="en-US" sz="5000" dirty="0">
                    <a:solidFill>
                      <a:srgbClr val="1C2B2B"/>
                    </a:solidFill>
                    <a:latin typeface="Monterchi"/>
                    <a:ea typeface="Monterchi"/>
                    <a:cs typeface="Monterchi"/>
                    <a:sym typeface="Monterchi"/>
                  </a:rPr>
                  <a:t>, where </a:t>
                </a:r>
                <a14:m>
                  <m:oMath xmlns:m="http://schemas.openxmlformats.org/officeDocument/2006/math">
                    <m:r>
                      <a:rPr lang="en-PH" sz="5000" b="0" i="1" smtClean="0">
                        <a:solidFill>
                          <a:srgbClr val="1C2B2B"/>
                        </a:solidFill>
                        <a:latin typeface="Cambria Math" panose="02040503050406030204" pitchFamily="18" charset="0"/>
                        <a:ea typeface="Monterchi"/>
                        <a:cs typeface="Monterchi"/>
                        <a:sym typeface="Monterchi"/>
                      </a:rPr>
                      <m:t>h</m:t>
                    </m:r>
                  </m:oMath>
                </a14:m>
                <a:r>
                  <a:rPr lang="en-US" sz="5000" dirty="0">
                    <a:solidFill>
                      <a:srgbClr val="1C2B2B"/>
                    </a:solidFill>
                    <a:latin typeface="Monterchi"/>
                    <a:ea typeface="Monterchi"/>
                    <a:cs typeface="Monterchi"/>
                    <a:sym typeface="Monterchi"/>
                  </a:rPr>
                  <a:t> is the height of the ball (in meters). </a:t>
                </a:r>
              </a:p>
            </p:txBody>
          </p:sp>
        </mc:Choice>
        <mc:Fallback xmlns="">
          <p:sp>
            <p:nvSpPr>
              <p:cNvPr id="13" name="TextBox 12">
                <a:extLst>
                  <a:ext uri="{FF2B5EF4-FFF2-40B4-BE49-F238E27FC236}">
                    <a16:creationId xmlns:a16="http://schemas.microsoft.com/office/drawing/2014/main" id="{41E9B222-1CFB-786C-4835-27B325B5177E}"/>
                  </a:ext>
                </a:extLst>
              </p:cNvPr>
              <p:cNvSpPr txBox="1">
                <a:spLocks noRot="1" noChangeAspect="1" noMove="1" noResize="1" noEditPoints="1" noAdjustHandles="1" noChangeArrowheads="1" noChangeShapeType="1" noTextEdit="1"/>
              </p:cNvSpPr>
              <p:nvPr/>
            </p:nvSpPr>
            <p:spPr>
              <a:xfrm>
                <a:off x="3134853" y="3104023"/>
                <a:ext cx="12155135" cy="4616648"/>
              </a:xfrm>
              <a:prstGeom prst="rect">
                <a:avLst/>
              </a:prstGeom>
              <a:blipFill>
                <a:blip r:embed="rId5"/>
                <a:stretch>
                  <a:fillRect r="-3159" b="-7256"/>
                </a:stretch>
              </a:blipFill>
            </p:spPr>
            <p:txBody>
              <a:bodyPr/>
              <a:lstStyle/>
              <a:p>
                <a:r>
                  <a:rPr lang="en-PH">
                    <a:noFill/>
                  </a:rPr>
                  <a:t> </a:t>
                </a:r>
              </a:p>
            </p:txBody>
          </p:sp>
        </mc:Fallback>
      </mc:AlternateContent>
      <p:grpSp>
        <p:nvGrpSpPr>
          <p:cNvPr id="8" name="Group 8">
            <a:extLst>
              <a:ext uri="{FF2B5EF4-FFF2-40B4-BE49-F238E27FC236}">
                <a16:creationId xmlns:a16="http://schemas.microsoft.com/office/drawing/2014/main" id="{E425880A-C1B4-AA1F-B435-98A4E9CCA438}"/>
              </a:ext>
            </a:extLst>
          </p:cNvPr>
          <p:cNvGrpSpPr/>
          <p:nvPr/>
        </p:nvGrpSpPr>
        <p:grpSpPr>
          <a:xfrm>
            <a:off x="4944664" y="1428804"/>
            <a:ext cx="8990186" cy="1217909"/>
            <a:chOff x="0" y="0"/>
            <a:chExt cx="2693549" cy="436650"/>
          </a:xfrm>
        </p:grpSpPr>
        <p:sp>
          <p:nvSpPr>
            <p:cNvPr id="9" name="Freeform 9">
              <a:extLst>
                <a:ext uri="{FF2B5EF4-FFF2-40B4-BE49-F238E27FC236}">
                  <a16:creationId xmlns:a16="http://schemas.microsoft.com/office/drawing/2014/main" id="{82879302-BA12-A896-45D2-E182D622A2AF}"/>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FC5DFFA8-CC8E-A3F9-9367-0E62FCF82FF0}"/>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1" name="TextBox 19">
            <a:extLst>
              <a:ext uri="{FF2B5EF4-FFF2-40B4-BE49-F238E27FC236}">
                <a16:creationId xmlns:a16="http://schemas.microsoft.com/office/drawing/2014/main" id="{31EDB1EF-F107-62E5-8D3B-95CF3F30D9C7}"/>
              </a:ext>
            </a:extLst>
          </p:cNvPr>
          <p:cNvSpPr txBox="1"/>
          <p:nvPr/>
        </p:nvSpPr>
        <p:spPr>
          <a:xfrm>
            <a:off x="4920601" y="1583518"/>
            <a:ext cx="8990186" cy="1000274"/>
          </a:xfrm>
          <a:prstGeom prst="rect">
            <a:avLst/>
          </a:prstGeom>
        </p:spPr>
        <p:txBody>
          <a:bodyPr wrap="square" lIns="0" tIns="0" rIns="0" bIns="0" rtlCol="0" anchor="t">
            <a:spAutoFit/>
          </a:bodyPr>
          <a:lstStyle/>
          <a:p>
            <a:pPr algn="ctr">
              <a:lnSpc>
                <a:spcPts val="8399"/>
              </a:lnSpc>
            </a:pPr>
            <a:r>
              <a:rPr lang="en-US" sz="5000" dirty="0">
                <a:solidFill>
                  <a:srgbClr val="E1E1E1"/>
                </a:solidFill>
                <a:latin typeface="Bugaki"/>
                <a:ea typeface="Bugaki"/>
                <a:cs typeface="Bugaki"/>
                <a:sym typeface="Bugaki"/>
              </a:rPr>
              <a:t>Exploration Activity</a:t>
            </a:r>
          </a:p>
        </p:txBody>
      </p:sp>
    </p:spTree>
    <p:extLst>
      <p:ext uri="{BB962C8B-B14F-4D97-AF65-F5344CB8AC3E}">
        <p14:creationId xmlns:p14="http://schemas.microsoft.com/office/powerpoint/2010/main" val="1248181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C68CDE5C-1A47-2447-9129-E858D6F5D19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269226D-DEFE-FA50-7391-5B04056D8911}"/>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96CA27AC-2E42-A3DB-1DDB-BF9D15F6A51B}"/>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F0B6F405-3580-B0B6-DBEB-AB7055762E21}"/>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CC831B4C-0724-A4F0-4E49-F2DA16127336}"/>
              </a:ext>
            </a:extLst>
          </p:cNvPr>
          <p:cNvGrpSpPr/>
          <p:nvPr/>
        </p:nvGrpSpPr>
        <p:grpSpPr>
          <a:xfrm>
            <a:off x="2514599" y="1989432"/>
            <a:ext cx="13956287" cy="7103524"/>
            <a:chOff x="0" y="0"/>
            <a:chExt cx="3381238" cy="1870887"/>
          </a:xfrm>
        </p:grpSpPr>
        <p:sp>
          <p:nvSpPr>
            <p:cNvPr id="6" name="Freeform 6">
              <a:extLst>
                <a:ext uri="{FF2B5EF4-FFF2-40B4-BE49-F238E27FC236}">
                  <a16:creationId xmlns:a16="http://schemas.microsoft.com/office/drawing/2014/main" id="{EAE430E7-542A-1687-53DC-6F1246626C52}"/>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D6DC94AB-283F-B48A-0585-57130F38C96E}"/>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664DCF13-0CDE-F69B-0CCD-CC08E32E75C7}"/>
              </a:ext>
            </a:extLst>
          </p:cNvPr>
          <p:cNvSpPr/>
          <p:nvPr/>
        </p:nvSpPr>
        <p:spPr>
          <a:xfrm flipH="1">
            <a:off x="290143" y="7505700"/>
            <a:ext cx="2087115" cy="2394335"/>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5B8D8833-454A-39F7-D9A0-B86FDF08529A}"/>
                  </a:ext>
                </a:extLst>
              </p:cNvPr>
              <p:cNvSpPr txBox="1"/>
              <p:nvPr/>
            </p:nvSpPr>
            <p:spPr>
              <a:xfrm>
                <a:off x="2860670" y="2839394"/>
                <a:ext cx="12155135" cy="4616648"/>
              </a:xfrm>
              <a:prstGeom prst="rect">
                <a:avLst/>
              </a:prstGeom>
            </p:spPr>
            <p:txBody>
              <a:bodyPr wrap="square" lIns="0" tIns="0" rIns="0" bIns="0" rtlCol="0" anchor="t">
                <a:spAutoFit/>
              </a:bodyPr>
              <a:lstStyle/>
              <a:p>
                <a:pPr marL="431799" lvl="1" algn="just">
                  <a:lnSpc>
                    <a:spcPct val="150000"/>
                  </a:lnSpc>
                </a:pPr>
                <a:r>
                  <a:rPr lang="en-US" sz="5000" dirty="0">
                    <a:solidFill>
                      <a:srgbClr val="1C2B2B"/>
                    </a:solidFill>
                    <a:latin typeface="Monterchi"/>
                    <a:ea typeface="Monterchi"/>
                    <a:cs typeface="Monterchi"/>
                    <a:sym typeface="Monterchi"/>
                  </a:rPr>
                  <a:t>A basketball player shoots the ball from a height of </a:t>
                </a:r>
                <a14:m>
                  <m:oMath xmlns:m="http://schemas.openxmlformats.org/officeDocument/2006/math">
                    <m:r>
                      <a:rPr lang="en-PH" sz="5000" b="0" i="1" smtClean="0">
                        <a:solidFill>
                          <a:srgbClr val="1C2B2B"/>
                        </a:solidFill>
                        <a:latin typeface="Cambria Math" panose="02040503050406030204" pitchFamily="18" charset="0"/>
                        <a:ea typeface="Monterchi"/>
                        <a:cs typeface="Monterchi"/>
                        <a:sym typeface="Monterchi"/>
                      </a:rPr>
                      <m:t>4</m:t>
                    </m:r>
                  </m:oMath>
                </a14:m>
                <a:r>
                  <a:rPr lang="en-US" sz="5000" dirty="0">
                    <a:solidFill>
                      <a:srgbClr val="1C2B2B"/>
                    </a:solidFill>
                    <a:latin typeface="Monterchi"/>
                    <a:ea typeface="Monterchi"/>
                    <a:cs typeface="Monterchi"/>
                    <a:sym typeface="Monterchi"/>
                  </a:rPr>
                  <a:t> meters. The height of the ball after t seconds is: </a:t>
                </a:r>
                <a14:m>
                  <m:oMath xmlns:m="http://schemas.openxmlformats.org/officeDocument/2006/math">
                    <m:r>
                      <a:rPr lang="en-US" sz="5000" i="1" dirty="0" smtClean="0">
                        <a:solidFill>
                          <a:srgbClr val="1C2B2B"/>
                        </a:solidFill>
                        <a:latin typeface="Cambria Math" panose="02040503050406030204" pitchFamily="18" charset="0"/>
                        <a:ea typeface="Monterchi"/>
                        <a:cs typeface="Monterchi"/>
                        <a:sym typeface="Monterchi"/>
                      </a:rPr>
                      <m:t>h</m:t>
                    </m:r>
                    <m:r>
                      <a:rPr lang="en-US" sz="5000" i="1" dirty="0" smtClean="0">
                        <a:solidFill>
                          <a:srgbClr val="1C2B2B"/>
                        </a:solidFill>
                        <a:latin typeface="Cambria Math" panose="02040503050406030204" pitchFamily="18" charset="0"/>
                        <a:ea typeface="Monterchi"/>
                        <a:cs typeface="Monterchi"/>
                        <a:sym typeface="Monterchi"/>
                      </a:rPr>
                      <m:t>=</m:t>
                    </m:r>
                    <m:sSup>
                      <m:sSupPr>
                        <m:ctrlPr>
                          <a:rPr lang="en-US" sz="5000" i="1" dirty="0" smtClean="0">
                            <a:solidFill>
                              <a:srgbClr val="1C2B2B"/>
                            </a:solidFill>
                            <a:latin typeface="Cambria Math" panose="02040503050406030204" pitchFamily="18" charset="0"/>
                            <a:ea typeface="Monterchi"/>
                            <a:cs typeface="Monterchi"/>
                            <a:sym typeface="Monterchi"/>
                          </a:rPr>
                        </m:ctrlPr>
                      </m:sSupPr>
                      <m:e>
                        <m:r>
                          <a:rPr lang="en-US" sz="5000" i="1" dirty="0" smtClean="0">
                            <a:solidFill>
                              <a:srgbClr val="1C2B2B"/>
                            </a:solidFill>
                            <a:latin typeface="Cambria Math" panose="02040503050406030204" pitchFamily="18" charset="0"/>
                            <a:ea typeface="Monterchi"/>
                            <a:cs typeface="Monterchi"/>
                            <a:sym typeface="Monterchi"/>
                          </a:rPr>
                          <m:t>𝑡</m:t>
                        </m:r>
                      </m:e>
                      <m:sup>
                        <m:r>
                          <a:rPr lang="en-US" sz="5000" i="1" dirty="0" smtClean="0">
                            <a:solidFill>
                              <a:srgbClr val="1C2B2B"/>
                            </a:solidFill>
                            <a:latin typeface="Cambria Math" panose="02040503050406030204" pitchFamily="18" charset="0"/>
                            <a:ea typeface="Monterchi"/>
                            <a:cs typeface="Monterchi"/>
                            <a:sym typeface="Monterchi"/>
                          </a:rPr>
                          <m:t>2</m:t>
                        </m:r>
                      </m:sup>
                    </m:sSup>
                    <m:r>
                      <a:rPr lang="en-US" sz="5000" i="1" dirty="0" smtClean="0">
                        <a:solidFill>
                          <a:srgbClr val="1C2B2B"/>
                        </a:solidFill>
                        <a:latin typeface="Cambria Math" panose="02040503050406030204" pitchFamily="18" charset="0"/>
                        <a:ea typeface="Monterchi"/>
                        <a:cs typeface="Monterchi"/>
                        <a:sym typeface="Monterchi"/>
                      </a:rPr>
                      <m:t>+</m:t>
                    </m:r>
                    <m:r>
                      <a:rPr lang="en-PH" sz="5000" b="0" i="1" dirty="0" smtClean="0">
                        <a:solidFill>
                          <a:srgbClr val="1C2B2B"/>
                        </a:solidFill>
                        <a:latin typeface="Cambria Math" panose="02040503050406030204" pitchFamily="18" charset="0"/>
                        <a:ea typeface="Monterchi"/>
                        <a:cs typeface="Monterchi"/>
                        <a:sym typeface="Monterchi"/>
                      </a:rPr>
                      <m:t>7</m:t>
                    </m:r>
                    <m:r>
                      <a:rPr lang="en-US" sz="5000" i="1" dirty="0" smtClean="0">
                        <a:solidFill>
                          <a:srgbClr val="1C2B2B"/>
                        </a:solidFill>
                        <a:latin typeface="Cambria Math" panose="02040503050406030204" pitchFamily="18" charset="0"/>
                        <a:ea typeface="Monterchi"/>
                        <a:cs typeface="Monterchi"/>
                        <a:sym typeface="Monterchi"/>
                      </a:rPr>
                      <m:t>𝑡</m:t>
                    </m:r>
                    <m:r>
                      <a:rPr lang="en-US" sz="5000" i="1" dirty="0" smtClean="0">
                        <a:solidFill>
                          <a:srgbClr val="1C2B2B"/>
                        </a:solidFill>
                        <a:latin typeface="Cambria Math" panose="02040503050406030204" pitchFamily="18" charset="0"/>
                        <a:ea typeface="Monterchi"/>
                        <a:cs typeface="Monterchi"/>
                        <a:sym typeface="Monterchi"/>
                      </a:rPr>
                      <m:t>+2</m:t>
                    </m:r>
                  </m:oMath>
                </a14:m>
                <a:r>
                  <a:rPr lang="en-US" sz="5000" dirty="0">
                    <a:solidFill>
                      <a:srgbClr val="1C2B2B"/>
                    </a:solidFill>
                    <a:latin typeface="Monterchi"/>
                    <a:ea typeface="Monterchi"/>
                    <a:cs typeface="Monterchi"/>
                    <a:sym typeface="Monterchi"/>
                  </a:rPr>
                  <a:t>, where </a:t>
                </a:r>
                <a14:m>
                  <m:oMath xmlns:m="http://schemas.openxmlformats.org/officeDocument/2006/math">
                    <m:r>
                      <a:rPr lang="en-PH" sz="5000" b="0" i="1" smtClean="0">
                        <a:solidFill>
                          <a:srgbClr val="1C2B2B"/>
                        </a:solidFill>
                        <a:latin typeface="Cambria Math" panose="02040503050406030204" pitchFamily="18" charset="0"/>
                        <a:ea typeface="Monterchi"/>
                        <a:cs typeface="Monterchi"/>
                        <a:sym typeface="Monterchi"/>
                      </a:rPr>
                      <m:t>h</m:t>
                    </m:r>
                  </m:oMath>
                </a14:m>
                <a:r>
                  <a:rPr lang="en-US" sz="5000" dirty="0">
                    <a:solidFill>
                      <a:srgbClr val="1C2B2B"/>
                    </a:solidFill>
                    <a:latin typeface="Monterchi"/>
                    <a:ea typeface="Monterchi"/>
                    <a:cs typeface="Monterchi"/>
                    <a:sym typeface="Monterchi"/>
                  </a:rPr>
                  <a:t> is the height of the ball (in meters). </a:t>
                </a:r>
              </a:p>
            </p:txBody>
          </p:sp>
        </mc:Choice>
        <mc:Fallback>
          <p:sp>
            <p:nvSpPr>
              <p:cNvPr id="13" name="TextBox 12">
                <a:extLst>
                  <a:ext uri="{FF2B5EF4-FFF2-40B4-BE49-F238E27FC236}">
                    <a16:creationId xmlns:a16="http://schemas.microsoft.com/office/drawing/2014/main" id="{5B8D8833-454A-39F7-D9A0-B86FDF08529A}"/>
                  </a:ext>
                </a:extLst>
              </p:cNvPr>
              <p:cNvSpPr txBox="1">
                <a:spLocks noRot="1" noChangeAspect="1" noMove="1" noResize="1" noEditPoints="1" noAdjustHandles="1" noChangeArrowheads="1" noChangeShapeType="1" noTextEdit="1"/>
              </p:cNvSpPr>
              <p:nvPr/>
            </p:nvSpPr>
            <p:spPr>
              <a:xfrm>
                <a:off x="2860670" y="2839394"/>
                <a:ext cx="12155135" cy="4616648"/>
              </a:xfrm>
              <a:prstGeom prst="rect">
                <a:avLst/>
              </a:prstGeom>
              <a:blipFill>
                <a:blip r:embed="rId5"/>
                <a:stretch>
                  <a:fillRect r="-3159" b="-7398"/>
                </a:stretch>
              </a:blipFill>
            </p:spPr>
            <p:txBody>
              <a:bodyPr/>
              <a:lstStyle/>
              <a:p>
                <a:r>
                  <a:rPr lang="en-PH">
                    <a:noFill/>
                  </a:rPr>
                  <a:t> </a:t>
                </a:r>
              </a:p>
            </p:txBody>
          </p:sp>
        </mc:Fallback>
      </mc:AlternateContent>
      <p:grpSp>
        <p:nvGrpSpPr>
          <p:cNvPr id="8" name="Group 8">
            <a:extLst>
              <a:ext uri="{FF2B5EF4-FFF2-40B4-BE49-F238E27FC236}">
                <a16:creationId xmlns:a16="http://schemas.microsoft.com/office/drawing/2014/main" id="{9FBE09AD-C02F-B71C-BE5D-C77D92BCCD99}"/>
              </a:ext>
            </a:extLst>
          </p:cNvPr>
          <p:cNvGrpSpPr/>
          <p:nvPr/>
        </p:nvGrpSpPr>
        <p:grpSpPr>
          <a:xfrm>
            <a:off x="4944664" y="1428804"/>
            <a:ext cx="8990186" cy="1217909"/>
            <a:chOff x="0" y="0"/>
            <a:chExt cx="2693549" cy="436650"/>
          </a:xfrm>
        </p:grpSpPr>
        <p:sp>
          <p:nvSpPr>
            <p:cNvPr id="9" name="Freeform 9">
              <a:extLst>
                <a:ext uri="{FF2B5EF4-FFF2-40B4-BE49-F238E27FC236}">
                  <a16:creationId xmlns:a16="http://schemas.microsoft.com/office/drawing/2014/main" id="{0A38E7DB-FF0A-DE50-3C4D-74AF82574DAD}"/>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DDE683E3-6B4B-A6E6-9E56-49953FD2B638}"/>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1" name="TextBox 19">
            <a:extLst>
              <a:ext uri="{FF2B5EF4-FFF2-40B4-BE49-F238E27FC236}">
                <a16:creationId xmlns:a16="http://schemas.microsoft.com/office/drawing/2014/main" id="{CFFE68E3-8B2B-3CC6-37D0-6F19A1979035}"/>
              </a:ext>
            </a:extLst>
          </p:cNvPr>
          <p:cNvSpPr txBox="1"/>
          <p:nvPr/>
        </p:nvSpPr>
        <p:spPr>
          <a:xfrm>
            <a:off x="4920601" y="1583518"/>
            <a:ext cx="8990186" cy="1000274"/>
          </a:xfrm>
          <a:prstGeom prst="rect">
            <a:avLst/>
          </a:prstGeom>
        </p:spPr>
        <p:txBody>
          <a:bodyPr wrap="square" lIns="0" tIns="0" rIns="0" bIns="0" rtlCol="0" anchor="t">
            <a:spAutoFit/>
          </a:bodyPr>
          <a:lstStyle/>
          <a:p>
            <a:pPr algn="ctr">
              <a:lnSpc>
                <a:spcPts val="8399"/>
              </a:lnSpc>
            </a:pPr>
            <a:r>
              <a:rPr lang="en-US" sz="5000" dirty="0">
                <a:solidFill>
                  <a:srgbClr val="E1E1E1"/>
                </a:solidFill>
                <a:latin typeface="Bugaki"/>
                <a:ea typeface="Bugaki"/>
                <a:cs typeface="Bugaki"/>
                <a:sym typeface="Bugaki"/>
              </a:rPr>
              <a:t>Exploration Activity</a:t>
            </a:r>
          </a:p>
        </p:txBody>
      </p:sp>
      <p:grpSp>
        <p:nvGrpSpPr>
          <p:cNvPr id="12" name="Group 8">
            <a:extLst>
              <a:ext uri="{FF2B5EF4-FFF2-40B4-BE49-F238E27FC236}">
                <a16:creationId xmlns:a16="http://schemas.microsoft.com/office/drawing/2014/main" id="{A614EB72-38B7-5881-F9E8-84314C642E72}"/>
              </a:ext>
            </a:extLst>
          </p:cNvPr>
          <p:cNvGrpSpPr/>
          <p:nvPr/>
        </p:nvGrpSpPr>
        <p:grpSpPr>
          <a:xfrm>
            <a:off x="7611072" y="6697143"/>
            <a:ext cx="10123633" cy="4005823"/>
            <a:chOff x="0" y="-103458"/>
            <a:chExt cx="2693549" cy="540108"/>
          </a:xfrm>
        </p:grpSpPr>
        <p:sp>
          <p:nvSpPr>
            <p:cNvPr id="14" name="Freeform 9">
              <a:extLst>
                <a:ext uri="{FF2B5EF4-FFF2-40B4-BE49-F238E27FC236}">
                  <a16:creationId xmlns:a16="http://schemas.microsoft.com/office/drawing/2014/main" id="{8F54B071-6DAB-8213-A25D-5F2379D3AC61}"/>
                </a:ext>
              </a:extLst>
            </p:cNvPr>
            <p:cNvSpPr/>
            <p:nvPr/>
          </p:nvSpPr>
          <p:spPr>
            <a:xfrm>
              <a:off x="129742" y="-103458"/>
              <a:ext cx="2563807"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dirty="0"/>
            </a:p>
          </p:txBody>
        </p:sp>
        <p:sp>
          <p:nvSpPr>
            <p:cNvPr id="15" name="TextBox 10">
              <a:extLst>
                <a:ext uri="{FF2B5EF4-FFF2-40B4-BE49-F238E27FC236}">
                  <a16:creationId xmlns:a16="http://schemas.microsoft.com/office/drawing/2014/main" id="{742542E6-104B-EDFC-32FC-773C29A9DF54}"/>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6" name="TextBox 19">
            <a:extLst>
              <a:ext uri="{FF2B5EF4-FFF2-40B4-BE49-F238E27FC236}">
                <a16:creationId xmlns:a16="http://schemas.microsoft.com/office/drawing/2014/main" id="{21BB0E8A-7AB3-A3F3-90D8-173B12544ADD}"/>
              </a:ext>
            </a:extLst>
          </p:cNvPr>
          <p:cNvSpPr txBox="1"/>
          <p:nvPr/>
        </p:nvSpPr>
        <p:spPr>
          <a:xfrm>
            <a:off x="8340992" y="6716380"/>
            <a:ext cx="9340502" cy="3116238"/>
          </a:xfrm>
          <a:prstGeom prst="rect">
            <a:avLst/>
          </a:prstGeom>
        </p:spPr>
        <p:txBody>
          <a:bodyPr wrap="square" lIns="0" tIns="0" rIns="0" bIns="0" rtlCol="0" anchor="t">
            <a:spAutoFit/>
          </a:bodyPr>
          <a:lstStyle/>
          <a:p>
            <a:pPr algn="ctr">
              <a:lnSpc>
                <a:spcPts val="8399"/>
              </a:lnSpc>
            </a:pPr>
            <a:r>
              <a:rPr lang="en-US" sz="4000" dirty="0">
                <a:solidFill>
                  <a:srgbClr val="E1E1E1"/>
                </a:solidFill>
                <a:latin typeface="Bugaki"/>
                <a:ea typeface="Bugaki"/>
                <a:cs typeface="Bugaki"/>
                <a:sym typeface="Bugaki"/>
              </a:rPr>
              <a:t>Is the equation easy to solve by the methods you learned previously?</a:t>
            </a:r>
          </a:p>
        </p:txBody>
      </p:sp>
    </p:spTree>
    <p:extLst>
      <p:ext uri="{BB962C8B-B14F-4D97-AF65-F5344CB8AC3E}">
        <p14:creationId xmlns:p14="http://schemas.microsoft.com/office/powerpoint/2010/main" val="2251125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678F5-E8BD-2BA8-5CF0-F6905264D04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6DB1D90-177C-6D38-FE7A-71E662F3E438}"/>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CD15B2D8-3E0E-99FF-AC96-8D0202EF2FFF}"/>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32BAE4C8-9632-85EB-CFE3-D84A4A6D0B7D}"/>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972CDC60-CD1F-E7BD-F969-D97C9A7C4631}"/>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B4D429DB-E689-7D41-C268-72D5258EE60D}"/>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44DF2363-04B4-160E-EAC6-29C23369341A}"/>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BB6B6F21-9B8C-12E8-B9DE-F07B834384E5}"/>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9CE26B47-8DA3-A47D-D4BD-001479603AD1}"/>
              </a:ext>
            </a:extLst>
          </p:cNvPr>
          <p:cNvSpPr txBox="1"/>
          <p:nvPr/>
        </p:nvSpPr>
        <p:spPr>
          <a:xfrm>
            <a:off x="1943642" y="1965365"/>
            <a:ext cx="14517412" cy="4616648"/>
          </a:xfrm>
          <a:prstGeom prst="rect">
            <a:avLst/>
          </a:prstGeom>
        </p:spPr>
        <p:txBody>
          <a:bodyPr lIns="0" tIns="0" rIns="0" bIns="0" rtlCol="0" anchor="t">
            <a:spAutoFit/>
          </a:bodyPr>
          <a:lstStyle/>
          <a:p>
            <a:pPr algn="ctr"/>
            <a:r>
              <a:rPr lang="en-US" sz="15000" dirty="0">
                <a:solidFill>
                  <a:srgbClr val="223939"/>
                </a:solidFill>
                <a:latin typeface="Borsok"/>
                <a:ea typeface="Borsok"/>
                <a:cs typeface="Borsok"/>
                <a:sym typeface="Borsok"/>
              </a:rPr>
              <a:t>Quick </a:t>
            </a:r>
          </a:p>
          <a:p>
            <a:pPr algn="ctr"/>
            <a:r>
              <a:rPr lang="en-US" sz="15000" dirty="0">
                <a:solidFill>
                  <a:srgbClr val="223939"/>
                </a:solidFill>
                <a:latin typeface="Borsok"/>
                <a:ea typeface="Borsok"/>
                <a:cs typeface="Borsok"/>
                <a:sym typeface="Borsok"/>
              </a:rPr>
              <a:t>recall</a:t>
            </a:r>
          </a:p>
        </p:txBody>
      </p:sp>
      <p:sp>
        <p:nvSpPr>
          <p:cNvPr id="14" name="Freeform 14">
            <a:extLst>
              <a:ext uri="{FF2B5EF4-FFF2-40B4-BE49-F238E27FC236}">
                <a16:creationId xmlns:a16="http://schemas.microsoft.com/office/drawing/2014/main" id="{3208421D-D437-474F-C580-3B4E515749F5}"/>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6"/>
            <a:stretch>
              <a:fillRect/>
            </a:stretch>
          </a:blipFill>
        </p:spPr>
        <p:txBody>
          <a:bodyPr/>
          <a:lstStyle/>
          <a:p>
            <a:endParaRPr lang="en-PH" dirty="0"/>
          </a:p>
        </p:txBody>
      </p:sp>
    </p:spTree>
    <p:extLst>
      <p:ext uri="{BB962C8B-B14F-4D97-AF65-F5344CB8AC3E}">
        <p14:creationId xmlns:p14="http://schemas.microsoft.com/office/powerpoint/2010/main" val="162021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AFD4B-EB64-D7DD-8319-C14F0F3D942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4DA1993-E570-7AEF-A1BC-24210292382F}"/>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BAD9C4F6-07E1-7899-38CA-FA7B5904E734}"/>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31419053-8CF3-7C2F-F5DA-D97237A4EC4B}"/>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4BF8C19A-E3E0-A25D-87F1-300E482FDADA}"/>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587FB20F-A5CC-7AEB-9209-87B9DC1871CC}"/>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9274B527-821C-45DD-BD0C-C14E04E94CEE}"/>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30FE392C-9C80-47F0-DFF1-5EE659FCFE4A}"/>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0C3C4479-3082-F5EE-0C6D-669A906412A0}"/>
              </a:ext>
            </a:extLst>
          </p:cNvPr>
          <p:cNvSpPr txBox="1"/>
          <p:nvPr/>
        </p:nvSpPr>
        <p:spPr>
          <a:xfrm>
            <a:off x="1943642" y="1965365"/>
            <a:ext cx="14517412" cy="4616648"/>
          </a:xfrm>
          <a:prstGeom prst="rect">
            <a:avLst/>
          </a:prstGeom>
        </p:spPr>
        <p:txBody>
          <a:bodyPr lIns="0" tIns="0" rIns="0" bIns="0" rtlCol="0" anchor="t">
            <a:spAutoFit/>
          </a:bodyPr>
          <a:lstStyle/>
          <a:p>
            <a:pPr algn="ctr"/>
            <a:r>
              <a:rPr lang="en-US" sz="15000" dirty="0">
                <a:solidFill>
                  <a:srgbClr val="223939"/>
                </a:solidFill>
                <a:latin typeface="Borsok"/>
                <a:ea typeface="Borsok"/>
                <a:cs typeface="Borsok"/>
                <a:sym typeface="Borsok"/>
              </a:rPr>
              <a:t>Quick </a:t>
            </a:r>
          </a:p>
          <a:p>
            <a:pPr algn="ctr"/>
            <a:r>
              <a:rPr lang="en-US" sz="15000" dirty="0">
                <a:solidFill>
                  <a:srgbClr val="223939"/>
                </a:solidFill>
                <a:latin typeface="Borsok"/>
                <a:ea typeface="Borsok"/>
                <a:cs typeface="Borsok"/>
                <a:sym typeface="Borsok"/>
              </a:rPr>
              <a:t>recall</a:t>
            </a:r>
          </a:p>
        </p:txBody>
      </p:sp>
      <p:sp>
        <p:nvSpPr>
          <p:cNvPr id="14" name="Freeform 14">
            <a:extLst>
              <a:ext uri="{FF2B5EF4-FFF2-40B4-BE49-F238E27FC236}">
                <a16:creationId xmlns:a16="http://schemas.microsoft.com/office/drawing/2014/main" id="{D89CCBBC-EB9B-F78E-4E95-4A4BA102952C}"/>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6"/>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8" name="TextBox 16">
                <a:extLst>
                  <a:ext uri="{FF2B5EF4-FFF2-40B4-BE49-F238E27FC236}">
                    <a16:creationId xmlns:a16="http://schemas.microsoft.com/office/drawing/2014/main" id="{E16FBBFB-C001-F9C5-72D1-B513DB8A90AE}"/>
                  </a:ext>
                </a:extLst>
              </p:cNvPr>
              <p:cNvSpPr txBox="1"/>
              <p:nvPr/>
            </p:nvSpPr>
            <p:spPr>
              <a:xfrm>
                <a:off x="3151400" y="6454198"/>
                <a:ext cx="11868503" cy="865622"/>
              </a:xfrm>
              <a:prstGeom prst="rect">
                <a:avLst/>
              </a:prstGeom>
            </p:spPr>
            <p:txBody>
              <a:bodyPr lIns="0" tIns="0" rIns="0" bIns="0" rtlCol="0" anchor="t">
                <a:spAutoFit/>
              </a:bodyPr>
              <a:lstStyle/>
              <a:p>
                <a:pPr algn="ctr">
                  <a:lnSpc>
                    <a:spcPts val="7000"/>
                  </a:lnSpc>
                </a:pPr>
                <a:r>
                  <a:rPr lang="en-US" sz="5000" b="1" dirty="0">
                    <a:solidFill>
                      <a:srgbClr val="2F4F4F"/>
                    </a:solidFill>
                    <a:latin typeface="Bugaki"/>
                    <a:ea typeface="Bugaki"/>
                    <a:cs typeface="Bugaki"/>
                    <a:sym typeface="Bugaki"/>
                  </a:rPr>
                  <a:t>Find the values of </a:t>
                </a:r>
                <a14:m>
                  <m:oMath xmlns:m="http://schemas.openxmlformats.org/officeDocument/2006/math">
                    <m:r>
                      <a:rPr lang="en-PH" sz="5000" b="1" i="1" smtClean="0">
                        <a:solidFill>
                          <a:srgbClr val="2F4F4F"/>
                        </a:solidFill>
                        <a:latin typeface="Cambria Math" panose="02040503050406030204" pitchFamily="18" charset="0"/>
                        <a:ea typeface="Bugaki"/>
                        <a:cs typeface="Bugaki"/>
                        <a:sym typeface="Bugaki"/>
                      </a:rPr>
                      <m:t>𝒂</m:t>
                    </m:r>
                    <m:r>
                      <a:rPr lang="en-PH" sz="5000" b="1" i="1" smtClean="0">
                        <a:solidFill>
                          <a:srgbClr val="2F4F4F"/>
                        </a:solidFill>
                        <a:latin typeface="Cambria Math" panose="02040503050406030204" pitchFamily="18" charset="0"/>
                        <a:ea typeface="Bugaki"/>
                        <a:cs typeface="Bugaki"/>
                        <a:sym typeface="Bugaki"/>
                      </a:rPr>
                      <m:t>, </m:t>
                    </m:r>
                    <m:r>
                      <a:rPr lang="en-PH" sz="5000" b="1" i="1" smtClean="0">
                        <a:solidFill>
                          <a:srgbClr val="2F4F4F"/>
                        </a:solidFill>
                        <a:latin typeface="Cambria Math" panose="02040503050406030204" pitchFamily="18" charset="0"/>
                        <a:ea typeface="Bugaki"/>
                        <a:cs typeface="Bugaki"/>
                        <a:sym typeface="Bugaki"/>
                      </a:rPr>
                      <m:t>𝒃</m:t>
                    </m:r>
                    <m:r>
                      <a:rPr lang="en-PH" sz="5000" b="1" i="1" smtClean="0">
                        <a:solidFill>
                          <a:srgbClr val="2F4F4F"/>
                        </a:solidFill>
                        <a:latin typeface="Cambria Math" panose="02040503050406030204" pitchFamily="18" charset="0"/>
                        <a:ea typeface="Bugaki"/>
                        <a:cs typeface="Bugaki"/>
                        <a:sym typeface="Bugaki"/>
                      </a:rPr>
                      <m:t>, </m:t>
                    </m:r>
                  </m:oMath>
                </a14:m>
                <a:r>
                  <a:rPr lang="en-US" sz="5000" b="1" dirty="0">
                    <a:solidFill>
                      <a:srgbClr val="2F4F4F"/>
                    </a:solidFill>
                    <a:latin typeface="Bugaki"/>
                    <a:ea typeface="Bugaki"/>
                    <a:cs typeface="Bugaki"/>
                    <a:sym typeface="Bugaki"/>
                  </a:rPr>
                  <a:t>and </a:t>
                </a:r>
                <a14:m>
                  <m:oMath xmlns:m="http://schemas.openxmlformats.org/officeDocument/2006/math">
                    <m:r>
                      <a:rPr lang="en-PH" sz="5000" b="1" i="1" smtClean="0">
                        <a:solidFill>
                          <a:srgbClr val="2F4F4F"/>
                        </a:solidFill>
                        <a:latin typeface="Cambria Math" panose="02040503050406030204" pitchFamily="18" charset="0"/>
                        <a:ea typeface="Bugaki"/>
                        <a:cs typeface="Bugaki"/>
                        <a:sym typeface="Bugaki"/>
                      </a:rPr>
                      <m:t>𝒄</m:t>
                    </m:r>
                    <m:r>
                      <a:rPr lang="en-PH" sz="5000" b="1" i="1" smtClean="0">
                        <a:solidFill>
                          <a:srgbClr val="2F4F4F"/>
                        </a:solidFill>
                        <a:latin typeface="Cambria Math" panose="02040503050406030204" pitchFamily="18" charset="0"/>
                        <a:ea typeface="Bugaki"/>
                        <a:cs typeface="Bugaki"/>
                        <a:sym typeface="Bugaki"/>
                      </a:rPr>
                      <m:t>.</m:t>
                    </m:r>
                  </m:oMath>
                </a14:m>
                <a:endParaRPr lang="en-US" sz="5000" b="1" dirty="0">
                  <a:solidFill>
                    <a:srgbClr val="2F4F4F"/>
                  </a:solidFill>
                  <a:latin typeface="Bugaki"/>
                  <a:ea typeface="Bugaki"/>
                  <a:cs typeface="Bugaki"/>
                  <a:sym typeface="Bugaki"/>
                </a:endParaRPr>
              </a:p>
            </p:txBody>
          </p:sp>
        </mc:Choice>
        <mc:Fallback xmlns="">
          <p:sp>
            <p:nvSpPr>
              <p:cNvPr id="8" name="TextBox 16">
                <a:extLst>
                  <a:ext uri="{FF2B5EF4-FFF2-40B4-BE49-F238E27FC236}">
                    <a16:creationId xmlns:a16="http://schemas.microsoft.com/office/drawing/2014/main" id="{E16FBBFB-C001-F9C5-72D1-B513DB8A90AE}"/>
                  </a:ext>
                </a:extLst>
              </p:cNvPr>
              <p:cNvSpPr txBox="1">
                <a:spLocks noRot="1" noChangeAspect="1" noMove="1" noResize="1" noEditPoints="1" noAdjustHandles="1" noChangeArrowheads="1" noChangeShapeType="1" noTextEdit="1"/>
              </p:cNvSpPr>
              <p:nvPr/>
            </p:nvSpPr>
            <p:spPr>
              <a:xfrm>
                <a:off x="3151400" y="6454198"/>
                <a:ext cx="11868503" cy="865622"/>
              </a:xfrm>
              <a:prstGeom prst="rect">
                <a:avLst/>
              </a:prstGeom>
              <a:blipFill>
                <a:blip r:embed="rId7"/>
                <a:stretch>
                  <a:fillRect t="-10563" b="-44366"/>
                </a:stretch>
              </a:blipFill>
            </p:spPr>
            <p:txBody>
              <a:bodyPr/>
              <a:lstStyle/>
              <a:p>
                <a:r>
                  <a:rPr lang="en-PH">
                    <a:noFill/>
                  </a:rPr>
                  <a:t> </a:t>
                </a:r>
              </a:p>
            </p:txBody>
          </p:sp>
        </mc:Fallback>
      </mc:AlternateContent>
    </p:spTree>
    <p:extLst>
      <p:ext uri="{BB962C8B-B14F-4D97-AF65-F5344CB8AC3E}">
        <p14:creationId xmlns:p14="http://schemas.microsoft.com/office/powerpoint/2010/main" val="1862844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77B17C7C-9B07-2310-CC57-6744E44E77F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E603ADA-C0D3-9608-EE8F-6579889C4E3B}"/>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DE168F3E-75D5-5746-9680-111F0C28233B}"/>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ACEB603D-0F70-29B9-9BA7-31E77FA3839A}"/>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1361D5DE-C097-181F-D084-3AC74E7BD58D}"/>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1B575C21-1AF6-ABB6-1990-D0F5E8B76297}"/>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46134AFC-F8B2-9EBD-D6E3-CDF1E976D862}"/>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66883786-33C6-6B50-818B-4BC51B27B36C}"/>
              </a:ext>
            </a:extLst>
          </p:cNvPr>
          <p:cNvGrpSpPr/>
          <p:nvPr/>
        </p:nvGrpSpPr>
        <p:grpSpPr>
          <a:xfrm>
            <a:off x="4057932" y="1177262"/>
            <a:ext cx="10227067" cy="1680238"/>
            <a:chOff x="0" y="0"/>
            <a:chExt cx="2693549" cy="436650"/>
          </a:xfrm>
        </p:grpSpPr>
        <p:sp>
          <p:nvSpPr>
            <p:cNvPr id="9" name="Freeform 9">
              <a:extLst>
                <a:ext uri="{FF2B5EF4-FFF2-40B4-BE49-F238E27FC236}">
                  <a16:creationId xmlns:a16="http://schemas.microsoft.com/office/drawing/2014/main" id="{F6158DAD-4C05-A766-88FB-4B1D68A0BD03}"/>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7740D219-5DD6-BB5F-9954-88C1A202355C}"/>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BE418897-B99D-64F3-DD73-2609948EB49E}"/>
                  </a:ext>
                </a:extLst>
              </p:cNvPr>
              <p:cNvSpPr txBox="1"/>
              <p:nvPr/>
            </p:nvSpPr>
            <p:spPr>
              <a:xfrm>
                <a:off x="3540006" y="5265473"/>
                <a:ext cx="11344830" cy="718145"/>
              </a:xfrm>
              <a:prstGeom prst="rect">
                <a:avLst/>
              </a:prstGeom>
            </p:spPr>
            <p:txBody>
              <a:bodyPr wrap="square" lIns="0" tIns="0" rIns="0" bIns="0" rtlCol="0" anchor="t">
                <a:spAutoFit/>
              </a:bodyPr>
              <a:lstStyle/>
              <a:p>
                <a:pPr marL="431799" lvl="1" algn="just">
                  <a:lnSpc>
                    <a:spcPts val="5599"/>
                  </a:lnSpc>
                </a:pPr>
                <a14:m>
                  <m:oMathPara xmlns:m="http://schemas.openxmlformats.org/officeDocument/2006/math">
                    <m:oMathParaPr>
                      <m:jc m:val="centerGroup"/>
                    </m:oMathParaPr>
                    <m:oMath xmlns:m="http://schemas.openxmlformats.org/officeDocument/2006/math">
                      <m:sSup>
                        <m:sSupPr>
                          <m:ctrlPr>
                            <a:rPr lang="en-PH" sz="11000" b="0" i="1" smtClean="0">
                              <a:solidFill>
                                <a:srgbClr val="1C2B2B"/>
                              </a:solidFill>
                              <a:latin typeface="Cambria Math" panose="02040503050406030204" pitchFamily="18" charset="0"/>
                              <a:ea typeface="Monterchi"/>
                              <a:cs typeface="Monterchi"/>
                              <a:sym typeface="Monterchi"/>
                            </a:rPr>
                          </m:ctrlPr>
                        </m:sSupPr>
                        <m:e>
                          <m:r>
                            <a:rPr lang="en-PH" sz="11000" b="0" i="1" smtClean="0">
                              <a:solidFill>
                                <a:srgbClr val="1C2B2B"/>
                              </a:solidFill>
                              <a:latin typeface="Cambria Math" panose="02040503050406030204" pitchFamily="18" charset="0"/>
                              <a:ea typeface="Monterchi"/>
                              <a:cs typeface="Monterchi"/>
                              <a:sym typeface="Monterchi"/>
                            </a:rPr>
                            <m:t>𝑥</m:t>
                          </m:r>
                        </m:e>
                        <m:sup>
                          <m:r>
                            <a:rPr lang="en-PH" sz="11000" b="0" i="1" smtClean="0">
                              <a:solidFill>
                                <a:srgbClr val="1C2B2B"/>
                              </a:solidFill>
                              <a:latin typeface="Cambria Math" panose="02040503050406030204" pitchFamily="18" charset="0"/>
                              <a:ea typeface="Monterchi"/>
                              <a:cs typeface="Monterchi"/>
                              <a:sym typeface="Monterchi"/>
                            </a:rPr>
                            <m:t>2</m:t>
                          </m:r>
                        </m:sup>
                      </m:sSup>
                      <m:r>
                        <a:rPr lang="en-PH" sz="11000" b="0" i="1" smtClean="0">
                          <a:solidFill>
                            <a:srgbClr val="1C2B2B"/>
                          </a:solidFill>
                          <a:latin typeface="Cambria Math" panose="02040503050406030204" pitchFamily="18" charset="0"/>
                          <a:ea typeface="Monterchi"/>
                          <a:cs typeface="Monterchi"/>
                          <a:sym typeface="Monterchi"/>
                        </a:rPr>
                        <m:t>+4</m:t>
                      </m:r>
                      <m:r>
                        <a:rPr lang="en-PH" sz="11000" b="0" i="1" smtClean="0">
                          <a:solidFill>
                            <a:srgbClr val="1C2B2B"/>
                          </a:solidFill>
                          <a:latin typeface="Cambria Math" panose="02040503050406030204" pitchFamily="18" charset="0"/>
                          <a:ea typeface="Monterchi"/>
                          <a:cs typeface="Monterchi"/>
                          <a:sym typeface="Monterchi"/>
                        </a:rPr>
                        <m:t>𝑥</m:t>
                      </m:r>
                      <m:r>
                        <a:rPr lang="en-PH" sz="11000" b="0" i="1" smtClean="0">
                          <a:solidFill>
                            <a:srgbClr val="1C2B2B"/>
                          </a:solidFill>
                          <a:latin typeface="Cambria Math" panose="02040503050406030204" pitchFamily="18" charset="0"/>
                          <a:ea typeface="Monterchi"/>
                          <a:cs typeface="Monterchi"/>
                          <a:sym typeface="Monterchi"/>
                        </a:rPr>
                        <m:t>+1=0</m:t>
                      </m:r>
                    </m:oMath>
                  </m:oMathPara>
                </a14:m>
                <a:endParaRPr lang="en-US" sz="11000" dirty="0">
                  <a:solidFill>
                    <a:srgbClr val="1C2B2B"/>
                  </a:solidFill>
                  <a:latin typeface="Monterchi"/>
                  <a:ea typeface="Monterchi"/>
                  <a:cs typeface="Monterchi"/>
                  <a:sym typeface="Monterchi"/>
                </a:endParaRPr>
              </a:p>
            </p:txBody>
          </p:sp>
        </mc:Choice>
        <mc:Fallback xmlns="">
          <p:sp>
            <p:nvSpPr>
              <p:cNvPr id="12" name="TextBox 12">
                <a:extLst>
                  <a:ext uri="{FF2B5EF4-FFF2-40B4-BE49-F238E27FC236}">
                    <a16:creationId xmlns:a16="http://schemas.microsoft.com/office/drawing/2014/main" id="{BE418897-B99D-64F3-DD73-2609948EB49E}"/>
                  </a:ext>
                </a:extLst>
              </p:cNvPr>
              <p:cNvSpPr txBox="1">
                <a:spLocks noRot="1" noChangeAspect="1" noMove="1" noResize="1" noEditPoints="1" noAdjustHandles="1" noChangeArrowheads="1" noChangeShapeType="1" noTextEdit="1"/>
              </p:cNvSpPr>
              <p:nvPr/>
            </p:nvSpPr>
            <p:spPr>
              <a:xfrm>
                <a:off x="3540006" y="5265473"/>
                <a:ext cx="11344830" cy="718145"/>
              </a:xfrm>
              <a:prstGeom prst="rect">
                <a:avLst/>
              </a:prstGeom>
              <a:blipFill>
                <a:blip r:embed="rId4"/>
                <a:stretch>
                  <a:fillRect t="-126271" b="-26271"/>
                </a:stretch>
              </a:blipFill>
            </p:spPr>
            <p:txBody>
              <a:bodyPr/>
              <a:lstStyle/>
              <a:p>
                <a:r>
                  <a:rPr lang="en-PH">
                    <a:noFill/>
                  </a:rPr>
                  <a:t> </a:t>
                </a:r>
              </a:p>
            </p:txBody>
          </p:sp>
        </mc:Fallback>
      </mc:AlternateContent>
      <p:sp>
        <p:nvSpPr>
          <p:cNvPr id="21" name="Freeform 14">
            <a:extLst>
              <a:ext uri="{FF2B5EF4-FFF2-40B4-BE49-F238E27FC236}">
                <a16:creationId xmlns:a16="http://schemas.microsoft.com/office/drawing/2014/main" id="{76AA9852-427C-169F-4382-815E09A3CAEC}"/>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5"/>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11" name="TextBox 19">
                <a:extLst>
                  <a:ext uri="{FF2B5EF4-FFF2-40B4-BE49-F238E27FC236}">
                    <a16:creationId xmlns:a16="http://schemas.microsoft.com/office/drawing/2014/main" id="{3639B5B2-F2C8-39FF-F058-D2F458290D6B}"/>
                  </a:ext>
                </a:extLst>
              </p:cNvPr>
              <p:cNvSpPr txBox="1"/>
              <p:nvPr/>
            </p:nvSpPr>
            <p:spPr>
              <a:xfrm>
                <a:off x="4697275" y="1496459"/>
                <a:ext cx="8990186" cy="1057982"/>
              </a:xfrm>
              <a:prstGeom prst="rect">
                <a:avLst/>
              </a:prstGeom>
            </p:spPr>
            <p:txBody>
              <a:bodyPr wrap="square" lIns="0" tIns="0" rIns="0" bIns="0" rtlCol="0" anchor="t">
                <a:spAutoFit/>
              </a:bodyPr>
              <a:lstStyle/>
              <a:p>
                <a:pPr algn="ctr">
                  <a:lnSpc>
                    <a:spcPts val="8399"/>
                  </a:lnSpc>
                </a:pPr>
                <a:r>
                  <a:rPr lang="en-US" sz="6500" b="1" dirty="0">
                    <a:solidFill>
                      <a:srgbClr val="E1E1E1"/>
                    </a:solidFill>
                    <a:latin typeface="Bugaki"/>
                    <a:ea typeface="Bugaki"/>
                    <a:cs typeface="Bugaki"/>
                    <a:sym typeface="Bugaki"/>
                  </a:rPr>
                  <a:t>Find </a:t>
                </a:r>
                <a14:m>
                  <m:oMath xmlns:m="http://schemas.openxmlformats.org/officeDocument/2006/math">
                    <m:r>
                      <a:rPr lang="en-PH" sz="6500" b="1" i="1" smtClean="0">
                        <a:solidFill>
                          <a:srgbClr val="E1E1E1"/>
                        </a:solidFill>
                        <a:latin typeface="Cambria Math" panose="02040503050406030204" pitchFamily="18" charset="0"/>
                        <a:ea typeface="Bugaki"/>
                        <a:cs typeface="Bugaki"/>
                        <a:sym typeface="Bugaki"/>
                      </a:rPr>
                      <m:t>𝒂</m:t>
                    </m:r>
                    <m:r>
                      <a:rPr lang="en-PH" sz="6500" b="1" i="1" smtClean="0">
                        <a:solidFill>
                          <a:srgbClr val="E1E1E1"/>
                        </a:solidFill>
                        <a:latin typeface="Cambria Math" panose="02040503050406030204" pitchFamily="18" charset="0"/>
                        <a:ea typeface="Bugaki"/>
                        <a:cs typeface="Bugaki"/>
                        <a:sym typeface="Bugaki"/>
                      </a:rPr>
                      <m:t>, </m:t>
                    </m:r>
                    <m:r>
                      <a:rPr lang="en-PH" sz="6500" b="1" i="1" smtClean="0">
                        <a:solidFill>
                          <a:srgbClr val="E1E1E1"/>
                        </a:solidFill>
                        <a:latin typeface="Cambria Math" panose="02040503050406030204" pitchFamily="18" charset="0"/>
                        <a:ea typeface="Bugaki"/>
                        <a:cs typeface="Bugaki"/>
                        <a:sym typeface="Bugaki"/>
                      </a:rPr>
                      <m:t>𝒃</m:t>
                    </m:r>
                    <m:r>
                      <a:rPr lang="en-PH" sz="6500" b="1" i="1" smtClean="0">
                        <a:solidFill>
                          <a:srgbClr val="E1E1E1"/>
                        </a:solidFill>
                        <a:latin typeface="Cambria Math" panose="02040503050406030204" pitchFamily="18" charset="0"/>
                        <a:ea typeface="Bugaki"/>
                        <a:cs typeface="Bugaki"/>
                        <a:sym typeface="Bugaki"/>
                      </a:rPr>
                      <m:t>,</m:t>
                    </m:r>
                  </m:oMath>
                </a14:m>
                <a:r>
                  <a:rPr lang="en-US" sz="6500" b="1" dirty="0">
                    <a:solidFill>
                      <a:srgbClr val="E1E1E1"/>
                    </a:solidFill>
                    <a:latin typeface="Bugaki"/>
                    <a:ea typeface="Bugaki"/>
                    <a:cs typeface="Bugaki"/>
                    <a:sym typeface="Bugaki"/>
                  </a:rPr>
                  <a:t> and </a:t>
                </a:r>
                <a14:m>
                  <m:oMath xmlns:m="http://schemas.openxmlformats.org/officeDocument/2006/math">
                    <m:r>
                      <a:rPr lang="en-PH" sz="6500" b="1" i="1" smtClean="0">
                        <a:solidFill>
                          <a:srgbClr val="E1E1E1"/>
                        </a:solidFill>
                        <a:latin typeface="Cambria Math" panose="02040503050406030204" pitchFamily="18" charset="0"/>
                        <a:ea typeface="Bugaki"/>
                        <a:cs typeface="Bugaki"/>
                        <a:sym typeface="Bugaki"/>
                      </a:rPr>
                      <m:t>𝒄</m:t>
                    </m:r>
                  </m:oMath>
                </a14:m>
                <a:r>
                  <a:rPr lang="en-US" sz="6500" b="1" dirty="0">
                    <a:solidFill>
                      <a:srgbClr val="E1E1E1"/>
                    </a:solidFill>
                    <a:latin typeface="Bugaki"/>
                    <a:ea typeface="Bugaki"/>
                    <a:cs typeface="Bugaki"/>
                    <a:sym typeface="Bugaki"/>
                  </a:rPr>
                  <a:t>.</a:t>
                </a:r>
              </a:p>
            </p:txBody>
          </p:sp>
        </mc:Choice>
        <mc:Fallback xmlns="">
          <p:sp>
            <p:nvSpPr>
              <p:cNvPr id="11" name="TextBox 19">
                <a:extLst>
                  <a:ext uri="{FF2B5EF4-FFF2-40B4-BE49-F238E27FC236}">
                    <a16:creationId xmlns:a16="http://schemas.microsoft.com/office/drawing/2014/main" id="{3639B5B2-F2C8-39FF-F058-D2F458290D6B}"/>
                  </a:ext>
                </a:extLst>
              </p:cNvPr>
              <p:cNvSpPr txBox="1">
                <a:spLocks noRot="1" noChangeAspect="1" noMove="1" noResize="1" noEditPoints="1" noAdjustHandles="1" noChangeArrowheads="1" noChangeShapeType="1" noTextEdit="1"/>
              </p:cNvSpPr>
              <p:nvPr/>
            </p:nvSpPr>
            <p:spPr>
              <a:xfrm>
                <a:off x="4697275" y="1496459"/>
                <a:ext cx="8990186" cy="1057982"/>
              </a:xfrm>
              <a:prstGeom prst="rect">
                <a:avLst/>
              </a:prstGeom>
              <a:blipFill>
                <a:blip r:embed="rId6"/>
                <a:stretch>
                  <a:fillRect t="-16667" b="-47126"/>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A186242-C6A1-BBFB-C744-E4A8B884E30F}"/>
                  </a:ext>
                </a:extLst>
              </p:cNvPr>
              <p:cNvSpPr txBox="1"/>
              <p:nvPr/>
            </p:nvSpPr>
            <p:spPr>
              <a:xfrm>
                <a:off x="3471585" y="7262066"/>
                <a:ext cx="11344830" cy="718145"/>
              </a:xfrm>
              <a:prstGeom prst="rect">
                <a:avLst/>
              </a:prstGeom>
            </p:spPr>
            <p:txBody>
              <a:bodyPr wrap="square" lIns="0" tIns="0" rIns="0" bIns="0" rtlCol="0" anchor="t">
                <a:spAutoFit/>
              </a:bodyPr>
              <a:lstStyle/>
              <a:p>
                <a:pPr marL="431799" lvl="1" algn="just">
                  <a:lnSpc>
                    <a:spcPts val="5599"/>
                  </a:lnSpc>
                </a:pPr>
                <a14:m>
                  <m:oMathPara xmlns:m="http://schemas.openxmlformats.org/officeDocument/2006/math">
                    <m:oMathParaPr>
                      <m:jc m:val="centerGroup"/>
                    </m:oMathParaPr>
                    <m:oMath xmlns:m="http://schemas.openxmlformats.org/officeDocument/2006/math">
                      <m:r>
                        <a:rPr lang="en-PH" sz="8000" b="0" i="1" smtClean="0">
                          <a:solidFill>
                            <a:srgbClr val="C00000"/>
                          </a:solidFill>
                          <a:latin typeface="Cambria Math" panose="02040503050406030204" pitchFamily="18" charset="0"/>
                          <a:ea typeface="Monterchi"/>
                          <a:cs typeface="Monterchi"/>
                          <a:sym typeface="Monterchi"/>
                        </a:rPr>
                        <m:t>𝑎</m:t>
                      </m:r>
                      <m:r>
                        <a:rPr lang="en-PH" sz="8000" b="0" i="1" smtClean="0">
                          <a:solidFill>
                            <a:srgbClr val="C00000"/>
                          </a:solidFill>
                          <a:latin typeface="Cambria Math" panose="02040503050406030204" pitchFamily="18" charset="0"/>
                          <a:ea typeface="Monterchi"/>
                          <a:cs typeface="Monterchi"/>
                          <a:sym typeface="Monterchi"/>
                        </a:rPr>
                        <m:t>=1, </m:t>
                      </m:r>
                      <m:r>
                        <a:rPr lang="en-PH" sz="8000" b="0" i="1" smtClean="0">
                          <a:solidFill>
                            <a:srgbClr val="C00000"/>
                          </a:solidFill>
                          <a:latin typeface="Cambria Math" panose="02040503050406030204" pitchFamily="18" charset="0"/>
                          <a:ea typeface="Monterchi"/>
                          <a:cs typeface="Monterchi"/>
                          <a:sym typeface="Monterchi"/>
                        </a:rPr>
                        <m:t>𝑏</m:t>
                      </m:r>
                      <m:r>
                        <a:rPr lang="en-PH" sz="8000" b="0" i="1" smtClean="0">
                          <a:solidFill>
                            <a:srgbClr val="C00000"/>
                          </a:solidFill>
                          <a:latin typeface="Cambria Math" panose="02040503050406030204" pitchFamily="18" charset="0"/>
                          <a:ea typeface="Monterchi"/>
                          <a:cs typeface="Monterchi"/>
                          <a:sym typeface="Monterchi"/>
                        </a:rPr>
                        <m:t>=4, </m:t>
                      </m:r>
                      <m:r>
                        <a:rPr lang="en-PH" sz="8000" b="0" i="1" smtClean="0">
                          <a:solidFill>
                            <a:srgbClr val="C00000"/>
                          </a:solidFill>
                          <a:latin typeface="Cambria Math" panose="02040503050406030204" pitchFamily="18" charset="0"/>
                          <a:ea typeface="Monterchi"/>
                          <a:cs typeface="Monterchi"/>
                          <a:sym typeface="Monterchi"/>
                        </a:rPr>
                        <m:t>𝑐</m:t>
                      </m:r>
                      <m:r>
                        <a:rPr lang="en-PH" sz="8000" b="0" i="1" smtClean="0">
                          <a:solidFill>
                            <a:srgbClr val="C00000"/>
                          </a:solidFill>
                          <a:latin typeface="Cambria Math" panose="02040503050406030204" pitchFamily="18" charset="0"/>
                          <a:ea typeface="Monterchi"/>
                          <a:cs typeface="Monterchi"/>
                          <a:sym typeface="Monterchi"/>
                        </a:rPr>
                        <m:t>=1</m:t>
                      </m:r>
                    </m:oMath>
                  </m:oMathPara>
                </a14:m>
                <a:endParaRPr lang="en-US" sz="8000" dirty="0">
                  <a:solidFill>
                    <a:srgbClr val="C00000"/>
                  </a:solidFill>
                  <a:latin typeface="Monterchi"/>
                  <a:ea typeface="Monterchi"/>
                  <a:cs typeface="Monterchi"/>
                  <a:sym typeface="Monterchi"/>
                </a:endParaRPr>
              </a:p>
            </p:txBody>
          </p:sp>
        </mc:Choice>
        <mc:Fallback xmlns="">
          <p:sp>
            <p:nvSpPr>
              <p:cNvPr id="13" name="TextBox 12">
                <a:extLst>
                  <a:ext uri="{FF2B5EF4-FFF2-40B4-BE49-F238E27FC236}">
                    <a16:creationId xmlns:a16="http://schemas.microsoft.com/office/drawing/2014/main" id="{8A186242-C6A1-BBFB-C744-E4A8B884E30F}"/>
                  </a:ext>
                </a:extLst>
              </p:cNvPr>
              <p:cNvSpPr txBox="1">
                <a:spLocks noRot="1" noChangeAspect="1" noMove="1" noResize="1" noEditPoints="1" noAdjustHandles="1" noChangeArrowheads="1" noChangeShapeType="1" noTextEdit="1"/>
              </p:cNvSpPr>
              <p:nvPr/>
            </p:nvSpPr>
            <p:spPr>
              <a:xfrm>
                <a:off x="3471585" y="7262066"/>
                <a:ext cx="11344830" cy="718145"/>
              </a:xfrm>
              <a:prstGeom prst="rect">
                <a:avLst/>
              </a:prstGeom>
              <a:blipFill>
                <a:blip r:embed="rId7"/>
                <a:stretch>
                  <a:fillRect t="-63559" b="-12712"/>
                </a:stretch>
              </a:blipFill>
            </p:spPr>
            <p:txBody>
              <a:bodyPr/>
              <a:lstStyle/>
              <a:p>
                <a:r>
                  <a:rPr lang="en-PH">
                    <a:noFill/>
                  </a:rPr>
                  <a:t> </a:t>
                </a:r>
              </a:p>
            </p:txBody>
          </p:sp>
        </mc:Fallback>
      </mc:AlternateContent>
    </p:spTree>
    <p:extLst>
      <p:ext uri="{BB962C8B-B14F-4D97-AF65-F5344CB8AC3E}">
        <p14:creationId xmlns:p14="http://schemas.microsoft.com/office/powerpoint/2010/main" val="2558713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747B8CC3-B08D-A800-F77E-1D1130E90C5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0C0A21C-5005-CF25-CACC-A09B45FF6A7A}"/>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CF5E37CF-A7F3-1314-40A3-0A973B5369F5}"/>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662DEA6E-121D-3C16-7965-4FFFC4581A91}"/>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E21D5B66-347E-FADB-6F4D-D7CCBB7B3ED2}"/>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94F76CF0-A8F2-DD61-0192-AC3E102B4505}"/>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386B6270-70F4-F8C5-CEB7-EE418F925D37}"/>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7BE9BBF9-3E7D-5A7D-CD8E-0BCCE1273065}"/>
              </a:ext>
            </a:extLst>
          </p:cNvPr>
          <p:cNvGrpSpPr/>
          <p:nvPr/>
        </p:nvGrpSpPr>
        <p:grpSpPr>
          <a:xfrm>
            <a:off x="4057932" y="1177262"/>
            <a:ext cx="10227067" cy="1680238"/>
            <a:chOff x="0" y="0"/>
            <a:chExt cx="2693549" cy="436650"/>
          </a:xfrm>
        </p:grpSpPr>
        <p:sp>
          <p:nvSpPr>
            <p:cNvPr id="9" name="Freeform 9">
              <a:extLst>
                <a:ext uri="{FF2B5EF4-FFF2-40B4-BE49-F238E27FC236}">
                  <a16:creationId xmlns:a16="http://schemas.microsoft.com/office/drawing/2014/main" id="{F8B9EC56-CA79-D44D-1696-657D6CD9F500}"/>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DB86B577-7662-1B34-699A-7D471D26BA08}"/>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D0FD8A62-E18A-C249-091C-E6395BDC9773}"/>
                  </a:ext>
                </a:extLst>
              </p:cNvPr>
              <p:cNvSpPr txBox="1"/>
              <p:nvPr/>
            </p:nvSpPr>
            <p:spPr>
              <a:xfrm>
                <a:off x="3540006" y="5265473"/>
                <a:ext cx="11344830" cy="718145"/>
              </a:xfrm>
              <a:prstGeom prst="rect">
                <a:avLst/>
              </a:prstGeom>
            </p:spPr>
            <p:txBody>
              <a:bodyPr wrap="square" lIns="0" tIns="0" rIns="0" bIns="0" rtlCol="0" anchor="t">
                <a:spAutoFit/>
              </a:bodyPr>
              <a:lstStyle/>
              <a:p>
                <a:pPr marL="431799" lvl="1" algn="just">
                  <a:lnSpc>
                    <a:spcPts val="5599"/>
                  </a:lnSpc>
                </a:pPr>
                <a14:m>
                  <m:oMathPara xmlns:m="http://schemas.openxmlformats.org/officeDocument/2006/math">
                    <m:oMathParaPr>
                      <m:jc m:val="centerGroup"/>
                    </m:oMathParaPr>
                    <m:oMath xmlns:m="http://schemas.openxmlformats.org/officeDocument/2006/math">
                      <m:r>
                        <a:rPr lang="en-PH" sz="11000" b="0" i="1" smtClean="0">
                          <a:solidFill>
                            <a:srgbClr val="1C2B2B"/>
                          </a:solidFill>
                          <a:latin typeface="Cambria Math" panose="02040503050406030204" pitchFamily="18" charset="0"/>
                          <a:ea typeface="Monterchi"/>
                          <a:cs typeface="Monterchi"/>
                          <a:sym typeface="Monterchi"/>
                        </a:rPr>
                        <m:t>2</m:t>
                      </m:r>
                      <m:sSup>
                        <m:sSupPr>
                          <m:ctrlPr>
                            <a:rPr lang="en-PH" sz="11000" b="0" i="1" smtClean="0">
                              <a:solidFill>
                                <a:srgbClr val="1C2B2B"/>
                              </a:solidFill>
                              <a:latin typeface="Cambria Math" panose="02040503050406030204" pitchFamily="18" charset="0"/>
                              <a:ea typeface="Monterchi"/>
                              <a:cs typeface="Monterchi"/>
                              <a:sym typeface="Monterchi"/>
                            </a:rPr>
                          </m:ctrlPr>
                        </m:sSupPr>
                        <m:e>
                          <m:r>
                            <a:rPr lang="en-PH" sz="11000" b="0" i="1" smtClean="0">
                              <a:solidFill>
                                <a:srgbClr val="1C2B2B"/>
                              </a:solidFill>
                              <a:latin typeface="Cambria Math" panose="02040503050406030204" pitchFamily="18" charset="0"/>
                              <a:ea typeface="Monterchi"/>
                              <a:cs typeface="Monterchi"/>
                              <a:sym typeface="Monterchi"/>
                            </a:rPr>
                            <m:t>𝑥</m:t>
                          </m:r>
                        </m:e>
                        <m:sup>
                          <m:r>
                            <a:rPr lang="en-PH" sz="11000" b="0" i="1" smtClean="0">
                              <a:solidFill>
                                <a:srgbClr val="1C2B2B"/>
                              </a:solidFill>
                              <a:latin typeface="Cambria Math" panose="02040503050406030204" pitchFamily="18" charset="0"/>
                              <a:ea typeface="Monterchi"/>
                              <a:cs typeface="Monterchi"/>
                              <a:sym typeface="Monterchi"/>
                            </a:rPr>
                            <m:t>2</m:t>
                          </m:r>
                        </m:sup>
                      </m:sSup>
                      <m:r>
                        <a:rPr lang="en-PH" sz="11000" b="0" i="1" smtClean="0">
                          <a:solidFill>
                            <a:srgbClr val="1C2B2B"/>
                          </a:solidFill>
                          <a:latin typeface="Cambria Math" panose="02040503050406030204" pitchFamily="18" charset="0"/>
                          <a:ea typeface="Monterchi"/>
                          <a:cs typeface="Monterchi"/>
                          <a:sym typeface="Monterchi"/>
                        </a:rPr>
                        <m:t>−3</m:t>
                      </m:r>
                      <m:r>
                        <a:rPr lang="en-PH" sz="11000" b="0" i="1" smtClean="0">
                          <a:solidFill>
                            <a:srgbClr val="1C2B2B"/>
                          </a:solidFill>
                          <a:latin typeface="Cambria Math" panose="02040503050406030204" pitchFamily="18" charset="0"/>
                          <a:ea typeface="Monterchi"/>
                          <a:cs typeface="Monterchi"/>
                          <a:sym typeface="Monterchi"/>
                        </a:rPr>
                        <m:t>𝑥</m:t>
                      </m:r>
                      <m:r>
                        <a:rPr lang="en-PH" sz="11000" b="0" i="1" smtClean="0">
                          <a:solidFill>
                            <a:srgbClr val="1C2B2B"/>
                          </a:solidFill>
                          <a:latin typeface="Cambria Math" panose="02040503050406030204" pitchFamily="18" charset="0"/>
                          <a:ea typeface="Monterchi"/>
                          <a:cs typeface="Monterchi"/>
                          <a:sym typeface="Monterchi"/>
                        </a:rPr>
                        <m:t>−2=0</m:t>
                      </m:r>
                    </m:oMath>
                  </m:oMathPara>
                </a14:m>
                <a:endParaRPr lang="en-US" sz="11000" dirty="0">
                  <a:solidFill>
                    <a:srgbClr val="1C2B2B"/>
                  </a:solidFill>
                  <a:latin typeface="Monterchi"/>
                  <a:ea typeface="Monterchi"/>
                  <a:cs typeface="Monterchi"/>
                  <a:sym typeface="Monterchi"/>
                </a:endParaRPr>
              </a:p>
            </p:txBody>
          </p:sp>
        </mc:Choice>
        <mc:Fallback xmlns="">
          <p:sp>
            <p:nvSpPr>
              <p:cNvPr id="12" name="TextBox 12">
                <a:extLst>
                  <a:ext uri="{FF2B5EF4-FFF2-40B4-BE49-F238E27FC236}">
                    <a16:creationId xmlns:a16="http://schemas.microsoft.com/office/drawing/2014/main" id="{D0FD8A62-E18A-C249-091C-E6395BDC9773}"/>
                  </a:ext>
                </a:extLst>
              </p:cNvPr>
              <p:cNvSpPr txBox="1">
                <a:spLocks noRot="1" noChangeAspect="1" noMove="1" noResize="1" noEditPoints="1" noAdjustHandles="1" noChangeArrowheads="1" noChangeShapeType="1" noTextEdit="1"/>
              </p:cNvSpPr>
              <p:nvPr/>
            </p:nvSpPr>
            <p:spPr>
              <a:xfrm>
                <a:off x="3540006" y="5265473"/>
                <a:ext cx="11344830" cy="718145"/>
              </a:xfrm>
              <a:prstGeom prst="rect">
                <a:avLst/>
              </a:prstGeom>
              <a:blipFill>
                <a:blip r:embed="rId4"/>
                <a:stretch>
                  <a:fillRect l="-376" t="-126271" r="-537" b="-26271"/>
                </a:stretch>
              </a:blipFill>
            </p:spPr>
            <p:txBody>
              <a:bodyPr/>
              <a:lstStyle/>
              <a:p>
                <a:r>
                  <a:rPr lang="en-PH">
                    <a:noFill/>
                  </a:rPr>
                  <a:t> </a:t>
                </a:r>
              </a:p>
            </p:txBody>
          </p:sp>
        </mc:Fallback>
      </mc:AlternateContent>
      <p:sp>
        <p:nvSpPr>
          <p:cNvPr id="21" name="Freeform 14">
            <a:extLst>
              <a:ext uri="{FF2B5EF4-FFF2-40B4-BE49-F238E27FC236}">
                <a16:creationId xmlns:a16="http://schemas.microsoft.com/office/drawing/2014/main" id="{30A7AE5B-44CE-E548-F0CF-D965A0DC4371}"/>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5"/>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11" name="TextBox 19">
                <a:extLst>
                  <a:ext uri="{FF2B5EF4-FFF2-40B4-BE49-F238E27FC236}">
                    <a16:creationId xmlns:a16="http://schemas.microsoft.com/office/drawing/2014/main" id="{52D5C08D-30FF-1D88-190E-76A086E6BF88}"/>
                  </a:ext>
                </a:extLst>
              </p:cNvPr>
              <p:cNvSpPr txBox="1"/>
              <p:nvPr/>
            </p:nvSpPr>
            <p:spPr>
              <a:xfrm>
                <a:off x="4697275" y="1496459"/>
                <a:ext cx="8990186" cy="1057982"/>
              </a:xfrm>
              <a:prstGeom prst="rect">
                <a:avLst/>
              </a:prstGeom>
            </p:spPr>
            <p:txBody>
              <a:bodyPr wrap="square" lIns="0" tIns="0" rIns="0" bIns="0" rtlCol="0" anchor="t">
                <a:spAutoFit/>
              </a:bodyPr>
              <a:lstStyle/>
              <a:p>
                <a:pPr algn="ctr">
                  <a:lnSpc>
                    <a:spcPts val="8399"/>
                  </a:lnSpc>
                </a:pPr>
                <a:r>
                  <a:rPr lang="en-US" sz="6500" b="1" dirty="0">
                    <a:solidFill>
                      <a:srgbClr val="E1E1E1"/>
                    </a:solidFill>
                    <a:latin typeface="Bugaki"/>
                    <a:ea typeface="Bugaki"/>
                    <a:cs typeface="Bugaki"/>
                    <a:sym typeface="Bugaki"/>
                  </a:rPr>
                  <a:t>Find </a:t>
                </a:r>
                <a14:m>
                  <m:oMath xmlns:m="http://schemas.openxmlformats.org/officeDocument/2006/math">
                    <m:r>
                      <a:rPr lang="en-PH" sz="6500" b="1" i="1" smtClean="0">
                        <a:solidFill>
                          <a:srgbClr val="E1E1E1"/>
                        </a:solidFill>
                        <a:latin typeface="Cambria Math" panose="02040503050406030204" pitchFamily="18" charset="0"/>
                        <a:ea typeface="Bugaki"/>
                        <a:cs typeface="Bugaki"/>
                        <a:sym typeface="Bugaki"/>
                      </a:rPr>
                      <m:t>𝒂</m:t>
                    </m:r>
                    <m:r>
                      <a:rPr lang="en-PH" sz="6500" b="1" i="1" smtClean="0">
                        <a:solidFill>
                          <a:srgbClr val="E1E1E1"/>
                        </a:solidFill>
                        <a:latin typeface="Cambria Math" panose="02040503050406030204" pitchFamily="18" charset="0"/>
                        <a:ea typeface="Bugaki"/>
                        <a:cs typeface="Bugaki"/>
                        <a:sym typeface="Bugaki"/>
                      </a:rPr>
                      <m:t>, </m:t>
                    </m:r>
                    <m:r>
                      <a:rPr lang="en-PH" sz="6500" b="1" i="1" smtClean="0">
                        <a:solidFill>
                          <a:srgbClr val="E1E1E1"/>
                        </a:solidFill>
                        <a:latin typeface="Cambria Math" panose="02040503050406030204" pitchFamily="18" charset="0"/>
                        <a:ea typeface="Bugaki"/>
                        <a:cs typeface="Bugaki"/>
                        <a:sym typeface="Bugaki"/>
                      </a:rPr>
                      <m:t>𝒃</m:t>
                    </m:r>
                    <m:r>
                      <a:rPr lang="en-PH" sz="6500" b="1" i="1" smtClean="0">
                        <a:solidFill>
                          <a:srgbClr val="E1E1E1"/>
                        </a:solidFill>
                        <a:latin typeface="Cambria Math" panose="02040503050406030204" pitchFamily="18" charset="0"/>
                        <a:ea typeface="Bugaki"/>
                        <a:cs typeface="Bugaki"/>
                        <a:sym typeface="Bugaki"/>
                      </a:rPr>
                      <m:t>,</m:t>
                    </m:r>
                  </m:oMath>
                </a14:m>
                <a:r>
                  <a:rPr lang="en-US" sz="6500" b="1" dirty="0">
                    <a:solidFill>
                      <a:srgbClr val="E1E1E1"/>
                    </a:solidFill>
                    <a:latin typeface="Bugaki"/>
                    <a:ea typeface="Bugaki"/>
                    <a:cs typeface="Bugaki"/>
                    <a:sym typeface="Bugaki"/>
                  </a:rPr>
                  <a:t> and </a:t>
                </a:r>
                <a14:m>
                  <m:oMath xmlns:m="http://schemas.openxmlformats.org/officeDocument/2006/math">
                    <m:r>
                      <a:rPr lang="en-PH" sz="6500" b="1" i="1" smtClean="0">
                        <a:solidFill>
                          <a:srgbClr val="E1E1E1"/>
                        </a:solidFill>
                        <a:latin typeface="Cambria Math" panose="02040503050406030204" pitchFamily="18" charset="0"/>
                        <a:ea typeface="Bugaki"/>
                        <a:cs typeface="Bugaki"/>
                        <a:sym typeface="Bugaki"/>
                      </a:rPr>
                      <m:t>𝒄</m:t>
                    </m:r>
                  </m:oMath>
                </a14:m>
                <a:r>
                  <a:rPr lang="en-US" sz="6500" b="1" dirty="0">
                    <a:solidFill>
                      <a:srgbClr val="E1E1E1"/>
                    </a:solidFill>
                    <a:latin typeface="Bugaki"/>
                    <a:ea typeface="Bugaki"/>
                    <a:cs typeface="Bugaki"/>
                    <a:sym typeface="Bugaki"/>
                  </a:rPr>
                  <a:t>.</a:t>
                </a:r>
              </a:p>
            </p:txBody>
          </p:sp>
        </mc:Choice>
        <mc:Fallback xmlns="">
          <p:sp>
            <p:nvSpPr>
              <p:cNvPr id="11" name="TextBox 19">
                <a:extLst>
                  <a:ext uri="{FF2B5EF4-FFF2-40B4-BE49-F238E27FC236}">
                    <a16:creationId xmlns:a16="http://schemas.microsoft.com/office/drawing/2014/main" id="{52D5C08D-30FF-1D88-190E-76A086E6BF88}"/>
                  </a:ext>
                </a:extLst>
              </p:cNvPr>
              <p:cNvSpPr txBox="1">
                <a:spLocks noRot="1" noChangeAspect="1" noMove="1" noResize="1" noEditPoints="1" noAdjustHandles="1" noChangeArrowheads="1" noChangeShapeType="1" noTextEdit="1"/>
              </p:cNvSpPr>
              <p:nvPr/>
            </p:nvSpPr>
            <p:spPr>
              <a:xfrm>
                <a:off x="4697275" y="1496459"/>
                <a:ext cx="8990186" cy="1057982"/>
              </a:xfrm>
              <a:prstGeom prst="rect">
                <a:avLst/>
              </a:prstGeom>
              <a:blipFill>
                <a:blip r:embed="rId6"/>
                <a:stretch>
                  <a:fillRect t="-16667" b="-47126"/>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2DFB147-C5FF-E063-501D-C0DFCB2BABA8}"/>
                  </a:ext>
                </a:extLst>
              </p:cNvPr>
              <p:cNvSpPr txBox="1"/>
              <p:nvPr/>
            </p:nvSpPr>
            <p:spPr>
              <a:xfrm>
                <a:off x="3471585" y="7262066"/>
                <a:ext cx="11344830" cy="718145"/>
              </a:xfrm>
              <a:prstGeom prst="rect">
                <a:avLst/>
              </a:prstGeom>
            </p:spPr>
            <p:txBody>
              <a:bodyPr wrap="square" lIns="0" tIns="0" rIns="0" bIns="0" rtlCol="0" anchor="t">
                <a:spAutoFit/>
              </a:bodyPr>
              <a:lstStyle/>
              <a:p>
                <a:pPr marL="431799" lvl="1" algn="just">
                  <a:lnSpc>
                    <a:spcPts val="5599"/>
                  </a:lnSpc>
                </a:pPr>
                <a14:m>
                  <m:oMathPara xmlns:m="http://schemas.openxmlformats.org/officeDocument/2006/math">
                    <m:oMathParaPr>
                      <m:jc m:val="centerGroup"/>
                    </m:oMathParaPr>
                    <m:oMath xmlns:m="http://schemas.openxmlformats.org/officeDocument/2006/math">
                      <m:r>
                        <a:rPr lang="en-PH" sz="8000" b="0" i="1" smtClean="0">
                          <a:solidFill>
                            <a:srgbClr val="C00000"/>
                          </a:solidFill>
                          <a:latin typeface="Cambria Math" panose="02040503050406030204" pitchFamily="18" charset="0"/>
                          <a:ea typeface="Monterchi"/>
                          <a:cs typeface="Monterchi"/>
                          <a:sym typeface="Monterchi"/>
                        </a:rPr>
                        <m:t>𝑎</m:t>
                      </m:r>
                      <m:r>
                        <a:rPr lang="en-PH" sz="8000" b="0" i="1" smtClean="0">
                          <a:solidFill>
                            <a:srgbClr val="C00000"/>
                          </a:solidFill>
                          <a:latin typeface="Cambria Math" panose="02040503050406030204" pitchFamily="18" charset="0"/>
                          <a:ea typeface="Monterchi"/>
                          <a:cs typeface="Monterchi"/>
                          <a:sym typeface="Monterchi"/>
                        </a:rPr>
                        <m:t>=2, </m:t>
                      </m:r>
                      <m:r>
                        <a:rPr lang="en-PH" sz="8000" b="0" i="1" smtClean="0">
                          <a:solidFill>
                            <a:srgbClr val="C00000"/>
                          </a:solidFill>
                          <a:latin typeface="Cambria Math" panose="02040503050406030204" pitchFamily="18" charset="0"/>
                          <a:ea typeface="Monterchi"/>
                          <a:cs typeface="Monterchi"/>
                          <a:sym typeface="Monterchi"/>
                        </a:rPr>
                        <m:t>𝑏</m:t>
                      </m:r>
                      <m:r>
                        <a:rPr lang="en-PH" sz="8000" b="0" i="1" smtClean="0">
                          <a:solidFill>
                            <a:srgbClr val="C00000"/>
                          </a:solidFill>
                          <a:latin typeface="Cambria Math" panose="02040503050406030204" pitchFamily="18" charset="0"/>
                          <a:ea typeface="Monterchi"/>
                          <a:cs typeface="Monterchi"/>
                          <a:sym typeface="Monterchi"/>
                        </a:rPr>
                        <m:t>=−3, </m:t>
                      </m:r>
                      <m:r>
                        <a:rPr lang="en-PH" sz="8000" b="0" i="1" smtClean="0">
                          <a:solidFill>
                            <a:srgbClr val="C00000"/>
                          </a:solidFill>
                          <a:latin typeface="Cambria Math" panose="02040503050406030204" pitchFamily="18" charset="0"/>
                          <a:ea typeface="Monterchi"/>
                          <a:cs typeface="Monterchi"/>
                          <a:sym typeface="Monterchi"/>
                        </a:rPr>
                        <m:t>𝑐</m:t>
                      </m:r>
                      <m:r>
                        <a:rPr lang="en-PH" sz="8000" b="0" i="1" smtClean="0">
                          <a:solidFill>
                            <a:srgbClr val="C00000"/>
                          </a:solidFill>
                          <a:latin typeface="Cambria Math" panose="02040503050406030204" pitchFamily="18" charset="0"/>
                          <a:ea typeface="Monterchi"/>
                          <a:cs typeface="Monterchi"/>
                          <a:sym typeface="Monterchi"/>
                        </a:rPr>
                        <m:t>=−2</m:t>
                      </m:r>
                    </m:oMath>
                  </m:oMathPara>
                </a14:m>
                <a:endParaRPr lang="en-US" sz="8000" dirty="0">
                  <a:solidFill>
                    <a:srgbClr val="C00000"/>
                  </a:solidFill>
                  <a:latin typeface="Monterchi"/>
                  <a:ea typeface="Monterchi"/>
                  <a:cs typeface="Monterchi"/>
                  <a:sym typeface="Monterchi"/>
                </a:endParaRPr>
              </a:p>
            </p:txBody>
          </p:sp>
        </mc:Choice>
        <mc:Fallback xmlns="">
          <p:sp>
            <p:nvSpPr>
              <p:cNvPr id="13" name="TextBox 12">
                <a:extLst>
                  <a:ext uri="{FF2B5EF4-FFF2-40B4-BE49-F238E27FC236}">
                    <a16:creationId xmlns:a16="http://schemas.microsoft.com/office/drawing/2014/main" id="{12DFB147-C5FF-E063-501D-C0DFCB2BABA8}"/>
                  </a:ext>
                </a:extLst>
              </p:cNvPr>
              <p:cNvSpPr txBox="1">
                <a:spLocks noRot="1" noChangeAspect="1" noMove="1" noResize="1" noEditPoints="1" noAdjustHandles="1" noChangeArrowheads="1" noChangeShapeType="1" noTextEdit="1"/>
              </p:cNvSpPr>
              <p:nvPr/>
            </p:nvSpPr>
            <p:spPr>
              <a:xfrm>
                <a:off x="3471585" y="7262066"/>
                <a:ext cx="11344830" cy="718145"/>
              </a:xfrm>
              <a:prstGeom prst="rect">
                <a:avLst/>
              </a:prstGeom>
              <a:blipFill>
                <a:blip r:embed="rId7"/>
                <a:stretch>
                  <a:fillRect t="-63559" b="-12712"/>
                </a:stretch>
              </a:blipFill>
            </p:spPr>
            <p:txBody>
              <a:bodyPr/>
              <a:lstStyle/>
              <a:p>
                <a:r>
                  <a:rPr lang="en-PH">
                    <a:noFill/>
                  </a:rPr>
                  <a:t> </a:t>
                </a:r>
              </a:p>
            </p:txBody>
          </p:sp>
        </mc:Fallback>
      </mc:AlternateContent>
    </p:spTree>
    <p:extLst>
      <p:ext uri="{BB962C8B-B14F-4D97-AF65-F5344CB8AC3E}">
        <p14:creationId xmlns:p14="http://schemas.microsoft.com/office/powerpoint/2010/main" val="1774480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62E63A36-A93A-64C5-D19F-181A2EBE6B4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5FAFA18-6B85-B4F2-CC11-69996A9AFA4E}"/>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A1C494B9-80DF-5BD8-490F-3A26B7F63234}"/>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6EE82B17-B464-E75A-31BC-4299810E8E80}"/>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936F72C4-E0F9-BD69-983F-C47CE9F1C90E}"/>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FFB4A523-0350-2161-0025-BD620D720558}"/>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371E8C35-0186-A2DB-897B-2A7D834A473E}"/>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D778413E-3D5F-9BBA-2042-0C3860F8B2C3}"/>
              </a:ext>
            </a:extLst>
          </p:cNvPr>
          <p:cNvGrpSpPr/>
          <p:nvPr/>
        </p:nvGrpSpPr>
        <p:grpSpPr>
          <a:xfrm>
            <a:off x="4057932" y="1177262"/>
            <a:ext cx="10227067" cy="1680238"/>
            <a:chOff x="0" y="0"/>
            <a:chExt cx="2693549" cy="436650"/>
          </a:xfrm>
        </p:grpSpPr>
        <p:sp>
          <p:nvSpPr>
            <p:cNvPr id="9" name="Freeform 9">
              <a:extLst>
                <a:ext uri="{FF2B5EF4-FFF2-40B4-BE49-F238E27FC236}">
                  <a16:creationId xmlns:a16="http://schemas.microsoft.com/office/drawing/2014/main" id="{750A271F-8291-E30B-01B5-B8B7C132ACD5}"/>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BF7D557D-6B3E-52EE-DC06-E2CB662ABC71}"/>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5B23FF2D-E747-0B75-EEAC-B0CD0DD198F7}"/>
                  </a:ext>
                </a:extLst>
              </p:cNvPr>
              <p:cNvSpPr txBox="1"/>
              <p:nvPr/>
            </p:nvSpPr>
            <p:spPr>
              <a:xfrm>
                <a:off x="3540006" y="5265473"/>
                <a:ext cx="11344830" cy="718145"/>
              </a:xfrm>
              <a:prstGeom prst="rect">
                <a:avLst/>
              </a:prstGeom>
            </p:spPr>
            <p:txBody>
              <a:bodyPr wrap="square" lIns="0" tIns="0" rIns="0" bIns="0" rtlCol="0" anchor="t">
                <a:spAutoFit/>
              </a:bodyPr>
              <a:lstStyle/>
              <a:p>
                <a:pPr marL="431799" lvl="1" algn="just">
                  <a:lnSpc>
                    <a:spcPts val="5599"/>
                  </a:lnSpc>
                </a:pPr>
                <a14:m>
                  <m:oMathPara xmlns:m="http://schemas.openxmlformats.org/officeDocument/2006/math">
                    <m:oMathParaPr>
                      <m:jc m:val="centerGroup"/>
                    </m:oMathParaPr>
                    <m:oMath xmlns:m="http://schemas.openxmlformats.org/officeDocument/2006/math">
                      <m:r>
                        <a:rPr lang="en-PH" sz="11000" b="0" i="1" smtClean="0">
                          <a:solidFill>
                            <a:srgbClr val="1C2B2B"/>
                          </a:solidFill>
                          <a:latin typeface="Cambria Math" panose="02040503050406030204" pitchFamily="18" charset="0"/>
                          <a:ea typeface="Monterchi"/>
                          <a:cs typeface="Monterchi"/>
                          <a:sym typeface="Monterchi"/>
                        </a:rPr>
                        <m:t>2</m:t>
                      </m:r>
                      <m:sSup>
                        <m:sSupPr>
                          <m:ctrlPr>
                            <a:rPr lang="en-PH" sz="11000" b="0" i="1" smtClean="0">
                              <a:solidFill>
                                <a:srgbClr val="1C2B2B"/>
                              </a:solidFill>
                              <a:latin typeface="Cambria Math" panose="02040503050406030204" pitchFamily="18" charset="0"/>
                              <a:ea typeface="Monterchi"/>
                              <a:cs typeface="Monterchi"/>
                              <a:sym typeface="Monterchi"/>
                            </a:rPr>
                          </m:ctrlPr>
                        </m:sSupPr>
                        <m:e>
                          <m:r>
                            <a:rPr lang="en-PH" sz="11000" b="0" i="1" smtClean="0">
                              <a:solidFill>
                                <a:srgbClr val="1C2B2B"/>
                              </a:solidFill>
                              <a:latin typeface="Cambria Math" panose="02040503050406030204" pitchFamily="18" charset="0"/>
                              <a:ea typeface="Monterchi"/>
                              <a:cs typeface="Monterchi"/>
                              <a:sym typeface="Monterchi"/>
                            </a:rPr>
                            <m:t>𝑥</m:t>
                          </m:r>
                        </m:e>
                        <m:sup>
                          <m:r>
                            <a:rPr lang="en-PH" sz="11000" b="0" i="1" smtClean="0">
                              <a:solidFill>
                                <a:srgbClr val="1C2B2B"/>
                              </a:solidFill>
                              <a:latin typeface="Cambria Math" panose="02040503050406030204" pitchFamily="18" charset="0"/>
                              <a:ea typeface="Monterchi"/>
                              <a:cs typeface="Monterchi"/>
                              <a:sym typeface="Monterchi"/>
                            </a:rPr>
                            <m:t>2</m:t>
                          </m:r>
                        </m:sup>
                      </m:sSup>
                      <m:r>
                        <a:rPr lang="en-PH" sz="11000" b="0" i="1" smtClean="0">
                          <a:solidFill>
                            <a:srgbClr val="1C2B2B"/>
                          </a:solidFill>
                          <a:latin typeface="Cambria Math" panose="02040503050406030204" pitchFamily="18" charset="0"/>
                          <a:ea typeface="Monterchi"/>
                          <a:cs typeface="Monterchi"/>
                          <a:sym typeface="Monterchi"/>
                        </a:rPr>
                        <m:t>+6=−7</m:t>
                      </m:r>
                      <m:r>
                        <a:rPr lang="en-PH" sz="11000" b="0" i="1" smtClean="0">
                          <a:solidFill>
                            <a:srgbClr val="1C2B2B"/>
                          </a:solidFill>
                          <a:latin typeface="Cambria Math" panose="02040503050406030204" pitchFamily="18" charset="0"/>
                          <a:ea typeface="Monterchi"/>
                          <a:cs typeface="Monterchi"/>
                          <a:sym typeface="Monterchi"/>
                        </a:rPr>
                        <m:t>𝑥</m:t>
                      </m:r>
                    </m:oMath>
                  </m:oMathPara>
                </a14:m>
                <a:endParaRPr lang="en-US" sz="11000" dirty="0">
                  <a:solidFill>
                    <a:srgbClr val="1C2B2B"/>
                  </a:solidFill>
                  <a:latin typeface="Monterchi"/>
                  <a:ea typeface="Monterchi"/>
                  <a:cs typeface="Monterchi"/>
                  <a:sym typeface="Monterchi"/>
                </a:endParaRPr>
              </a:p>
            </p:txBody>
          </p:sp>
        </mc:Choice>
        <mc:Fallback xmlns="">
          <p:sp>
            <p:nvSpPr>
              <p:cNvPr id="12" name="TextBox 12">
                <a:extLst>
                  <a:ext uri="{FF2B5EF4-FFF2-40B4-BE49-F238E27FC236}">
                    <a16:creationId xmlns:a16="http://schemas.microsoft.com/office/drawing/2014/main" id="{5B23FF2D-E747-0B75-EEAC-B0CD0DD198F7}"/>
                  </a:ext>
                </a:extLst>
              </p:cNvPr>
              <p:cNvSpPr txBox="1">
                <a:spLocks noRot="1" noChangeAspect="1" noMove="1" noResize="1" noEditPoints="1" noAdjustHandles="1" noChangeArrowheads="1" noChangeShapeType="1" noTextEdit="1"/>
              </p:cNvSpPr>
              <p:nvPr/>
            </p:nvSpPr>
            <p:spPr>
              <a:xfrm>
                <a:off x="3540006" y="5265473"/>
                <a:ext cx="11344830" cy="718145"/>
              </a:xfrm>
              <a:prstGeom prst="rect">
                <a:avLst/>
              </a:prstGeom>
              <a:blipFill>
                <a:blip r:embed="rId4"/>
                <a:stretch>
                  <a:fillRect t="-126271" b="-26271"/>
                </a:stretch>
              </a:blipFill>
            </p:spPr>
            <p:txBody>
              <a:bodyPr/>
              <a:lstStyle/>
              <a:p>
                <a:r>
                  <a:rPr lang="en-PH">
                    <a:noFill/>
                  </a:rPr>
                  <a:t> </a:t>
                </a:r>
              </a:p>
            </p:txBody>
          </p:sp>
        </mc:Fallback>
      </mc:AlternateContent>
      <p:sp>
        <p:nvSpPr>
          <p:cNvPr id="21" name="Freeform 14">
            <a:extLst>
              <a:ext uri="{FF2B5EF4-FFF2-40B4-BE49-F238E27FC236}">
                <a16:creationId xmlns:a16="http://schemas.microsoft.com/office/drawing/2014/main" id="{4399F41A-7CAE-B68A-75B0-1E4E11CBC432}"/>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5"/>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11" name="TextBox 19">
                <a:extLst>
                  <a:ext uri="{FF2B5EF4-FFF2-40B4-BE49-F238E27FC236}">
                    <a16:creationId xmlns:a16="http://schemas.microsoft.com/office/drawing/2014/main" id="{5713FFE7-7C30-B9E8-2CA6-85896C1BE75A}"/>
                  </a:ext>
                </a:extLst>
              </p:cNvPr>
              <p:cNvSpPr txBox="1"/>
              <p:nvPr/>
            </p:nvSpPr>
            <p:spPr>
              <a:xfrm>
                <a:off x="4697275" y="1496459"/>
                <a:ext cx="8990186" cy="1057982"/>
              </a:xfrm>
              <a:prstGeom prst="rect">
                <a:avLst/>
              </a:prstGeom>
            </p:spPr>
            <p:txBody>
              <a:bodyPr wrap="square" lIns="0" tIns="0" rIns="0" bIns="0" rtlCol="0" anchor="t">
                <a:spAutoFit/>
              </a:bodyPr>
              <a:lstStyle/>
              <a:p>
                <a:pPr algn="ctr">
                  <a:lnSpc>
                    <a:spcPts val="8399"/>
                  </a:lnSpc>
                </a:pPr>
                <a:r>
                  <a:rPr lang="en-US" sz="6500" b="1" dirty="0">
                    <a:solidFill>
                      <a:srgbClr val="E1E1E1"/>
                    </a:solidFill>
                    <a:latin typeface="Bugaki"/>
                    <a:ea typeface="Bugaki"/>
                    <a:cs typeface="Bugaki"/>
                    <a:sym typeface="Bugaki"/>
                  </a:rPr>
                  <a:t>Find </a:t>
                </a:r>
                <a14:m>
                  <m:oMath xmlns:m="http://schemas.openxmlformats.org/officeDocument/2006/math">
                    <m:r>
                      <a:rPr lang="en-PH" sz="6500" b="1" i="1" smtClean="0">
                        <a:solidFill>
                          <a:srgbClr val="E1E1E1"/>
                        </a:solidFill>
                        <a:latin typeface="Cambria Math" panose="02040503050406030204" pitchFamily="18" charset="0"/>
                        <a:ea typeface="Bugaki"/>
                        <a:cs typeface="Bugaki"/>
                        <a:sym typeface="Bugaki"/>
                      </a:rPr>
                      <m:t>𝒂</m:t>
                    </m:r>
                    <m:r>
                      <a:rPr lang="en-PH" sz="6500" b="1" i="1" smtClean="0">
                        <a:solidFill>
                          <a:srgbClr val="E1E1E1"/>
                        </a:solidFill>
                        <a:latin typeface="Cambria Math" panose="02040503050406030204" pitchFamily="18" charset="0"/>
                        <a:ea typeface="Bugaki"/>
                        <a:cs typeface="Bugaki"/>
                        <a:sym typeface="Bugaki"/>
                      </a:rPr>
                      <m:t>, </m:t>
                    </m:r>
                    <m:r>
                      <a:rPr lang="en-PH" sz="6500" b="1" i="1" smtClean="0">
                        <a:solidFill>
                          <a:srgbClr val="E1E1E1"/>
                        </a:solidFill>
                        <a:latin typeface="Cambria Math" panose="02040503050406030204" pitchFamily="18" charset="0"/>
                        <a:ea typeface="Bugaki"/>
                        <a:cs typeface="Bugaki"/>
                        <a:sym typeface="Bugaki"/>
                      </a:rPr>
                      <m:t>𝒃</m:t>
                    </m:r>
                    <m:r>
                      <a:rPr lang="en-PH" sz="6500" b="1" i="1" smtClean="0">
                        <a:solidFill>
                          <a:srgbClr val="E1E1E1"/>
                        </a:solidFill>
                        <a:latin typeface="Cambria Math" panose="02040503050406030204" pitchFamily="18" charset="0"/>
                        <a:ea typeface="Bugaki"/>
                        <a:cs typeface="Bugaki"/>
                        <a:sym typeface="Bugaki"/>
                      </a:rPr>
                      <m:t>,</m:t>
                    </m:r>
                  </m:oMath>
                </a14:m>
                <a:r>
                  <a:rPr lang="en-US" sz="6500" b="1" dirty="0">
                    <a:solidFill>
                      <a:srgbClr val="E1E1E1"/>
                    </a:solidFill>
                    <a:latin typeface="Bugaki"/>
                    <a:ea typeface="Bugaki"/>
                    <a:cs typeface="Bugaki"/>
                    <a:sym typeface="Bugaki"/>
                  </a:rPr>
                  <a:t> and </a:t>
                </a:r>
                <a14:m>
                  <m:oMath xmlns:m="http://schemas.openxmlformats.org/officeDocument/2006/math">
                    <m:r>
                      <a:rPr lang="en-PH" sz="6500" b="1" i="1" smtClean="0">
                        <a:solidFill>
                          <a:srgbClr val="E1E1E1"/>
                        </a:solidFill>
                        <a:latin typeface="Cambria Math" panose="02040503050406030204" pitchFamily="18" charset="0"/>
                        <a:ea typeface="Bugaki"/>
                        <a:cs typeface="Bugaki"/>
                        <a:sym typeface="Bugaki"/>
                      </a:rPr>
                      <m:t>𝒄</m:t>
                    </m:r>
                  </m:oMath>
                </a14:m>
                <a:r>
                  <a:rPr lang="en-US" sz="6500" b="1" dirty="0">
                    <a:solidFill>
                      <a:srgbClr val="E1E1E1"/>
                    </a:solidFill>
                    <a:latin typeface="Bugaki"/>
                    <a:ea typeface="Bugaki"/>
                    <a:cs typeface="Bugaki"/>
                    <a:sym typeface="Bugaki"/>
                  </a:rPr>
                  <a:t>.</a:t>
                </a:r>
              </a:p>
            </p:txBody>
          </p:sp>
        </mc:Choice>
        <mc:Fallback xmlns="">
          <p:sp>
            <p:nvSpPr>
              <p:cNvPr id="11" name="TextBox 19">
                <a:extLst>
                  <a:ext uri="{FF2B5EF4-FFF2-40B4-BE49-F238E27FC236}">
                    <a16:creationId xmlns:a16="http://schemas.microsoft.com/office/drawing/2014/main" id="{5713FFE7-7C30-B9E8-2CA6-85896C1BE75A}"/>
                  </a:ext>
                </a:extLst>
              </p:cNvPr>
              <p:cNvSpPr txBox="1">
                <a:spLocks noRot="1" noChangeAspect="1" noMove="1" noResize="1" noEditPoints="1" noAdjustHandles="1" noChangeArrowheads="1" noChangeShapeType="1" noTextEdit="1"/>
              </p:cNvSpPr>
              <p:nvPr/>
            </p:nvSpPr>
            <p:spPr>
              <a:xfrm>
                <a:off x="4697275" y="1496459"/>
                <a:ext cx="8990186" cy="1057982"/>
              </a:xfrm>
              <a:prstGeom prst="rect">
                <a:avLst/>
              </a:prstGeom>
              <a:blipFill>
                <a:blip r:embed="rId6"/>
                <a:stretch>
                  <a:fillRect t="-16667" b="-47126"/>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BDF58A9-2BB7-F337-B463-F2094CF167B9}"/>
                  </a:ext>
                </a:extLst>
              </p:cNvPr>
              <p:cNvSpPr txBox="1"/>
              <p:nvPr/>
            </p:nvSpPr>
            <p:spPr>
              <a:xfrm>
                <a:off x="3471585" y="7262066"/>
                <a:ext cx="11344830" cy="718145"/>
              </a:xfrm>
              <a:prstGeom prst="rect">
                <a:avLst/>
              </a:prstGeom>
            </p:spPr>
            <p:txBody>
              <a:bodyPr wrap="square" lIns="0" tIns="0" rIns="0" bIns="0" rtlCol="0" anchor="t">
                <a:spAutoFit/>
              </a:bodyPr>
              <a:lstStyle/>
              <a:p>
                <a:pPr marL="431799" lvl="1" algn="just">
                  <a:lnSpc>
                    <a:spcPts val="5599"/>
                  </a:lnSpc>
                </a:pPr>
                <a14:m>
                  <m:oMathPara xmlns:m="http://schemas.openxmlformats.org/officeDocument/2006/math">
                    <m:oMathParaPr>
                      <m:jc m:val="centerGroup"/>
                    </m:oMathParaPr>
                    <m:oMath xmlns:m="http://schemas.openxmlformats.org/officeDocument/2006/math">
                      <m:r>
                        <a:rPr lang="en-PH" sz="8000" b="0" i="1" smtClean="0">
                          <a:solidFill>
                            <a:srgbClr val="C00000"/>
                          </a:solidFill>
                          <a:latin typeface="Cambria Math" panose="02040503050406030204" pitchFamily="18" charset="0"/>
                          <a:ea typeface="Monterchi"/>
                          <a:cs typeface="Monterchi"/>
                          <a:sym typeface="Monterchi"/>
                        </a:rPr>
                        <m:t>𝑎</m:t>
                      </m:r>
                      <m:r>
                        <a:rPr lang="en-PH" sz="8000" b="0" i="1" smtClean="0">
                          <a:solidFill>
                            <a:srgbClr val="C00000"/>
                          </a:solidFill>
                          <a:latin typeface="Cambria Math" panose="02040503050406030204" pitchFamily="18" charset="0"/>
                          <a:ea typeface="Monterchi"/>
                          <a:cs typeface="Monterchi"/>
                          <a:sym typeface="Monterchi"/>
                        </a:rPr>
                        <m:t>=2, </m:t>
                      </m:r>
                      <m:r>
                        <a:rPr lang="en-PH" sz="8000" b="0" i="1" smtClean="0">
                          <a:solidFill>
                            <a:srgbClr val="C00000"/>
                          </a:solidFill>
                          <a:latin typeface="Cambria Math" panose="02040503050406030204" pitchFamily="18" charset="0"/>
                          <a:ea typeface="Monterchi"/>
                          <a:cs typeface="Monterchi"/>
                          <a:sym typeface="Monterchi"/>
                        </a:rPr>
                        <m:t>𝑏</m:t>
                      </m:r>
                      <m:r>
                        <a:rPr lang="en-PH" sz="8000" b="0" i="1" smtClean="0">
                          <a:solidFill>
                            <a:srgbClr val="C00000"/>
                          </a:solidFill>
                          <a:latin typeface="Cambria Math" panose="02040503050406030204" pitchFamily="18" charset="0"/>
                          <a:ea typeface="Monterchi"/>
                          <a:cs typeface="Monterchi"/>
                          <a:sym typeface="Monterchi"/>
                        </a:rPr>
                        <m:t>=7, </m:t>
                      </m:r>
                      <m:r>
                        <a:rPr lang="en-PH" sz="8000" b="0" i="1" smtClean="0">
                          <a:solidFill>
                            <a:srgbClr val="C00000"/>
                          </a:solidFill>
                          <a:latin typeface="Cambria Math" panose="02040503050406030204" pitchFamily="18" charset="0"/>
                          <a:ea typeface="Monterchi"/>
                          <a:cs typeface="Monterchi"/>
                          <a:sym typeface="Monterchi"/>
                        </a:rPr>
                        <m:t>𝑐</m:t>
                      </m:r>
                      <m:r>
                        <a:rPr lang="en-PH" sz="8000" b="0" i="1" smtClean="0">
                          <a:solidFill>
                            <a:srgbClr val="C00000"/>
                          </a:solidFill>
                          <a:latin typeface="Cambria Math" panose="02040503050406030204" pitchFamily="18" charset="0"/>
                          <a:ea typeface="Monterchi"/>
                          <a:cs typeface="Monterchi"/>
                          <a:sym typeface="Monterchi"/>
                        </a:rPr>
                        <m:t>=6</m:t>
                      </m:r>
                    </m:oMath>
                  </m:oMathPara>
                </a14:m>
                <a:endParaRPr lang="en-US" sz="8000" dirty="0">
                  <a:solidFill>
                    <a:srgbClr val="C00000"/>
                  </a:solidFill>
                  <a:latin typeface="Monterchi"/>
                  <a:ea typeface="Monterchi"/>
                  <a:cs typeface="Monterchi"/>
                  <a:sym typeface="Monterchi"/>
                </a:endParaRPr>
              </a:p>
            </p:txBody>
          </p:sp>
        </mc:Choice>
        <mc:Fallback xmlns="">
          <p:sp>
            <p:nvSpPr>
              <p:cNvPr id="13" name="TextBox 12">
                <a:extLst>
                  <a:ext uri="{FF2B5EF4-FFF2-40B4-BE49-F238E27FC236}">
                    <a16:creationId xmlns:a16="http://schemas.microsoft.com/office/drawing/2014/main" id="{DBDF58A9-2BB7-F337-B463-F2094CF167B9}"/>
                  </a:ext>
                </a:extLst>
              </p:cNvPr>
              <p:cNvSpPr txBox="1">
                <a:spLocks noRot="1" noChangeAspect="1" noMove="1" noResize="1" noEditPoints="1" noAdjustHandles="1" noChangeArrowheads="1" noChangeShapeType="1" noTextEdit="1"/>
              </p:cNvSpPr>
              <p:nvPr/>
            </p:nvSpPr>
            <p:spPr>
              <a:xfrm>
                <a:off x="3471585" y="7262066"/>
                <a:ext cx="11344830" cy="718145"/>
              </a:xfrm>
              <a:prstGeom prst="rect">
                <a:avLst/>
              </a:prstGeom>
              <a:blipFill>
                <a:blip r:embed="rId7"/>
                <a:stretch>
                  <a:fillRect t="-63559" b="-12712"/>
                </a:stretch>
              </a:blipFill>
            </p:spPr>
            <p:txBody>
              <a:bodyPr/>
              <a:lstStyle/>
              <a:p>
                <a:r>
                  <a:rPr lang="en-PH">
                    <a:noFill/>
                  </a:rPr>
                  <a:t> </a:t>
                </a:r>
              </a:p>
            </p:txBody>
          </p:sp>
        </mc:Fallback>
      </mc:AlternateContent>
    </p:spTree>
    <p:extLst>
      <p:ext uri="{BB962C8B-B14F-4D97-AF65-F5344CB8AC3E}">
        <p14:creationId xmlns:p14="http://schemas.microsoft.com/office/powerpoint/2010/main" val="247417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D2254-7799-1D7E-3F51-E9E10D007BF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C3B732F-94F7-9EF9-9441-7716ADBA7EF6}"/>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98C7C39E-D6C8-64F7-56DC-C6FCF62E7BC9}"/>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9E0CC267-64C3-442B-C05C-8DE52DDA76A8}"/>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E8B8BAFF-B5F6-28B5-8792-30952C1AC8E3}"/>
              </a:ext>
            </a:extLst>
          </p:cNvPr>
          <p:cNvGrpSpPr/>
          <p:nvPr/>
        </p:nvGrpSpPr>
        <p:grpSpPr>
          <a:xfrm>
            <a:off x="0" y="8229603"/>
            <a:ext cx="18288000" cy="2057397"/>
            <a:chOff x="0" y="0"/>
            <a:chExt cx="4816593" cy="541866"/>
          </a:xfrm>
        </p:grpSpPr>
        <p:sp>
          <p:nvSpPr>
            <p:cNvPr id="6" name="Freeform 6">
              <a:extLst>
                <a:ext uri="{FF2B5EF4-FFF2-40B4-BE49-F238E27FC236}">
                  <a16:creationId xmlns:a16="http://schemas.microsoft.com/office/drawing/2014/main" id="{A6950B06-1816-B65E-187D-6C9A94A073DF}"/>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C00C322E-B8B8-D3F7-8903-E47EE8701480}"/>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a:extLst>
              <a:ext uri="{FF2B5EF4-FFF2-40B4-BE49-F238E27FC236}">
                <a16:creationId xmlns:a16="http://schemas.microsoft.com/office/drawing/2014/main" id="{9D5418A0-3C4E-1ACD-2507-43B65FD14BDD}"/>
              </a:ext>
            </a:extLst>
          </p:cNvPr>
          <p:cNvSpPr/>
          <p:nvPr/>
        </p:nvSpPr>
        <p:spPr>
          <a:xfrm rot="-1044510">
            <a:off x="432583" y="5509725"/>
            <a:ext cx="2278479" cy="2204428"/>
          </a:xfrm>
          <a:custGeom>
            <a:avLst/>
            <a:gdLst/>
            <a:ahLst/>
            <a:cxnLst/>
            <a:rect l="l" t="t" r="r" b="b"/>
            <a:pathLst>
              <a:path w="2278479" h="2204428">
                <a:moveTo>
                  <a:pt x="0" y="0"/>
                </a:moveTo>
                <a:lnTo>
                  <a:pt x="2278479" y="0"/>
                </a:lnTo>
                <a:lnTo>
                  <a:pt x="2278479" y="2204428"/>
                </a:lnTo>
                <a:lnTo>
                  <a:pt x="0" y="22044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9" name="Freeform 9">
            <a:extLst>
              <a:ext uri="{FF2B5EF4-FFF2-40B4-BE49-F238E27FC236}">
                <a16:creationId xmlns:a16="http://schemas.microsoft.com/office/drawing/2014/main" id="{548126AD-B92F-FE69-6B05-871D56A2715D}"/>
              </a:ext>
            </a:extLst>
          </p:cNvPr>
          <p:cNvSpPr/>
          <p:nvPr/>
        </p:nvSpPr>
        <p:spPr>
          <a:xfrm>
            <a:off x="15830566" y="498475"/>
            <a:ext cx="1948919" cy="2057400"/>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H"/>
          </a:p>
        </p:txBody>
      </p:sp>
      <p:sp>
        <p:nvSpPr>
          <p:cNvPr id="10" name="Freeform 10">
            <a:extLst>
              <a:ext uri="{FF2B5EF4-FFF2-40B4-BE49-F238E27FC236}">
                <a16:creationId xmlns:a16="http://schemas.microsoft.com/office/drawing/2014/main" id="{29FBD77E-5BC7-B964-A44D-568684269591}"/>
              </a:ext>
            </a:extLst>
          </p:cNvPr>
          <p:cNvSpPr/>
          <p:nvPr/>
        </p:nvSpPr>
        <p:spPr>
          <a:xfrm rot="-1252704">
            <a:off x="15906129" y="6843307"/>
            <a:ext cx="2107469" cy="812334"/>
          </a:xfrm>
          <a:custGeom>
            <a:avLst/>
            <a:gdLst/>
            <a:ahLst/>
            <a:cxnLst/>
            <a:rect l="l" t="t" r="r" b="b"/>
            <a:pathLst>
              <a:path w="2107469" h="812334">
                <a:moveTo>
                  <a:pt x="0" y="0"/>
                </a:moveTo>
                <a:lnTo>
                  <a:pt x="2107469" y="0"/>
                </a:lnTo>
                <a:lnTo>
                  <a:pt x="2107469" y="812333"/>
                </a:lnTo>
                <a:lnTo>
                  <a:pt x="0" y="8123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1" name="Freeform 11">
            <a:extLst>
              <a:ext uri="{FF2B5EF4-FFF2-40B4-BE49-F238E27FC236}">
                <a16:creationId xmlns:a16="http://schemas.microsoft.com/office/drawing/2014/main" id="{60589321-FB9E-609C-11C3-B262F1815A2C}"/>
              </a:ext>
            </a:extLst>
          </p:cNvPr>
          <p:cNvSpPr/>
          <p:nvPr/>
        </p:nvSpPr>
        <p:spPr>
          <a:xfrm rot="-2612862">
            <a:off x="2194794" y="2267616"/>
            <a:ext cx="553303" cy="792492"/>
          </a:xfrm>
          <a:custGeom>
            <a:avLst/>
            <a:gdLst/>
            <a:ahLst/>
            <a:cxnLst/>
            <a:rect l="l" t="t" r="r" b="b"/>
            <a:pathLst>
              <a:path w="553303" h="792492">
                <a:moveTo>
                  <a:pt x="0" y="0"/>
                </a:moveTo>
                <a:lnTo>
                  <a:pt x="553303" y="0"/>
                </a:lnTo>
                <a:lnTo>
                  <a:pt x="553303" y="792492"/>
                </a:lnTo>
                <a:lnTo>
                  <a:pt x="0" y="79249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74D18DB6-E84B-8564-814B-4C3D4D301780}"/>
              </a:ext>
            </a:extLst>
          </p:cNvPr>
          <p:cNvSpPr txBox="1"/>
          <p:nvPr/>
        </p:nvSpPr>
        <p:spPr>
          <a:xfrm>
            <a:off x="1885294" y="3001962"/>
            <a:ext cx="14517412" cy="2295565"/>
          </a:xfrm>
          <a:prstGeom prst="rect">
            <a:avLst/>
          </a:prstGeom>
        </p:spPr>
        <p:txBody>
          <a:bodyPr lIns="0" tIns="0" rIns="0" bIns="0" rtlCol="0" anchor="t">
            <a:spAutoFit/>
          </a:bodyPr>
          <a:lstStyle/>
          <a:p>
            <a:pPr algn="ctr">
              <a:lnSpc>
                <a:spcPts val="21000"/>
              </a:lnSpc>
            </a:pPr>
            <a:r>
              <a:rPr lang="en-US" sz="10000" dirty="0">
                <a:solidFill>
                  <a:srgbClr val="223939"/>
                </a:solidFill>
                <a:latin typeface="Borsok"/>
                <a:ea typeface="Borsok"/>
                <a:cs typeface="Borsok"/>
                <a:sym typeface="Borsok"/>
              </a:rPr>
              <a:t>Quadratic equations</a:t>
            </a:r>
          </a:p>
        </p:txBody>
      </p:sp>
      <p:sp>
        <p:nvSpPr>
          <p:cNvPr id="13" name="Freeform 13">
            <a:extLst>
              <a:ext uri="{FF2B5EF4-FFF2-40B4-BE49-F238E27FC236}">
                <a16:creationId xmlns:a16="http://schemas.microsoft.com/office/drawing/2014/main" id="{42C66633-CB93-BF6F-33CB-96B93F0EA3B0}"/>
              </a:ext>
            </a:extLst>
          </p:cNvPr>
          <p:cNvSpPr/>
          <p:nvPr/>
        </p:nvSpPr>
        <p:spPr>
          <a:xfrm rot="7796296">
            <a:off x="15806891" y="5011824"/>
            <a:ext cx="553303" cy="792492"/>
          </a:xfrm>
          <a:custGeom>
            <a:avLst/>
            <a:gdLst/>
            <a:ahLst/>
            <a:cxnLst/>
            <a:rect l="l" t="t" r="r" b="b"/>
            <a:pathLst>
              <a:path w="553303" h="792492">
                <a:moveTo>
                  <a:pt x="0" y="0"/>
                </a:moveTo>
                <a:lnTo>
                  <a:pt x="553303" y="0"/>
                </a:lnTo>
                <a:lnTo>
                  <a:pt x="553303" y="792491"/>
                </a:lnTo>
                <a:lnTo>
                  <a:pt x="0" y="79249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4" name="Freeform 14">
            <a:extLst>
              <a:ext uri="{FF2B5EF4-FFF2-40B4-BE49-F238E27FC236}">
                <a16:creationId xmlns:a16="http://schemas.microsoft.com/office/drawing/2014/main" id="{BEA684B8-8BA1-D706-892B-535C2A60D4EF}"/>
              </a:ext>
            </a:extLst>
          </p:cNvPr>
          <p:cNvSpPr/>
          <p:nvPr/>
        </p:nvSpPr>
        <p:spPr>
          <a:xfrm flipH="1">
            <a:off x="389691" y="325554"/>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12"/>
            <a:stretch>
              <a:fillRect/>
            </a:stretch>
          </a:blipFill>
        </p:spPr>
        <p:txBody>
          <a:bodyPr/>
          <a:lstStyle/>
          <a:p>
            <a:endParaRPr lang="en-PH"/>
          </a:p>
        </p:txBody>
      </p:sp>
      <p:sp>
        <p:nvSpPr>
          <p:cNvPr id="16" name="TextBox 16">
            <a:extLst>
              <a:ext uri="{FF2B5EF4-FFF2-40B4-BE49-F238E27FC236}">
                <a16:creationId xmlns:a16="http://schemas.microsoft.com/office/drawing/2014/main" id="{5DFB259E-3933-47A7-32BC-3D5B68BE3149}"/>
              </a:ext>
            </a:extLst>
          </p:cNvPr>
          <p:cNvSpPr txBox="1"/>
          <p:nvPr/>
        </p:nvSpPr>
        <p:spPr>
          <a:xfrm>
            <a:off x="3151400" y="3176849"/>
            <a:ext cx="11868503" cy="865622"/>
          </a:xfrm>
          <a:prstGeom prst="rect">
            <a:avLst/>
          </a:prstGeom>
        </p:spPr>
        <p:txBody>
          <a:bodyPr lIns="0" tIns="0" rIns="0" bIns="0" rtlCol="0" anchor="t">
            <a:spAutoFit/>
          </a:bodyPr>
          <a:lstStyle/>
          <a:p>
            <a:pPr algn="ctr">
              <a:lnSpc>
                <a:spcPts val="7000"/>
              </a:lnSpc>
            </a:pPr>
            <a:r>
              <a:rPr lang="en-US" sz="5000" dirty="0">
                <a:solidFill>
                  <a:srgbClr val="2F4F4F"/>
                </a:solidFill>
                <a:latin typeface="Bugaki"/>
                <a:ea typeface="Bugaki"/>
                <a:cs typeface="Bugaki"/>
                <a:sym typeface="Bugaki"/>
              </a:rPr>
              <a:t>Solving</a:t>
            </a:r>
          </a:p>
        </p:txBody>
      </p:sp>
      <p:sp>
        <p:nvSpPr>
          <p:cNvPr id="17" name="TextBox 17">
            <a:extLst>
              <a:ext uri="{FF2B5EF4-FFF2-40B4-BE49-F238E27FC236}">
                <a16:creationId xmlns:a16="http://schemas.microsoft.com/office/drawing/2014/main" id="{CD504C0A-CE9F-D7FF-9211-359A55E91413}"/>
              </a:ext>
            </a:extLst>
          </p:cNvPr>
          <p:cNvSpPr txBox="1"/>
          <p:nvPr/>
        </p:nvSpPr>
        <p:spPr>
          <a:xfrm>
            <a:off x="3268097" y="5318210"/>
            <a:ext cx="11868503" cy="865622"/>
          </a:xfrm>
          <a:prstGeom prst="rect">
            <a:avLst/>
          </a:prstGeom>
        </p:spPr>
        <p:txBody>
          <a:bodyPr lIns="0" tIns="0" rIns="0" bIns="0" rtlCol="0" anchor="t">
            <a:spAutoFit/>
          </a:bodyPr>
          <a:lstStyle/>
          <a:p>
            <a:pPr algn="ctr">
              <a:lnSpc>
                <a:spcPts val="7000"/>
              </a:lnSpc>
            </a:pPr>
            <a:r>
              <a:rPr lang="en-US" sz="5000" dirty="0">
                <a:solidFill>
                  <a:srgbClr val="2F4F4F"/>
                </a:solidFill>
                <a:latin typeface="Bugaki"/>
                <a:ea typeface="Bugaki"/>
                <a:cs typeface="Bugaki"/>
                <a:sym typeface="Bugaki"/>
              </a:rPr>
              <a:t>Using the Quadratic Formula</a:t>
            </a:r>
          </a:p>
        </p:txBody>
      </p:sp>
    </p:spTree>
    <p:extLst>
      <p:ext uri="{BB962C8B-B14F-4D97-AF65-F5344CB8AC3E}">
        <p14:creationId xmlns:p14="http://schemas.microsoft.com/office/powerpoint/2010/main" val="4256328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3B0AF13B-16C4-7E02-F2DD-F80A38CF9AC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4D18EB2-7F8C-CF86-2901-37B217C71533}"/>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0E83C4A2-D4F1-AC05-1239-8A40BF803A93}"/>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94790603-E245-EAEC-0AB2-9E6013A44B0B}"/>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D034E038-63AB-461C-7666-85DD9139E0BC}"/>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6C5EE243-3A75-7D4A-AE85-D6DA9899194E}"/>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020D27AB-03A0-BDCE-A561-F8196F05224D}"/>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6033B2AB-051A-0010-C690-DF9F1E2D46CA}"/>
              </a:ext>
            </a:extLst>
          </p:cNvPr>
          <p:cNvGrpSpPr/>
          <p:nvPr/>
        </p:nvGrpSpPr>
        <p:grpSpPr>
          <a:xfrm>
            <a:off x="4057932" y="1177262"/>
            <a:ext cx="10227067" cy="2442238"/>
            <a:chOff x="0" y="0"/>
            <a:chExt cx="2693549" cy="436650"/>
          </a:xfrm>
        </p:grpSpPr>
        <p:sp>
          <p:nvSpPr>
            <p:cNvPr id="9" name="Freeform 9">
              <a:extLst>
                <a:ext uri="{FF2B5EF4-FFF2-40B4-BE49-F238E27FC236}">
                  <a16:creationId xmlns:a16="http://schemas.microsoft.com/office/drawing/2014/main" id="{EF4157E2-0FA7-DF5F-38FD-3B474FE31F39}"/>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7996C6B8-3E6A-14DD-3E75-77EF766C6E7B}"/>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2F09BD9A-FC70-C181-C6A5-29AEEEBBA89F}"/>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p:sp>
        <p:nvSpPr>
          <p:cNvPr id="11" name="TextBox 19">
            <a:extLst>
              <a:ext uri="{FF2B5EF4-FFF2-40B4-BE49-F238E27FC236}">
                <a16:creationId xmlns:a16="http://schemas.microsoft.com/office/drawing/2014/main" id="{B7C3B563-426F-9771-B368-6896D09A280A}"/>
              </a:ext>
            </a:extLst>
          </p:cNvPr>
          <p:cNvSpPr txBox="1"/>
          <p:nvPr/>
        </p:nvSpPr>
        <p:spPr>
          <a:xfrm>
            <a:off x="4717328" y="1394897"/>
            <a:ext cx="8990186" cy="2058256"/>
          </a:xfrm>
          <a:prstGeom prst="rect">
            <a:avLst/>
          </a:prstGeom>
        </p:spPr>
        <p:txBody>
          <a:bodyPr wrap="square" lIns="0" tIns="0" rIns="0" bIns="0" rtlCol="0" anchor="t">
            <a:spAutoFit/>
          </a:bodyPr>
          <a:lstStyle/>
          <a:p>
            <a:pPr algn="ctr">
              <a:lnSpc>
                <a:spcPts val="8399"/>
              </a:lnSpc>
            </a:pPr>
            <a:r>
              <a:rPr lang="en-US" sz="4500" dirty="0">
                <a:solidFill>
                  <a:srgbClr val="E1E1E1"/>
                </a:solidFill>
                <a:latin typeface="Bugaki"/>
                <a:ea typeface="Bugaki"/>
                <a:cs typeface="Bugaki"/>
                <a:sym typeface="Bugaki"/>
              </a:rPr>
              <a:t>Derivation of Quadratic Formula</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5FF8845-90D5-56BE-8CF0-C1B88145C2E6}"/>
                  </a:ext>
                </a:extLst>
              </p:cNvPr>
              <p:cNvSpPr txBox="1"/>
              <p:nvPr/>
            </p:nvSpPr>
            <p:spPr>
              <a:xfrm>
                <a:off x="3332085" y="4161030"/>
                <a:ext cx="11486987" cy="2308324"/>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r>
                        <a:rPr lang="en-PH" sz="10000" b="0" i="1" smtClean="0">
                          <a:solidFill>
                            <a:srgbClr val="1C2B2B"/>
                          </a:solidFill>
                          <a:latin typeface="Cambria Math" panose="02040503050406030204" pitchFamily="18" charset="0"/>
                          <a:ea typeface="Monterchi"/>
                          <a:cs typeface="Monterchi"/>
                          <a:sym typeface="Monterchi"/>
                        </a:rPr>
                        <m:t>𝑎</m:t>
                      </m:r>
                      <m:sSup>
                        <m:sSupPr>
                          <m:ctrlPr>
                            <a:rPr lang="en-PH" sz="10000" b="0" i="1" smtClean="0">
                              <a:solidFill>
                                <a:srgbClr val="1C2B2B"/>
                              </a:solidFill>
                              <a:latin typeface="Cambria Math" panose="02040503050406030204" pitchFamily="18" charset="0"/>
                              <a:ea typeface="Monterchi"/>
                              <a:cs typeface="Monterchi"/>
                              <a:sym typeface="Monterchi"/>
                            </a:rPr>
                          </m:ctrlPr>
                        </m:sSupPr>
                        <m:e>
                          <m:r>
                            <a:rPr lang="en-PH" sz="10000" b="0" i="1" smtClean="0">
                              <a:solidFill>
                                <a:srgbClr val="1C2B2B"/>
                              </a:solidFill>
                              <a:latin typeface="Cambria Math" panose="02040503050406030204" pitchFamily="18" charset="0"/>
                              <a:ea typeface="Monterchi"/>
                              <a:cs typeface="Monterchi"/>
                              <a:sym typeface="Monterchi"/>
                            </a:rPr>
                            <m:t>𝑥</m:t>
                          </m:r>
                        </m:e>
                        <m:sup>
                          <m:r>
                            <a:rPr lang="en-PH" sz="10000" b="0" i="1" smtClean="0">
                              <a:solidFill>
                                <a:srgbClr val="1C2B2B"/>
                              </a:solidFill>
                              <a:latin typeface="Cambria Math" panose="02040503050406030204" pitchFamily="18" charset="0"/>
                              <a:ea typeface="Monterchi"/>
                              <a:cs typeface="Monterchi"/>
                              <a:sym typeface="Monterchi"/>
                            </a:rPr>
                            <m:t>2</m:t>
                          </m:r>
                        </m:sup>
                      </m:sSup>
                      <m:r>
                        <a:rPr lang="en-PH" sz="10000" b="0" i="1" smtClean="0">
                          <a:solidFill>
                            <a:srgbClr val="1C2B2B"/>
                          </a:solidFill>
                          <a:latin typeface="Cambria Math" panose="02040503050406030204" pitchFamily="18" charset="0"/>
                          <a:ea typeface="Monterchi"/>
                          <a:cs typeface="Monterchi"/>
                          <a:sym typeface="Monterchi"/>
                        </a:rPr>
                        <m:t>+</m:t>
                      </m:r>
                      <m:r>
                        <a:rPr lang="en-PH" sz="10000" b="0" i="1" smtClean="0">
                          <a:solidFill>
                            <a:srgbClr val="1C2B2B"/>
                          </a:solidFill>
                          <a:latin typeface="Cambria Math" panose="02040503050406030204" pitchFamily="18" charset="0"/>
                          <a:ea typeface="Monterchi"/>
                          <a:cs typeface="Monterchi"/>
                          <a:sym typeface="Monterchi"/>
                        </a:rPr>
                        <m:t>𝑏𝑥</m:t>
                      </m:r>
                      <m:r>
                        <a:rPr lang="en-PH" sz="10000" b="0" i="1" smtClean="0">
                          <a:solidFill>
                            <a:srgbClr val="1C2B2B"/>
                          </a:solidFill>
                          <a:latin typeface="Cambria Math" panose="02040503050406030204" pitchFamily="18" charset="0"/>
                          <a:ea typeface="Monterchi"/>
                          <a:cs typeface="Monterchi"/>
                          <a:sym typeface="Monterchi"/>
                        </a:rPr>
                        <m:t>+</m:t>
                      </m:r>
                      <m:r>
                        <a:rPr lang="en-PH" sz="10000" b="0" i="1" smtClean="0">
                          <a:solidFill>
                            <a:srgbClr val="1C2B2B"/>
                          </a:solidFill>
                          <a:latin typeface="Cambria Math" panose="02040503050406030204" pitchFamily="18" charset="0"/>
                          <a:ea typeface="Monterchi"/>
                          <a:cs typeface="Monterchi"/>
                          <a:sym typeface="Monterchi"/>
                        </a:rPr>
                        <m:t>𝑐</m:t>
                      </m:r>
                      <m:r>
                        <a:rPr lang="en-PH" sz="10000" b="0" i="1" smtClean="0">
                          <a:solidFill>
                            <a:srgbClr val="1C2B2B"/>
                          </a:solidFill>
                          <a:latin typeface="Cambria Math" panose="02040503050406030204" pitchFamily="18" charset="0"/>
                          <a:ea typeface="Monterchi"/>
                          <a:cs typeface="Monterchi"/>
                          <a:sym typeface="Monterchi"/>
                        </a:rPr>
                        <m:t>=0</m:t>
                      </m:r>
                    </m:oMath>
                  </m:oMathPara>
                </a14:m>
                <a:endParaRPr lang="en-US" sz="10000" dirty="0">
                  <a:solidFill>
                    <a:srgbClr val="1C2B2B"/>
                  </a:solidFill>
                  <a:latin typeface="Monterchi"/>
                  <a:ea typeface="Monterchi"/>
                  <a:cs typeface="Monterchi"/>
                  <a:sym typeface="Monterchi"/>
                </a:endParaRPr>
              </a:p>
            </p:txBody>
          </p:sp>
        </mc:Choice>
        <mc:Fallback xmlns="">
          <p:sp>
            <p:nvSpPr>
              <p:cNvPr id="13" name="TextBox 12">
                <a:extLst>
                  <a:ext uri="{FF2B5EF4-FFF2-40B4-BE49-F238E27FC236}">
                    <a16:creationId xmlns:a16="http://schemas.microsoft.com/office/drawing/2014/main" id="{C5FF8845-90D5-56BE-8CF0-C1B88145C2E6}"/>
                  </a:ext>
                </a:extLst>
              </p:cNvPr>
              <p:cNvSpPr txBox="1">
                <a:spLocks noRot="1" noChangeAspect="1" noMove="1" noResize="1" noEditPoints="1" noAdjustHandles="1" noChangeArrowheads="1" noChangeShapeType="1" noTextEdit="1"/>
              </p:cNvSpPr>
              <p:nvPr/>
            </p:nvSpPr>
            <p:spPr>
              <a:xfrm>
                <a:off x="3332085" y="4161030"/>
                <a:ext cx="11486987" cy="2308324"/>
              </a:xfrm>
              <a:prstGeom prst="rect">
                <a:avLst/>
              </a:prstGeom>
              <a:blipFill>
                <a:blip r:embed="rId5"/>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19308749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7F6F3D97-E60F-3257-5B8E-564D2305387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628B3FE-F073-C863-42B3-82D593011855}"/>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8422ED09-3630-CEB1-38B3-B7A1CDE23DD6}"/>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EBDDCD03-186D-1596-D2FB-4BDC72A1ACB3}"/>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E575AAAD-4664-75E9-DD78-BB948542DC95}"/>
              </a:ext>
            </a:extLst>
          </p:cNvPr>
          <p:cNvGrpSpPr/>
          <p:nvPr/>
        </p:nvGrpSpPr>
        <p:grpSpPr>
          <a:xfrm>
            <a:off x="380999" y="353752"/>
            <a:ext cx="17315429" cy="9579496"/>
            <a:chOff x="0" y="0"/>
            <a:chExt cx="3381238" cy="1870887"/>
          </a:xfrm>
        </p:grpSpPr>
        <p:sp>
          <p:nvSpPr>
            <p:cNvPr id="6" name="Freeform 6">
              <a:extLst>
                <a:ext uri="{FF2B5EF4-FFF2-40B4-BE49-F238E27FC236}">
                  <a16:creationId xmlns:a16="http://schemas.microsoft.com/office/drawing/2014/main" id="{9062A83A-9460-69B3-526A-C0D158A99866}"/>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8544E269-FCB2-DA26-CFDA-AF73B246370B}"/>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165C7435-5F25-335E-EEED-2896CC24C597}"/>
              </a:ext>
            </a:extLst>
          </p:cNvPr>
          <p:cNvSpPr/>
          <p:nvPr/>
        </p:nvSpPr>
        <p:spPr>
          <a:xfrm flipH="1">
            <a:off x="-152400" y="8496300"/>
            <a:ext cx="1999229" cy="2122748"/>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898F42F-BE2C-3B73-6BBD-C3C949C94360}"/>
                  </a:ext>
                </a:extLst>
              </p:cNvPr>
              <p:cNvSpPr txBox="1"/>
              <p:nvPr/>
            </p:nvSpPr>
            <p:spPr>
              <a:xfrm>
                <a:off x="3332085" y="4161030"/>
                <a:ext cx="11486987" cy="2308324"/>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r>
                        <a:rPr lang="en-PH" sz="10000" b="0" i="1" smtClean="0">
                          <a:solidFill>
                            <a:srgbClr val="1C2B2B"/>
                          </a:solidFill>
                          <a:latin typeface="Cambria Math" panose="02040503050406030204" pitchFamily="18" charset="0"/>
                          <a:ea typeface="Monterchi"/>
                          <a:cs typeface="Monterchi"/>
                          <a:sym typeface="Monterchi"/>
                        </a:rPr>
                        <m:t>𝑎</m:t>
                      </m:r>
                      <m:sSup>
                        <m:sSupPr>
                          <m:ctrlPr>
                            <a:rPr lang="en-PH" sz="10000" b="0" i="1" smtClean="0">
                              <a:solidFill>
                                <a:srgbClr val="1C2B2B"/>
                              </a:solidFill>
                              <a:latin typeface="Cambria Math" panose="02040503050406030204" pitchFamily="18" charset="0"/>
                              <a:ea typeface="Monterchi"/>
                              <a:cs typeface="Monterchi"/>
                              <a:sym typeface="Monterchi"/>
                            </a:rPr>
                          </m:ctrlPr>
                        </m:sSupPr>
                        <m:e>
                          <m:r>
                            <a:rPr lang="en-PH" sz="10000" b="0" i="1" smtClean="0">
                              <a:solidFill>
                                <a:srgbClr val="1C2B2B"/>
                              </a:solidFill>
                              <a:latin typeface="Cambria Math" panose="02040503050406030204" pitchFamily="18" charset="0"/>
                              <a:ea typeface="Monterchi"/>
                              <a:cs typeface="Monterchi"/>
                              <a:sym typeface="Monterchi"/>
                            </a:rPr>
                            <m:t>𝑥</m:t>
                          </m:r>
                        </m:e>
                        <m:sup>
                          <m:r>
                            <a:rPr lang="en-PH" sz="10000" b="0" i="1" smtClean="0">
                              <a:solidFill>
                                <a:srgbClr val="1C2B2B"/>
                              </a:solidFill>
                              <a:latin typeface="Cambria Math" panose="02040503050406030204" pitchFamily="18" charset="0"/>
                              <a:ea typeface="Monterchi"/>
                              <a:cs typeface="Monterchi"/>
                              <a:sym typeface="Monterchi"/>
                            </a:rPr>
                            <m:t>2</m:t>
                          </m:r>
                        </m:sup>
                      </m:sSup>
                      <m:r>
                        <a:rPr lang="en-PH" sz="10000" b="0" i="1" smtClean="0">
                          <a:solidFill>
                            <a:srgbClr val="1C2B2B"/>
                          </a:solidFill>
                          <a:latin typeface="Cambria Math" panose="02040503050406030204" pitchFamily="18" charset="0"/>
                          <a:ea typeface="Monterchi"/>
                          <a:cs typeface="Monterchi"/>
                          <a:sym typeface="Monterchi"/>
                        </a:rPr>
                        <m:t>+</m:t>
                      </m:r>
                      <m:r>
                        <a:rPr lang="en-PH" sz="10000" b="0" i="1" smtClean="0">
                          <a:solidFill>
                            <a:srgbClr val="1C2B2B"/>
                          </a:solidFill>
                          <a:latin typeface="Cambria Math" panose="02040503050406030204" pitchFamily="18" charset="0"/>
                          <a:ea typeface="Monterchi"/>
                          <a:cs typeface="Monterchi"/>
                          <a:sym typeface="Monterchi"/>
                        </a:rPr>
                        <m:t>𝑏𝑥</m:t>
                      </m:r>
                      <m:r>
                        <a:rPr lang="en-PH" sz="10000" b="0" i="1" smtClean="0">
                          <a:solidFill>
                            <a:srgbClr val="1C2B2B"/>
                          </a:solidFill>
                          <a:latin typeface="Cambria Math" panose="02040503050406030204" pitchFamily="18" charset="0"/>
                          <a:ea typeface="Monterchi"/>
                          <a:cs typeface="Monterchi"/>
                          <a:sym typeface="Monterchi"/>
                        </a:rPr>
                        <m:t>+</m:t>
                      </m:r>
                      <m:r>
                        <a:rPr lang="en-PH" sz="10000" b="0" i="1" smtClean="0">
                          <a:solidFill>
                            <a:srgbClr val="1C2B2B"/>
                          </a:solidFill>
                          <a:latin typeface="Cambria Math" panose="02040503050406030204" pitchFamily="18" charset="0"/>
                          <a:ea typeface="Monterchi"/>
                          <a:cs typeface="Monterchi"/>
                          <a:sym typeface="Monterchi"/>
                        </a:rPr>
                        <m:t>𝑐</m:t>
                      </m:r>
                      <m:r>
                        <a:rPr lang="en-PH" sz="10000" b="0" i="1" smtClean="0">
                          <a:solidFill>
                            <a:srgbClr val="1C2B2B"/>
                          </a:solidFill>
                          <a:latin typeface="Cambria Math" panose="02040503050406030204" pitchFamily="18" charset="0"/>
                          <a:ea typeface="Monterchi"/>
                          <a:cs typeface="Monterchi"/>
                          <a:sym typeface="Monterchi"/>
                        </a:rPr>
                        <m:t>=0</m:t>
                      </m:r>
                    </m:oMath>
                  </m:oMathPara>
                </a14:m>
                <a:endParaRPr lang="en-US" sz="10000" dirty="0">
                  <a:solidFill>
                    <a:srgbClr val="1C2B2B"/>
                  </a:solidFill>
                  <a:latin typeface="Monterchi"/>
                  <a:ea typeface="Monterchi"/>
                  <a:cs typeface="Monterchi"/>
                  <a:sym typeface="Monterchi"/>
                </a:endParaRPr>
              </a:p>
            </p:txBody>
          </p:sp>
        </mc:Choice>
        <mc:Fallback xmlns="">
          <p:sp>
            <p:nvSpPr>
              <p:cNvPr id="13" name="TextBox 12">
                <a:extLst>
                  <a:ext uri="{FF2B5EF4-FFF2-40B4-BE49-F238E27FC236}">
                    <a16:creationId xmlns:a16="http://schemas.microsoft.com/office/drawing/2014/main" id="{8898F42F-BE2C-3B73-6BBD-C3C949C94360}"/>
                  </a:ext>
                </a:extLst>
              </p:cNvPr>
              <p:cNvSpPr txBox="1">
                <a:spLocks noRot="1" noChangeAspect="1" noMove="1" noResize="1" noEditPoints="1" noAdjustHandles="1" noChangeArrowheads="1" noChangeShapeType="1" noTextEdit="1"/>
              </p:cNvSpPr>
              <p:nvPr/>
            </p:nvSpPr>
            <p:spPr>
              <a:xfrm>
                <a:off x="3332085" y="4161030"/>
                <a:ext cx="11486987" cy="2308324"/>
              </a:xfrm>
              <a:prstGeom prst="rect">
                <a:avLst/>
              </a:prstGeom>
              <a:blipFill>
                <a:blip r:embed="rId5"/>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27646087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74B11E4C-245C-02AD-8548-C38EB816443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E92BD6D-AB31-8653-36C1-F1BEB187F0C4}"/>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96E24905-4C4D-5C53-7D73-1317DC3820EA}"/>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8AE79B26-D87D-CF44-7820-F4EC9D94848F}"/>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E7FA102C-CDCE-C43B-F8B5-DC8F7007700C}"/>
              </a:ext>
            </a:extLst>
          </p:cNvPr>
          <p:cNvGrpSpPr/>
          <p:nvPr/>
        </p:nvGrpSpPr>
        <p:grpSpPr>
          <a:xfrm>
            <a:off x="380999" y="353752"/>
            <a:ext cx="17315429" cy="9579496"/>
            <a:chOff x="0" y="0"/>
            <a:chExt cx="3381238" cy="1870887"/>
          </a:xfrm>
        </p:grpSpPr>
        <p:sp>
          <p:nvSpPr>
            <p:cNvPr id="6" name="Freeform 6">
              <a:extLst>
                <a:ext uri="{FF2B5EF4-FFF2-40B4-BE49-F238E27FC236}">
                  <a16:creationId xmlns:a16="http://schemas.microsoft.com/office/drawing/2014/main" id="{0DF084AB-F058-8757-4747-0EE4ED8DEF5F}"/>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C1EE0DF9-8855-324B-C35E-136B1AC787E4}"/>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003D39AC-911C-F107-1C8E-F58B3337CDA7}"/>
              </a:ext>
            </a:extLst>
          </p:cNvPr>
          <p:cNvSpPr/>
          <p:nvPr/>
        </p:nvSpPr>
        <p:spPr>
          <a:xfrm flipH="1">
            <a:off x="-152400" y="8496300"/>
            <a:ext cx="1999229" cy="2122748"/>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34B48CB-0CEA-9E97-BA28-C8CB8F3F0079}"/>
                  </a:ext>
                </a:extLst>
              </p:cNvPr>
              <p:cNvSpPr txBox="1"/>
              <p:nvPr/>
            </p:nvSpPr>
            <p:spPr>
              <a:xfrm>
                <a:off x="3400506" y="1104900"/>
                <a:ext cx="11486987" cy="1846659"/>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r>
                        <a:rPr lang="en-PH" sz="8000" b="0" i="1" smtClean="0">
                          <a:solidFill>
                            <a:srgbClr val="1C2B2B"/>
                          </a:solidFill>
                          <a:latin typeface="Cambria Math" panose="02040503050406030204" pitchFamily="18" charset="0"/>
                          <a:ea typeface="Monterchi"/>
                          <a:cs typeface="Monterchi"/>
                          <a:sym typeface="Monterchi"/>
                        </a:rPr>
                        <m:t>𝑎</m:t>
                      </m:r>
                      <m:sSup>
                        <m:sSupPr>
                          <m:ctrlPr>
                            <a:rPr lang="en-PH" sz="8000" b="0" i="1" smtClean="0">
                              <a:solidFill>
                                <a:srgbClr val="1C2B2B"/>
                              </a:solidFill>
                              <a:latin typeface="Cambria Math" panose="02040503050406030204" pitchFamily="18" charset="0"/>
                              <a:ea typeface="Monterchi"/>
                              <a:cs typeface="Monterchi"/>
                              <a:sym typeface="Monterchi"/>
                            </a:rPr>
                          </m:ctrlPr>
                        </m:sSupPr>
                        <m:e>
                          <m:r>
                            <a:rPr lang="en-PH" sz="8000" b="0" i="1" smtClean="0">
                              <a:solidFill>
                                <a:srgbClr val="1C2B2B"/>
                              </a:solidFill>
                              <a:latin typeface="Cambria Math" panose="02040503050406030204" pitchFamily="18" charset="0"/>
                              <a:ea typeface="Monterchi"/>
                              <a:cs typeface="Monterchi"/>
                              <a:sym typeface="Monterchi"/>
                            </a:rPr>
                            <m:t>𝑥</m:t>
                          </m:r>
                        </m:e>
                        <m:sup>
                          <m:r>
                            <a:rPr lang="en-PH" sz="8000" b="0" i="1" smtClean="0">
                              <a:solidFill>
                                <a:srgbClr val="1C2B2B"/>
                              </a:solidFill>
                              <a:latin typeface="Cambria Math" panose="02040503050406030204" pitchFamily="18" charset="0"/>
                              <a:ea typeface="Monterchi"/>
                              <a:cs typeface="Monterchi"/>
                              <a:sym typeface="Monterchi"/>
                            </a:rPr>
                            <m:t>2</m:t>
                          </m:r>
                        </m:sup>
                      </m:sSup>
                      <m:r>
                        <a:rPr lang="en-PH" sz="8000" b="0" i="1" smtClean="0">
                          <a:solidFill>
                            <a:srgbClr val="1C2B2B"/>
                          </a:solidFill>
                          <a:latin typeface="Cambria Math" panose="02040503050406030204" pitchFamily="18" charset="0"/>
                          <a:ea typeface="Monterchi"/>
                          <a:cs typeface="Monterchi"/>
                          <a:sym typeface="Monterchi"/>
                        </a:rPr>
                        <m:t>+</m:t>
                      </m:r>
                      <m:r>
                        <a:rPr lang="en-PH" sz="8000" b="0" i="1" smtClean="0">
                          <a:solidFill>
                            <a:srgbClr val="1C2B2B"/>
                          </a:solidFill>
                          <a:latin typeface="Cambria Math" panose="02040503050406030204" pitchFamily="18" charset="0"/>
                          <a:ea typeface="Monterchi"/>
                          <a:cs typeface="Monterchi"/>
                          <a:sym typeface="Monterchi"/>
                        </a:rPr>
                        <m:t>𝑏𝑥</m:t>
                      </m:r>
                      <m:r>
                        <a:rPr lang="en-PH" sz="8000" b="0" i="1" smtClean="0">
                          <a:solidFill>
                            <a:srgbClr val="1C2B2B"/>
                          </a:solidFill>
                          <a:latin typeface="Cambria Math" panose="02040503050406030204" pitchFamily="18" charset="0"/>
                          <a:ea typeface="Monterchi"/>
                          <a:cs typeface="Monterchi"/>
                          <a:sym typeface="Monterchi"/>
                        </a:rPr>
                        <m:t>+</m:t>
                      </m:r>
                      <m:r>
                        <a:rPr lang="en-PH" sz="8000" b="0" i="1" smtClean="0">
                          <a:solidFill>
                            <a:srgbClr val="1C2B2B"/>
                          </a:solidFill>
                          <a:latin typeface="Cambria Math" panose="02040503050406030204" pitchFamily="18" charset="0"/>
                          <a:ea typeface="Monterchi"/>
                          <a:cs typeface="Monterchi"/>
                          <a:sym typeface="Monterchi"/>
                        </a:rPr>
                        <m:t>𝑐</m:t>
                      </m:r>
                      <m:r>
                        <a:rPr lang="en-PH" sz="8000" b="0" i="1" smtClean="0">
                          <a:solidFill>
                            <a:srgbClr val="1C2B2B"/>
                          </a:solidFill>
                          <a:latin typeface="Cambria Math" panose="02040503050406030204" pitchFamily="18" charset="0"/>
                          <a:ea typeface="Monterchi"/>
                          <a:cs typeface="Monterchi"/>
                          <a:sym typeface="Monterchi"/>
                        </a:rPr>
                        <m:t>=0</m:t>
                      </m:r>
                    </m:oMath>
                  </m:oMathPara>
                </a14:m>
                <a:endParaRPr lang="en-US" sz="8000" dirty="0">
                  <a:solidFill>
                    <a:srgbClr val="1C2B2B"/>
                  </a:solidFill>
                  <a:latin typeface="Monterchi"/>
                  <a:ea typeface="Monterchi"/>
                  <a:cs typeface="Monterchi"/>
                  <a:sym typeface="Monterchi"/>
                </a:endParaRPr>
              </a:p>
            </p:txBody>
          </p:sp>
        </mc:Choice>
        <mc:Fallback xmlns="">
          <p:sp>
            <p:nvSpPr>
              <p:cNvPr id="13" name="TextBox 12">
                <a:extLst>
                  <a:ext uri="{FF2B5EF4-FFF2-40B4-BE49-F238E27FC236}">
                    <a16:creationId xmlns:a16="http://schemas.microsoft.com/office/drawing/2014/main" id="{234B48CB-0CEA-9E97-BA28-C8CB8F3F0079}"/>
                  </a:ext>
                </a:extLst>
              </p:cNvPr>
              <p:cNvSpPr txBox="1">
                <a:spLocks noRot="1" noChangeAspect="1" noMove="1" noResize="1" noEditPoints="1" noAdjustHandles="1" noChangeArrowheads="1" noChangeShapeType="1" noTextEdit="1"/>
              </p:cNvSpPr>
              <p:nvPr/>
            </p:nvSpPr>
            <p:spPr>
              <a:xfrm>
                <a:off x="3400506" y="1104900"/>
                <a:ext cx="11486987" cy="1846659"/>
              </a:xfrm>
              <a:prstGeom prst="rect">
                <a:avLst/>
              </a:prstGeom>
              <a:blipFill>
                <a:blip r:embed="rId5"/>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2F0CF18-52E2-9701-B718-ED830AD6CA14}"/>
                  </a:ext>
                </a:extLst>
              </p:cNvPr>
              <p:cNvSpPr txBox="1"/>
              <p:nvPr/>
            </p:nvSpPr>
            <p:spPr>
              <a:xfrm>
                <a:off x="2819400" y="2866965"/>
                <a:ext cx="11486987" cy="1846659"/>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r>
                        <a:rPr lang="en-PH" sz="8000" b="0" i="1" smtClean="0">
                          <a:solidFill>
                            <a:srgbClr val="1C2B2B"/>
                          </a:solidFill>
                          <a:latin typeface="Cambria Math" panose="02040503050406030204" pitchFamily="18" charset="0"/>
                          <a:ea typeface="Monterchi"/>
                          <a:cs typeface="Monterchi"/>
                          <a:sym typeface="Monterchi"/>
                        </a:rPr>
                        <m:t>𝑎</m:t>
                      </m:r>
                      <m:sSup>
                        <m:sSupPr>
                          <m:ctrlPr>
                            <a:rPr lang="en-PH" sz="8000" b="0" i="1" smtClean="0">
                              <a:solidFill>
                                <a:srgbClr val="1C2B2B"/>
                              </a:solidFill>
                              <a:latin typeface="Cambria Math" panose="02040503050406030204" pitchFamily="18" charset="0"/>
                              <a:ea typeface="Monterchi"/>
                              <a:cs typeface="Monterchi"/>
                              <a:sym typeface="Monterchi"/>
                            </a:rPr>
                          </m:ctrlPr>
                        </m:sSupPr>
                        <m:e>
                          <m:r>
                            <a:rPr lang="en-PH" sz="8000" b="0" i="1" smtClean="0">
                              <a:solidFill>
                                <a:srgbClr val="1C2B2B"/>
                              </a:solidFill>
                              <a:latin typeface="Cambria Math" panose="02040503050406030204" pitchFamily="18" charset="0"/>
                              <a:ea typeface="Monterchi"/>
                              <a:cs typeface="Monterchi"/>
                              <a:sym typeface="Monterchi"/>
                            </a:rPr>
                            <m:t>𝑥</m:t>
                          </m:r>
                        </m:e>
                        <m:sup>
                          <m:r>
                            <a:rPr lang="en-PH" sz="8000" b="0" i="1" smtClean="0">
                              <a:solidFill>
                                <a:srgbClr val="1C2B2B"/>
                              </a:solidFill>
                              <a:latin typeface="Cambria Math" panose="02040503050406030204" pitchFamily="18" charset="0"/>
                              <a:ea typeface="Monterchi"/>
                              <a:cs typeface="Monterchi"/>
                              <a:sym typeface="Monterchi"/>
                            </a:rPr>
                            <m:t>2</m:t>
                          </m:r>
                        </m:sup>
                      </m:sSup>
                      <m:r>
                        <a:rPr lang="en-PH" sz="8000" b="0" i="1" smtClean="0">
                          <a:solidFill>
                            <a:srgbClr val="1C2B2B"/>
                          </a:solidFill>
                          <a:latin typeface="Cambria Math" panose="02040503050406030204" pitchFamily="18" charset="0"/>
                          <a:ea typeface="Monterchi"/>
                          <a:cs typeface="Monterchi"/>
                          <a:sym typeface="Monterchi"/>
                        </a:rPr>
                        <m:t>+</m:t>
                      </m:r>
                      <m:r>
                        <a:rPr lang="en-PH" sz="8000" b="0" i="1" smtClean="0">
                          <a:solidFill>
                            <a:srgbClr val="1C2B2B"/>
                          </a:solidFill>
                          <a:latin typeface="Cambria Math" panose="02040503050406030204" pitchFamily="18" charset="0"/>
                          <a:ea typeface="Monterchi"/>
                          <a:cs typeface="Monterchi"/>
                          <a:sym typeface="Monterchi"/>
                        </a:rPr>
                        <m:t>𝑏𝑥</m:t>
                      </m:r>
                      <m:r>
                        <a:rPr lang="en-PH" sz="8000" b="0" i="1" smtClean="0">
                          <a:solidFill>
                            <a:srgbClr val="1C2B2B"/>
                          </a:solidFill>
                          <a:latin typeface="Cambria Math" panose="02040503050406030204" pitchFamily="18" charset="0"/>
                          <a:ea typeface="Monterchi"/>
                          <a:cs typeface="Monterchi"/>
                          <a:sym typeface="Monterchi"/>
                        </a:rPr>
                        <m:t>=−</m:t>
                      </m:r>
                      <m:r>
                        <a:rPr lang="en-PH" sz="8000" b="0" i="1" smtClean="0">
                          <a:solidFill>
                            <a:srgbClr val="1C2B2B"/>
                          </a:solidFill>
                          <a:latin typeface="Cambria Math" panose="02040503050406030204" pitchFamily="18" charset="0"/>
                          <a:ea typeface="Monterchi"/>
                          <a:cs typeface="Monterchi"/>
                          <a:sym typeface="Monterchi"/>
                        </a:rPr>
                        <m:t>𝑐</m:t>
                      </m:r>
                    </m:oMath>
                  </m:oMathPara>
                </a14:m>
                <a:endParaRPr lang="en-US" sz="8000" dirty="0">
                  <a:solidFill>
                    <a:srgbClr val="1C2B2B"/>
                  </a:solidFill>
                  <a:latin typeface="Monterchi"/>
                  <a:ea typeface="Monterchi"/>
                  <a:cs typeface="Monterchi"/>
                  <a:sym typeface="Monterchi"/>
                </a:endParaRPr>
              </a:p>
            </p:txBody>
          </p:sp>
        </mc:Choice>
        <mc:Fallback xmlns="">
          <p:sp>
            <p:nvSpPr>
              <p:cNvPr id="8" name="TextBox 7">
                <a:extLst>
                  <a:ext uri="{FF2B5EF4-FFF2-40B4-BE49-F238E27FC236}">
                    <a16:creationId xmlns:a16="http://schemas.microsoft.com/office/drawing/2014/main" id="{72F0CF18-52E2-9701-B718-ED830AD6CA14}"/>
                  </a:ext>
                </a:extLst>
              </p:cNvPr>
              <p:cNvSpPr txBox="1">
                <a:spLocks noRot="1" noChangeAspect="1" noMove="1" noResize="1" noEditPoints="1" noAdjustHandles="1" noChangeArrowheads="1" noChangeShapeType="1" noTextEdit="1"/>
              </p:cNvSpPr>
              <p:nvPr/>
            </p:nvSpPr>
            <p:spPr>
              <a:xfrm>
                <a:off x="2819400" y="2866965"/>
                <a:ext cx="11486987" cy="1846659"/>
              </a:xfrm>
              <a:prstGeom prst="rect">
                <a:avLst/>
              </a:prstGeom>
              <a:blipFill>
                <a:blip r:embed="rId6"/>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89C80BC-CD3A-1E8A-EA01-9016AEFEC20A}"/>
                  </a:ext>
                </a:extLst>
              </p:cNvPr>
              <p:cNvSpPr txBox="1"/>
              <p:nvPr/>
            </p:nvSpPr>
            <p:spPr>
              <a:xfrm>
                <a:off x="2972275" y="4704553"/>
                <a:ext cx="11486987" cy="3705438"/>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f>
                        <m:fPr>
                          <m:ctrlPr>
                            <a:rPr lang="en-PH" sz="8000" b="0" i="1" smtClean="0">
                              <a:solidFill>
                                <a:srgbClr val="1C2B2B"/>
                              </a:solidFill>
                              <a:latin typeface="Cambria Math" panose="02040503050406030204" pitchFamily="18" charset="0"/>
                              <a:ea typeface="Monterchi"/>
                              <a:cs typeface="Monterchi"/>
                              <a:sym typeface="Monterchi"/>
                            </a:rPr>
                          </m:ctrlPr>
                        </m:fPr>
                        <m:num>
                          <m:r>
                            <a:rPr lang="en-PH" sz="8000" b="0" i="1" smtClean="0">
                              <a:solidFill>
                                <a:srgbClr val="1C2B2B"/>
                              </a:solidFill>
                              <a:latin typeface="Cambria Math" panose="02040503050406030204" pitchFamily="18" charset="0"/>
                              <a:ea typeface="Monterchi"/>
                              <a:cs typeface="Monterchi"/>
                              <a:sym typeface="Monterchi"/>
                            </a:rPr>
                            <m:t>𝑎</m:t>
                          </m:r>
                          <m:sSup>
                            <m:sSupPr>
                              <m:ctrlPr>
                                <a:rPr lang="en-PH" sz="8000" b="0" i="1" smtClean="0">
                                  <a:solidFill>
                                    <a:srgbClr val="1C2B2B"/>
                                  </a:solidFill>
                                  <a:latin typeface="Cambria Math" panose="02040503050406030204" pitchFamily="18" charset="0"/>
                                  <a:ea typeface="Monterchi"/>
                                  <a:cs typeface="Monterchi"/>
                                  <a:sym typeface="Monterchi"/>
                                </a:rPr>
                              </m:ctrlPr>
                            </m:sSupPr>
                            <m:e>
                              <m:r>
                                <a:rPr lang="en-PH" sz="8000" b="0" i="1" smtClean="0">
                                  <a:solidFill>
                                    <a:srgbClr val="1C2B2B"/>
                                  </a:solidFill>
                                  <a:latin typeface="Cambria Math" panose="02040503050406030204" pitchFamily="18" charset="0"/>
                                  <a:ea typeface="Monterchi"/>
                                  <a:cs typeface="Monterchi"/>
                                  <a:sym typeface="Monterchi"/>
                                </a:rPr>
                                <m:t>𝑥</m:t>
                              </m:r>
                            </m:e>
                            <m:sup>
                              <m:r>
                                <a:rPr lang="en-PH" sz="8000" b="0" i="1" smtClean="0">
                                  <a:solidFill>
                                    <a:srgbClr val="1C2B2B"/>
                                  </a:solidFill>
                                  <a:latin typeface="Cambria Math" panose="02040503050406030204" pitchFamily="18" charset="0"/>
                                  <a:ea typeface="Monterchi"/>
                                  <a:cs typeface="Monterchi"/>
                                  <a:sym typeface="Monterchi"/>
                                </a:rPr>
                                <m:t>2</m:t>
                              </m:r>
                            </m:sup>
                          </m:sSup>
                          <m:r>
                            <a:rPr lang="en-PH" sz="8000" b="0" i="1" smtClean="0">
                              <a:solidFill>
                                <a:srgbClr val="1C2B2B"/>
                              </a:solidFill>
                              <a:latin typeface="Cambria Math" panose="02040503050406030204" pitchFamily="18" charset="0"/>
                              <a:ea typeface="Monterchi"/>
                              <a:cs typeface="Monterchi"/>
                              <a:sym typeface="Monterchi"/>
                            </a:rPr>
                            <m:t>+</m:t>
                          </m:r>
                          <m:r>
                            <a:rPr lang="en-PH" sz="8000" b="0" i="1" smtClean="0">
                              <a:solidFill>
                                <a:srgbClr val="1C2B2B"/>
                              </a:solidFill>
                              <a:latin typeface="Cambria Math" panose="02040503050406030204" pitchFamily="18" charset="0"/>
                              <a:ea typeface="Monterchi"/>
                              <a:cs typeface="Monterchi"/>
                              <a:sym typeface="Monterchi"/>
                            </a:rPr>
                            <m:t>𝑏𝑥</m:t>
                          </m:r>
                        </m:num>
                        <m:den>
                          <m:r>
                            <a:rPr lang="en-PH" sz="8000" b="0" i="1" smtClean="0">
                              <a:solidFill>
                                <a:srgbClr val="1C2B2B"/>
                              </a:solidFill>
                              <a:latin typeface="Cambria Math" panose="02040503050406030204" pitchFamily="18" charset="0"/>
                              <a:ea typeface="Monterchi"/>
                              <a:cs typeface="Monterchi"/>
                              <a:sym typeface="Monterchi"/>
                            </a:rPr>
                            <m:t>𝑎</m:t>
                          </m:r>
                        </m:den>
                      </m:f>
                      <m:r>
                        <a:rPr lang="en-PH" sz="8000" b="0" i="1" smtClean="0">
                          <a:solidFill>
                            <a:srgbClr val="1C2B2B"/>
                          </a:solidFill>
                          <a:latin typeface="Cambria Math" panose="02040503050406030204" pitchFamily="18" charset="0"/>
                          <a:ea typeface="Monterchi"/>
                          <a:cs typeface="Monterchi"/>
                          <a:sym typeface="Monterchi"/>
                        </a:rPr>
                        <m:t>=−</m:t>
                      </m:r>
                      <m:f>
                        <m:fPr>
                          <m:ctrlPr>
                            <a:rPr lang="en-PH" sz="8000" b="0" i="1" smtClean="0">
                              <a:solidFill>
                                <a:srgbClr val="1C2B2B"/>
                              </a:solidFill>
                              <a:latin typeface="Cambria Math" panose="02040503050406030204" pitchFamily="18" charset="0"/>
                              <a:ea typeface="Monterchi"/>
                              <a:cs typeface="Monterchi"/>
                              <a:sym typeface="Monterchi"/>
                            </a:rPr>
                          </m:ctrlPr>
                        </m:fPr>
                        <m:num>
                          <m:r>
                            <a:rPr lang="en-PH" sz="8000" b="0" i="1" smtClean="0">
                              <a:solidFill>
                                <a:srgbClr val="1C2B2B"/>
                              </a:solidFill>
                              <a:latin typeface="Cambria Math" panose="02040503050406030204" pitchFamily="18" charset="0"/>
                              <a:ea typeface="Monterchi"/>
                              <a:cs typeface="Monterchi"/>
                              <a:sym typeface="Monterchi"/>
                            </a:rPr>
                            <m:t>𝑐</m:t>
                          </m:r>
                        </m:num>
                        <m:den>
                          <m:r>
                            <a:rPr lang="en-PH" sz="8000" b="0" i="1" smtClean="0">
                              <a:solidFill>
                                <a:srgbClr val="1C2B2B"/>
                              </a:solidFill>
                              <a:latin typeface="Cambria Math" panose="02040503050406030204" pitchFamily="18" charset="0"/>
                              <a:ea typeface="Monterchi"/>
                              <a:cs typeface="Monterchi"/>
                              <a:sym typeface="Monterchi"/>
                            </a:rPr>
                            <m:t>𝑎</m:t>
                          </m:r>
                        </m:den>
                      </m:f>
                    </m:oMath>
                  </m:oMathPara>
                </a14:m>
                <a:endParaRPr lang="en-US" sz="8000" dirty="0">
                  <a:solidFill>
                    <a:srgbClr val="1C2B2B"/>
                  </a:solidFill>
                  <a:latin typeface="Monterchi"/>
                  <a:ea typeface="Monterchi"/>
                  <a:cs typeface="Monterchi"/>
                  <a:sym typeface="Monterchi"/>
                </a:endParaRPr>
              </a:p>
            </p:txBody>
          </p:sp>
        </mc:Choice>
        <mc:Fallback xmlns="">
          <p:sp>
            <p:nvSpPr>
              <p:cNvPr id="9" name="TextBox 8">
                <a:extLst>
                  <a:ext uri="{FF2B5EF4-FFF2-40B4-BE49-F238E27FC236}">
                    <a16:creationId xmlns:a16="http://schemas.microsoft.com/office/drawing/2014/main" id="{789C80BC-CD3A-1E8A-EA01-9016AEFEC20A}"/>
                  </a:ext>
                </a:extLst>
              </p:cNvPr>
              <p:cNvSpPr txBox="1">
                <a:spLocks noRot="1" noChangeAspect="1" noMove="1" noResize="1" noEditPoints="1" noAdjustHandles="1" noChangeArrowheads="1" noChangeShapeType="1" noTextEdit="1"/>
              </p:cNvSpPr>
              <p:nvPr/>
            </p:nvSpPr>
            <p:spPr>
              <a:xfrm>
                <a:off x="2972275" y="4704553"/>
                <a:ext cx="11486987" cy="3705438"/>
              </a:xfrm>
              <a:prstGeom prst="rect">
                <a:avLst/>
              </a:prstGeom>
              <a:blipFill>
                <a:blip r:embed="rId7"/>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24483971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1000"/>
                                        <p:tgtEl>
                                          <p:spTgt spid="9">
                                            <p:txEl>
                                              <p:pRg st="0" end="0"/>
                                            </p:txEl>
                                          </p:spTgt>
                                        </p:tgtEl>
                                      </p:cBhvr>
                                    </p:animEffect>
                                    <p:anim calcmode="lin" valueType="num">
                                      <p:cBhvr>
                                        <p:cTn id="15"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20D05735-FC9B-DC2D-7237-4BD6006EBFD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A615C1A-0C52-672E-B714-7D7A9495F99D}"/>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8F77FEB1-C6C4-8CA8-CAC4-AA6DA7D38145}"/>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42E762C9-F606-F675-4C60-4F41CE95303F}"/>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E69B8B90-3426-E3DF-2398-C3BFA7C0091D}"/>
              </a:ext>
            </a:extLst>
          </p:cNvPr>
          <p:cNvGrpSpPr/>
          <p:nvPr/>
        </p:nvGrpSpPr>
        <p:grpSpPr>
          <a:xfrm>
            <a:off x="380999" y="353752"/>
            <a:ext cx="17315429" cy="9579496"/>
            <a:chOff x="0" y="0"/>
            <a:chExt cx="3381238" cy="1870887"/>
          </a:xfrm>
        </p:grpSpPr>
        <p:sp>
          <p:nvSpPr>
            <p:cNvPr id="6" name="Freeform 6">
              <a:extLst>
                <a:ext uri="{FF2B5EF4-FFF2-40B4-BE49-F238E27FC236}">
                  <a16:creationId xmlns:a16="http://schemas.microsoft.com/office/drawing/2014/main" id="{F8B1C59A-A450-AEFF-E19C-0221987508BB}"/>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B1303A95-355B-DEC4-EA3B-DB6FE8B7F73D}"/>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B56C1075-B857-F35A-1C8B-2ED24028E84F}"/>
              </a:ext>
            </a:extLst>
          </p:cNvPr>
          <p:cNvSpPr/>
          <p:nvPr/>
        </p:nvSpPr>
        <p:spPr>
          <a:xfrm flipH="1">
            <a:off x="0" y="9440602"/>
            <a:ext cx="1170043" cy="1041481"/>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66C6513-1821-8184-6011-AEBA1B6B95F5}"/>
                  </a:ext>
                </a:extLst>
              </p:cNvPr>
              <p:cNvSpPr txBox="1"/>
              <p:nvPr/>
            </p:nvSpPr>
            <p:spPr>
              <a:xfrm>
                <a:off x="3625431" y="463246"/>
                <a:ext cx="11486987" cy="1846659"/>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r>
                        <a:rPr lang="en-PH" sz="8000" b="0" i="1" smtClean="0">
                          <a:solidFill>
                            <a:srgbClr val="1C2B2B"/>
                          </a:solidFill>
                          <a:latin typeface="Cambria Math" panose="02040503050406030204" pitchFamily="18" charset="0"/>
                          <a:ea typeface="Monterchi"/>
                          <a:cs typeface="Monterchi"/>
                          <a:sym typeface="Monterchi"/>
                        </a:rPr>
                        <m:t>𝑎</m:t>
                      </m:r>
                      <m:sSup>
                        <m:sSupPr>
                          <m:ctrlPr>
                            <a:rPr lang="en-PH" sz="8000" b="0" i="1" smtClean="0">
                              <a:solidFill>
                                <a:srgbClr val="1C2B2B"/>
                              </a:solidFill>
                              <a:latin typeface="Cambria Math" panose="02040503050406030204" pitchFamily="18" charset="0"/>
                              <a:ea typeface="Monterchi"/>
                              <a:cs typeface="Monterchi"/>
                              <a:sym typeface="Monterchi"/>
                            </a:rPr>
                          </m:ctrlPr>
                        </m:sSupPr>
                        <m:e>
                          <m:r>
                            <a:rPr lang="en-PH" sz="8000" b="0" i="1" smtClean="0">
                              <a:solidFill>
                                <a:srgbClr val="1C2B2B"/>
                              </a:solidFill>
                              <a:latin typeface="Cambria Math" panose="02040503050406030204" pitchFamily="18" charset="0"/>
                              <a:ea typeface="Monterchi"/>
                              <a:cs typeface="Monterchi"/>
                              <a:sym typeface="Monterchi"/>
                            </a:rPr>
                            <m:t>𝑥</m:t>
                          </m:r>
                        </m:e>
                        <m:sup>
                          <m:r>
                            <a:rPr lang="en-PH" sz="8000" b="0" i="1" smtClean="0">
                              <a:solidFill>
                                <a:srgbClr val="1C2B2B"/>
                              </a:solidFill>
                              <a:latin typeface="Cambria Math" panose="02040503050406030204" pitchFamily="18" charset="0"/>
                              <a:ea typeface="Monterchi"/>
                              <a:cs typeface="Monterchi"/>
                              <a:sym typeface="Monterchi"/>
                            </a:rPr>
                            <m:t>2</m:t>
                          </m:r>
                        </m:sup>
                      </m:sSup>
                      <m:r>
                        <a:rPr lang="en-PH" sz="8000" b="0" i="1" smtClean="0">
                          <a:solidFill>
                            <a:srgbClr val="1C2B2B"/>
                          </a:solidFill>
                          <a:latin typeface="Cambria Math" panose="02040503050406030204" pitchFamily="18" charset="0"/>
                          <a:ea typeface="Monterchi"/>
                          <a:cs typeface="Monterchi"/>
                          <a:sym typeface="Monterchi"/>
                        </a:rPr>
                        <m:t>+</m:t>
                      </m:r>
                      <m:r>
                        <a:rPr lang="en-PH" sz="8000" b="0" i="1" smtClean="0">
                          <a:solidFill>
                            <a:srgbClr val="1C2B2B"/>
                          </a:solidFill>
                          <a:latin typeface="Cambria Math" panose="02040503050406030204" pitchFamily="18" charset="0"/>
                          <a:ea typeface="Monterchi"/>
                          <a:cs typeface="Monterchi"/>
                          <a:sym typeface="Monterchi"/>
                        </a:rPr>
                        <m:t>𝑏𝑥</m:t>
                      </m:r>
                      <m:r>
                        <a:rPr lang="en-PH" sz="8000" b="0" i="1" smtClean="0">
                          <a:solidFill>
                            <a:srgbClr val="1C2B2B"/>
                          </a:solidFill>
                          <a:latin typeface="Cambria Math" panose="02040503050406030204" pitchFamily="18" charset="0"/>
                          <a:ea typeface="Monterchi"/>
                          <a:cs typeface="Monterchi"/>
                          <a:sym typeface="Monterchi"/>
                        </a:rPr>
                        <m:t>+</m:t>
                      </m:r>
                      <m:r>
                        <a:rPr lang="en-PH" sz="8000" b="0" i="1" smtClean="0">
                          <a:solidFill>
                            <a:srgbClr val="1C2B2B"/>
                          </a:solidFill>
                          <a:latin typeface="Cambria Math" panose="02040503050406030204" pitchFamily="18" charset="0"/>
                          <a:ea typeface="Monterchi"/>
                          <a:cs typeface="Monterchi"/>
                          <a:sym typeface="Monterchi"/>
                        </a:rPr>
                        <m:t>𝑐</m:t>
                      </m:r>
                      <m:r>
                        <a:rPr lang="en-PH" sz="8000" b="0" i="1" smtClean="0">
                          <a:solidFill>
                            <a:srgbClr val="1C2B2B"/>
                          </a:solidFill>
                          <a:latin typeface="Cambria Math" panose="02040503050406030204" pitchFamily="18" charset="0"/>
                          <a:ea typeface="Monterchi"/>
                          <a:cs typeface="Monterchi"/>
                          <a:sym typeface="Monterchi"/>
                        </a:rPr>
                        <m:t>=0</m:t>
                      </m:r>
                    </m:oMath>
                  </m:oMathPara>
                </a14:m>
                <a:endParaRPr lang="en-US" sz="8000" dirty="0">
                  <a:solidFill>
                    <a:srgbClr val="1C2B2B"/>
                  </a:solidFill>
                  <a:latin typeface="Monterchi"/>
                  <a:ea typeface="Monterchi"/>
                  <a:cs typeface="Monterchi"/>
                  <a:sym typeface="Monterchi"/>
                </a:endParaRPr>
              </a:p>
            </p:txBody>
          </p:sp>
        </mc:Choice>
        <mc:Fallback xmlns="">
          <p:sp>
            <p:nvSpPr>
              <p:cNvPr id="13" name="TextBox 12">
                <a:extLst>
                  <a:ext uri="{FF2B5EF4-FFF2-40B4-BE49-F238E27FC236}">
                    <a16:creationId xmlns:a16="http://schemas.microsoft.com/office/drawing/2014/main" id="{066C6513-1821-8184-6011-AEBA1B6B95F5}"/>
                  </a:ext>
                </a:extLst>
              </p:cNvPr>
              <p:cNvSpPr txBox="1">
                <a:spLocks noRot="1" noChangeAspect="1" noMove="1" noResize="1" noEditPoints="1" noAdjustHandles="1" noChangeArrowheads="1" noChangeShapeType="1" noTextEdit="1"/>
              </p:cNvSpPr>
              <p:nvPr/>
            </p:nvSpPr>
            <p:spPr>
              <a:xfrm>
                <a:off x="3625431" y="463246"/>
                <a:ext cx="11486987" cy="1846659"/>
              </a:xfrm>
              <a:prstGeom prst="rect">
                <a:avLst/>
              </a:prstGeom>
              <a:blipFill>
                <a:blip r:embed="rId5"/>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6325AD8-FCFD-35F4-B7EF-F45666F33F39}"/>
                  </a:ext>
                </a:extLst>
              </p:cNvPr>
              <p:cNvSpPr txBox="1"/>
              <p:nvPr/>
            </p:nvSpPr>
            <p:spPr>
              <a:xfrm>
                <a:off x="3074207" y="2306364"/>
                <a:ext cx="11486987" cy="1846659"/>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r>
                        <a:rPr lang="en-PH" sz="8000" b="0" i="1" smtClean="0">
                          <a:solidFill>
                            <a:srgbClr val="1C2B2B"/>
                          </a:solidFill>
                          <a:latin typeface="Cambria Math" panose="02040503050406030204" pitchFamily="18" charset="0"/>
                          <a:ea typeface="Monterchi"/>
                          <a:cs typeface="Monterchi"/>
                          <a:sym typeface="Monterchi"/>
                        </a:rPr>
                        <m:t>𝑎</m:t>
                      </m:r>
                      <m:sSup>
                        <m:sSupPr>
                          <m:ctrlPr>
                            <a:rPr lang="en-PH" sz="8000" b="0" i="1" smtClean="0">
                              <a:solidFill>
                                <a:srgbClr val="1C2B2B"/>
                              </a:solidFill>
                              <a:latin typeface="Cambria Math" panose="02040503050406030204" pitchFamily="18" charset="0"/>
                              <a:ea typeface="Monterchi"/>
                              <a:cs typeface="Monterchi"/>
                              <a:sym typeface="Monterchi"/>
                            </a:rPr>
                          </m:ctrlPr>
                        </m:sSupPr>
                        <m:e>
                          <m:r>
                            <a:rPr lang="en-PH" sz="8000" b="0" i="1" smtClean="0">
                              <a:solidFill>
                                <a:srgbClr val="1C2B2B"/>
                              </a:solidFill>
                              <a:latin typeface="Cambria Math" panose="02040503050406030204" pitchFamily="18" charset="0"/>
                              <a:ea typeface="Monterchi"/>
                              <a:cs typeface="Monterchi"/>
                              <a:sym typeface="Monterchi"/>
                            </a:rPr>
                            <m:t>𝑥</m:t>
                          </m:r>
                        </m:e>
                        <m:sup>
                          <m:r>
                            <a:rPr lang="en-PH" sz="8000" b="0" i="1" smtClean="0">
                              <a:solidFill>
                                <a:srgbClr val="1C2B2B"/>
                              </a:solidFill>
                              <a:latin typeface="Cambria Math" panose="02040503050406030204" pitchFamily="18" charset="0"/>
                              <a:ea typeface="Monterchi"/>
                              <a:cs typeface="Monterchi"/>
                              <a:sym typeface="Monterchi"/>
                            </a:rPr>
                            <m:t>2</m:t>
                          </m:r>
                        </m:sup>
                      </m:sSup>
                      <m:r>
                        <a:rPr lang="en-PH" sz="8000" b="0" i="1" smtClean="0">
                          <a:solidFill>
                            <a:srgbClr val="1C2B2B"/>
                          </a:solidFill>
                          <a:latin typeface="Cambria Math" panose="02040503050406030204" pitchFamily="18" charset="0"/>
                          <a:ea typeface="Monterchi"/>
                          <a:cs typeface="Monterchi"/>
                          <a:sym typeface="Monterchi"/>
                        </a:rPr>
                        <m:t>+</m:t>
                      </m:r>
                      <m:r>
                        <a:rPr lang="en-PH" sz="8000" b="0" i="1" smtClean="0">
                          <a:solidFill>
                            <a:srgbClr val="1C2B2B"/>
                          </a:solidFill>
                          <a:latin typeface="Cambria Math" panose="02040503050406030204" pitchFamily="18" charset="0"/>
                          <a:ea typeface="Monterchi"/>
                          <a:cs typeface="Monterchi"/>
                          <a:sym typeface="Monterchi"/>
                        </a:rPr>
                        <m:t>𝑏𝑥</m:t>
                      </m:r>
                      <m:r>
                        <a:rPr lang="en-PH" sz="8000" b="0" i="1" smtClean="0">
                          <a:solidFill>
                            <a:srgbClr val="1C2B2B"/>
                          </a:solidFill>
                          <a:latin typeface="Cambria Math" panose="02040503050406030204" pitchFamily="18" charset="0"/>
                          <a:ea typeface="Monterchi"/>
                          <a:cs typeface="Monterchi"/>
                          <a:sym typeface="Monterchi"/>
                        </a:rPr>
                        <m:t>=−</m:t>
                      </m:r>
                      <m:r>
                        <a:rPr lang="en-PH" sz="8000" b="0" i="1" smtClean="0">
                          <a:solidFill>
                            <a:srgbClr val="1C2B2B"/>
                          </a:solidFill>
                          <a:latin typeface="Cambria Math" panose="02040503050406030204" pitchFamily="18" charset="0"/>
                          <a:ea typeface="Monterchi"/>
                          <a:cs typeface="Monterchi"/>
                          <a:sym typeface="Monterchi"/>
                        </a:rPr>
                        <m:t>𝑐</m:t>
                      </m:r>
                    </m:oMath>
                  </m:oMathPara>
                </a14:m>
                <a:endParaRPr lang="en-US" sz="8000" dirty="0">
                  <a:solidFill>
                    <a:srgbClr val="1C2B2B"/>
                  </a:solidFill>
                  <a:latin typeface="Monterchi"/>
                  <a:ea typeface="Monterchi"/>
                  <a:cs typeface="Monterchi"/>
                  <a:sym typeface="Monterchi"/>
                </a:endParaRPr>
              </a:p>
            </p:txBody>
          </p:sp>
        </mc:Choice>
        <mc:Fallback xmlns="">
          <p:sp>
            <p:nvSpPr>
              <p:cNvPr id="8" name="TextBox 7">
                <a:extLst>
                  <a:ext uri="{FF2B5EF4-FFF2-40B4-BE49-F238E27FC236}">
                    <a16:creationId xmlns:a16="http://schemas.microsoft.com/office/drawing/2014/main" id="{D6325AD8-FCFD-35F4-B7EF-F45666F33F39}"/>
                  </a:ext>
                </a:extLst>
              </p:cNvPr>
              <p:cNvSpPr txBox="1">
                <a:spLocks noRot="1" noChangeAspect="1" noMove="1" noResize="1" noEditPoints="1" noAdjustHandles="1" noChangeArrowheads="1" noChangeShapeType="1" noTextEdit="1"/>
              </p:cNvSpPr>
              <p:nvPr/>
            </p:nvSpPr>
            <p:spPr>
              <a:xfrm>
                <a:off x="3074207" y="2306364"/>
                <a:ext cx="11486987" cy="1846659"/>
              </a:xfrm>
              <a:prstGeom prst="rect">
                <a:avLst/>
              </a:prstGeom>
              <a:blipFill>
                <a:blip r:embed="rId6"/>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62A59E7-34BB-3616-F400-341DA092F004}"/>
                  </a:ext>
                </a:extLst>
              </p:cNvPr>
              <p:cNvSpPr txBox="1"/>
              <p:nvPr/>
            </p:nvSpPr>
            <p:spPr>
              <a:xfrm>
                <a:off x="2819400" y="3593866"/>
                <a:ext cx="11486987" cy="3242362"/>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f>
                        <m:fPr>
                          <m:ctrlPr>
                            <a:rPr lang="en-PH" sz="7000" b="0" i="1" smtClean="0">
                              <a:solidFill>
                                <a:srgbClr val="1C2B2B"/>
                              </a:solidFill>
                              <a:latin typeface="Cambria Math" panose="02040503050406030204" pitchFamily="18" charset="0"/>
                              <a:ea typeface="Monterchi"/>
                              <a:cs typeface="Monterchi"/>
                              <a:sym typeface="Monterchi"/>
                            </a:rPr>
                          </m:ctrlPr>
                        </m:fPr>
                        <m:num>
                          <m:r>
                            <a:rPr lang="en-PH" sz="7000" b="0" i="1" smtClean="0">
                              <a:solidFill>
                                <a:srgbClr val="1C2B2B"/>
                              </a:solidFill>
                              <a:latin typeface="Cambria Math" panose="02040503050406030204" pitchFamily="18" charset="0"/>
                              <a:ea typeface="Monterchi"/>
                              <a:cs typeface="Monterchi"/>
                              <a:sym typeface="Monterchi"/>
                            </a:rPr>
                            <m:t>𝑎</m:t>
                          </m:r>
                          <m:sSup>
                            <m:sSupPr>
                              <m:ctrlPr>
                                <a:rPr lang="en-PH" sz="7000" b="0" i="1" smtClean="0">
                                  <a:solidFill>
                                    <a:srgbClr val="1C2B2B"/>
                                  </a:solidFill>
                                  <a:latin typeface="Cambria Math" panose="02040503050406030204" pitchFamily="18" charset="0"/>
                                  <a:ea typeface="Monterchi"/>
                                  <a:cs typeface="Monterchi"/>
                                  <a:sym typeface="Monterchi"/>
                                </a:rPr>
                              </m:ctrlPr>
                            </m:sSupPr>
                            <m:e>
                              <m:r>
                                <a:rPr lang="en-PH" sz="7000" b="0" i="1" smtClean="0">
                                  <a:solidFill>
                                    <a:srgbClr val="1C2B2B"/>
                                  </a:solidFill>
                                  <a:latin typeface="Cambria Math" panose="02040503050406030204" pitchFamily="18" charset="0"/>
                                  <a:ea typeface="Monterchi"/>
                                  <a:cs typeface="Monterchi"/>
                                  <a:sym typeface="Monterchi"/>
                                </a:rPr>
                                <m:t>𝑥</m:t>
                              </m:r>
                            </m:e>
                            <m:sup>
                              <m:r>
                                <a:rPr lang="en-PH" sz="7000" b="0" i="1" smtClean="0">
                                  <a:solidFill>
                                    <a:srgbClr val="1C2B2B"/>
                                  </a:solidFill>
                                  <a:latin typeface="Cambria Math" panose="02040503050406030204" pitchFamily="18" charset="0"/>
                                  <a:ea typeface="Monterchi"/>
                                  <a:cs typeface="Monterchi"/>
                                  <a:sym typeface="Monterchi"/>
                                </a:rPr>
                                <m:t>2</m:t>
                              </m:r>
                            </m:sup>
                          </m:sSup>
                          <m:r>
                            <a:rPr lang="en-PH" sz="7000" b="0" i="1" smtClean="0">
                              <a:solidFill>
                                <a:srgbClr val="1C2B2B"/>
                              </a:solidFill>
                              <a:latin typeface="Cambria Math" panose="02040503050406030204" pitchFamily="18" charset="0"/>
                              <a:ea typeface="Monterchi"/>
                              <a:cs typeface="Monterchi"/>
                              <a:sym typeface="Monterchi"/>
                            </a:rPr>
                            <m:t>+</m:t>
                          </m:r>
                          <m:r>
                            <a:rPr lang="en-PH" sz="7000" b="0" i="1" smtClean="0">
                              <a:solidFill>
                                <a:srgbClr val="1C2B2B"/>
                              </a:solidFill>
                              <a:latin typeface="Cambria Math" panose="02040503050406030204" pitchFamily="18" charset="0"/>
                              <a:ea typeface="Monterchi"/>
                              <a:cs typeface="Monterchi"/>
                              <a:sym typeface="Monterchi"/>
                            </a:rPr>
                            <m:t>𝑏𝑥</m:t>
                          </m:r>
                        </m:num>
                        <m:den>
                          <m:r>
                            <a:rPr lang="en-PH" sz="7000" b="0" i="1" smtClean="0">
                              <a:solidFill>
                                <a:srgbClr val="1C2B2B"/>
                              </a:solidFill>
                              <a:latin typeface="Cambria Math" panose="02040503050406030204" pitchFamily="18" charset="0"/>
                              <a:ea typeface="Monterchi"/>
                              <a:cs typeface="Monterchi"/>
                              <a:sym typeface="Monterchi"/>
                            </a:rPr>
                            <m:t>𝑎</m:t>
                          </m:r>
                        </m:den>
                      </m:f>
                      <m:r>
                        <a:rPr lang="en-PH" sz="7000" b="0" i="1" smtClean="0">
                          <a:solidFill>
                            <a:srgbClr val="1C2B2B"/>
                          </a:solidFill>
                          <a:latin typeface="Cambria Math" panose="02040503050406030204" pitchFamily="18" charset="0"/>
                          <a:ea typeface="Monterchi"/>
                          <a:cs typeface="Monterchi"/>
                          <a:sym typeface="Monterchi"/>
                        </a:rPr>
                        <m:t>=−</m:t>
                      </m:r>
                      <m:f>
                        <m:fPr>
                          <m:ctrlPr>
                            <a:rPr lang="en-PH" sz="7000" b="0" i="1" smtClean="0">
                              <a:solidFill>
                                <a:srgbClr val="1C2B2B"/>
                              </a:solidFill>
                              <a:latin typeface="Cambria Math" panose="02040503050406030204" pitchFamily="18" charset="0"/>
                              <a:ea typeface="Monterchi"/>
                              <a:cs typeface="Monterchi"/>
                              <a:sym typeface="Monterchi"/>
                            </a:rPr>
                          </m:ctrlPr>
                        </m:fPr>
                        <m:num>
                          <m:r>
                            <a:rPr lang="en-PH" sz="7000" b="0" i="1" smtClean="0">
                              <a:solidFill>
                                <a:srgbClr val="1C2B2B"/>
                              </a:solidFill>
                              <a:latin typeface="Cambria Math" panose="02040503050406030204" pitchFamily="18" charset="0"/>
                              <a:ea typeface="Monterchi"/>
                              <a:cs typeface="Monterchi"/>
                              <a:sym typeface="Monterchi"/>
                            </a:rPr>
                            <m:t>𝑐</m:t>
                          </m:r>
                        </m:num>
                        <m:den>
                          <m:r>
                            <a:rPr lang="en-PH" sz="7000" b="0" i="1" smtClean="0">
                              <a:solidFill>
                                <a:srgbClr val="1C2B2B"/>
                              </a:solidFill>
                              <a:latin typeface="Cambria Math" panose="02040503050406030204" pitchFamily="18" charset="0"/>
                              <a:ea typeface="Monterchi"/>
                              <a:cs typeface="Monterchi"/>
                              <a:sym typeface="Monterchi"/>
                            </a:rPr>
                            <m:t>𝑎</m:t>
                          </m:r>
                        </m:den>
                      </m:f>
                    </m:oMath>
                  </m:oMathPara>
                </a14:m>
                <a:endParaRPr lang="en-US" sz="7000" dirty="0">
                  <a:solidFill>
                    <a:srgbClr val="1C2B2B"/>
                  </a:solidFill>
                  <a:latin typeface="Monterchi"/>
                  <a:ea typeface="Monterchi"/>
                  <a:cs typeface="Monterchi"/>
                  <a:sym typeface="Monterchi"/>
                </a:endParaRPr>
              </a:p>
            </p:txBody>
          </p:sp>
        </mc:Choice>
        <mc:Fallback xmlns="">
          <p:sp>
            <p:nvSpPr>
              <p:cNvPr id="9" name="TextBox 8">
                <a:extLst>
                  <a:ext uri="{FF2B5EF4-FFF2-40B4-BE49-F238E27FC236}">
                    <a16:creationId xmlns:a16="http://schemas.microsoft.com/office/drawing/2014/main" id="{662A59E7-34BB-3616-F400-341DA092F004}"/>
                  </a:ext>
                </a:extLst>
              </p:cNvPr>
              <p:cNvSpPr txBox="1">
                <a:spLocks noRot="1" noChangeAspect="1" noMove="1" noResize="1" noEditPoints="1" noAdjustHandles="1" noChangeArrowheads="1" noChangeShapeType="1" noTextEdit="1"/>
              </p:cNvSpPr>
              <p:nvPr/>
            </p:nvSpPr>
            <p:spPr>
              <a:xfrm>
                <a:off x="2819400" y="3593866"/>
                <a:ext cx="11486987" cy="3242362"/>
              </a:xfrm>
              <a:prstGeom prst="rect">
                <a:avLst/>
              </a:prstGeom>
              <a:blipFill>
                <a:blip r:embed="rId7"/>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F82E8F2-CE98-6237-0021-ED1C45496F52}"/>
                  </a:ext>
                </a:extLst>
              </p:cNvPr>
              <p:cNvSpPr txBox="1"/>
              <p:nvPr/>
            </p:nvSpPr>
            <p:spPr>
              <a:xfrm>
                <a:off x="4531954" y="6446690"/>
                <a:ext cx="7846512" cy="3067891"/>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sSup>
                        <m:sSupPr>
                          <m:ctrlPr>
                            <a:rPr lang="en-PH" sz="7000" b="0" i="1" smtClean="0">
                              <a:solidFill>
                                <a:srgbClr val="1C2B2B"/>
                              </a:solidFill>
                              <a:latin typeface="Cambria Math" panose="02040503050406030204" pitchFamily="18" charset="0"/>
                              <a:ea typeface="Monterchi"/>
                              <a:cs typeface="Monterchi"/>
                              <a:sym typeface="Monterchi"/>
                            </a:rPr>
                          </m:ctrlPr>
                        </m:sSupPr>
                        <m:e>
                          <m:r>
                            <a:rPr lang="en-PH" sz="7000" b="0" i="1" smtClean="0">
                              <a:solidFill>
                                <a:srgbClr val="1C2B2B"/>
                              </a:solidFill>
                              <a:latin typeface="Cambria Math" panose="02040503050406030204" pitchFamily="18" charset="0"/>
                              <a:ea typeface="Monterchi"/>
                              <a:cs typeface="Monterchi"/>
                              <a:sym typeface="Monterchi"/>
                            </a:rPr>
                            <m:t>𝑥</m:t>
                          </m:r>
                        </m:e>
                        <m:sup>
                          <m:r>
                            <a:rPr lang="en-PH" sz="7000" b="0" i="1" smtClean="0">
                              <a:solidFill>
                                <a:srgbClr val="1C2B2B"/>
                              </a:solidFill>
                              <a:latin typeface="Cambria Math" panose="02040503050406030204" pitchFamily="18" charset="0"/>
                              <a:ea typeface="Monterchi"/>
                              <a:cs typeface="Monterchi"/>
                              <a:sym typeface="Monterchi"/>
                            </a:rPr>
                            <m:t>2</m:t>
                          </m:r>
                        </m:sup>
                      </m:sSup>
                      <m:r>
                        <a:rPr lang="en-PH" sz="7000" b="0" i="1" smtClean="0">
                          <a:solidFill>
                            <a:srgbClr val="1C2B2B"/>
                          </a:solidFill>
                          <a:latin typeface="Cambria Math" panose="02040503050406030204" pitchFamily="18" charset="0"/>
                          <a:ea typeface="Monterchi"/>
                          <a:cs typeface="Monterchi"/>
                          <a:sym typeface="Monterchi"/>
                        </a:rPr>
                        <m:t>+</m:t>
                      </m:r>
                      <m:f>
                        <m:fPr>
                          <m:ctrlPr>
                            <a:rPr lang="en-PH" sz="7000" b="0" i="1" smtClean="0">
                              <a:solidFill>
                                <a:srgbClr val="1C2B2B"/>
                              </a:solidFill>
                              <a:latin typeface="Cambria Math" panose="02040503050406030204" pitchFamily="18" charset="0"/>
                              <a:ea typeface="Monterchi"/>
                              <a:cs typeface="Monterchi"/>
                              <a:sym typeface="Monterchi"/>
                            </a:rPr>
                          </m:ctrlPr>
                        </m:fPr>
                        <m:num>
                          <m:r>
                            <a:rPr lang="en-PH" sz="7000" b="0" i="1" smtClean="0">
                              <a:solidFill>
                                <a:srgbClr val="1C2B2B"/>
                              </a:solidFill>
                              <a:latin typeface="Cambria Math" panose="02040503050406030204" pitchFamily="18" charset="0"/>
                              <a:ea typeface="Monterchi"/>
                              <a:cs typeface="Monterchi"/>
                              <a:sym typeface="Monterchi"/>
                            </a:rPr>
                            <m:t>𝑏</m:t>
                          </m:r>
                        </m:num>
                        <m:den>
                          <m:r>
                            <a:rPr lang="en-PH" sz="7000" b="0" i="1" smtClean="0">
                              <a:solidFill>
                                <a:srgbClr val="1C2B2B"/>
                              </a:solidFill>
                              <a:latin typeface="Cambria Math" panose="02040503050406030204" pitchFamily="18" charset="0"/>
                              <a:ea typeface="Monterchi"/>
                              <a:cs typeface="Monterchi"/>
                              <a:sym typeface="Monterchi"/>
                            </a:rPr>
                            <m:t>𝑎</m:t>
                          </m:r>
                        </m:den>
                      </m:f>
                      <m:r>
                        <a:rPr lang="en-PH" sz="7000" b="0" i="1" smtClean="0">
                          <a:solidFill>
                            <a:srgbClr val="1C2B2B"/>
                          </a:solidFill>
                          <a:latin typeface="Cambria Math" panose="02040503050406030204" pitchFamily="18" charset="0"/>
                          <a:ea typeface="Monterchi"/>
                          <a:cs typeface="Monterchi"/>
                          <a:sym typeface="Monterchi"/>
                        </a:rPr>
                        <m:t>𝑥</m:t>
                      </m:r>
                      <m:r>
                        <a:rPr lang="en-PH" sz="7000" b="0" i="1" smtClean="0">
                          <a:solidFill>
                            <a:srgbClr val="1C2B2B"/>
                          </a:solidFill>
                          <a:latin typeface="Cambria Math" panose="02040503050406030204" pitchFamily="18" charset="0"/>
                          <a:ea typeface="Monterchi"/>
                          <a:cs typeface="Monterchi"/>
                          <a:sym typeface="Monterchi"/>
                        </a:rPr>
                        <m:t>=−</m:t>
                      </m:r>
                      <m:f>
                        <m:fPr>
                          <m:ctrlPr>
                            <a:rPr lang="en-PH" sz="7000" b="0" i="1" smtClean="0">
                              <a:solidFill>
                                <a:srgbClr val="1C2B2B"/>
                              </a:solidFill>
                              <a:latin typeface="Cambria Math" panose="02040503050406030204" pitchFamily="18" charset="0"/>
                              <a:ea typeface="Monterchi"/>
                              <a:cs typeface="Monterchi"/>
                              <a:sym typeface="Monterchi"/>
                            </a:rPr>
                          </m:ctrlPr>
                        </m:fPr>
                        <m:num>
                          <m:r>
                            <a:rPr lang="en-PH" sz="7000" b="0" i="1" smtClean="0">
                              <a:solidFill>
                                <a:srgbClr val="1C2B2B"/>
                              </a:solidFill>
                              <a:latin typeface="Cambria Math" panose="02040503050406030204" pitchFamily="18" charset="0"/>
                              <a:ea typeface="Monterchi"/>
                              <a:cs typeface="Monterchi"/>
                              <a:sym typeface="Monterchi"/>
                            </a:rPr>
                            <m:t>𝑐</m:t>
                          </m:r>
                        </m:num>
                        <m:den>
                          <m:r>
                            <a:rPr lang="en-PH" sz="7000" b="0" i="1" smtClean="0">
                              <a:solidFill>
                                <a:srgbClr val="1C2B2B"/>
                              </a:solidFill>
                              <a:latin typeface="Cambria Math" panose="02040503050406030204" pitchFamily="18" charset="0"/>
                              <a:ea typeface="Monterchi"/>
                              <a:cs typeface="Monterchi"/>
                              <a:sym typeface="Monterchi"/>
                            </a:rPr>
                            <m:t>𝑎</m:t>
                          </m:r>
                        </m:den>
                      </m:f>
                    </m:oMath>
                  </m:oMathPara>
                </a14:m>
                <a:endParaRPr lang="en-US" sz="7000" dirty="0">
                  <a:solidFill>
                    <a:srgbClr val="1C2B2B"/>
                  </a:solidFill>
                  <a:latin typeface="Monterchi"/>
                  <a:ea typeface="Monterchi"/>
                  <a:cs typeface="Monterchi"/>
                  <a:sym typeface="Monterchi"/>
                </a:endParaRPr>
              </a:p>
            </p:txBody>
          </p:sp>
        </mc:Choice>
        <mc:Fallback xmlns="">
          <p:sp>
            <p:nvSpPr>
              <p:cNvPr id="10" name="TextBox 9">
                <a:extLst>
                  <a:ext uri="{FF2B5EF4-FFF2-40B4-BE49-F238E27FC236}">
                    <a16:creationId xmlns:a16="http://schemas.microsoft.com/office/drawing/2014/main" id="{FF82E8F2-CE98-6237-0021-ED1C45496F52}"/>
                  </a:ext>
                </a:extLst>
              </p:cNvPr>
              <p:cNvSpPr txBox="1">
                <a:spLocks noRot="1" noChangeAspect="1" noMove="1" noResize="1" noEditPoints="1" noAdjustHandles="1" noChangeArrowheads="1" noChangeShapeType="1" noTextEdit="1"/>
              </p:cNvSpPr>
              <p:nvPr/>
            </p:nvSpPr>
            <p:spPr>
              <a:xfrm>
                <a:off x="4531954" y="6446690"/>
                <a:ext cx="7846512" cy="3067891"/>
              </a:xfrm>
              <a:prstGeom prst="rect">
                <a:avLst/>
              </a:prstGeom>
              <a:blipFill>
                <a:blip r:embed="rId8"/>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32606561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5723B7C9-1E29-02BC-55A9-0F7717779B4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8200BD9-2E6C-C62F-0636-186AF777F25F}"/>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6F40C98C-19A1-BBB5-72E6-BE182D11D4A1}"/>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DA25B8D5-D3F8-3FAF-0808-DA44FE88BF2F}"/>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77D43E57-32CC-864E-7960-3B96533B8EC5}"/>
              </a:ext>
            </a:extLst>
          </p:cNvPr>
          <p:cNvGrpSpPr/>
          <p:nvPr/>
        </p:nvGrpSpPr>
        <p:grpSpPr>
          <a:xfrm>
            <a:off x="380999" y="353752"/>
            <a:ext cx="17315429" cy="9579496"/>
            <a:chOff x="0" y="0"/>
            <a:chExt cx="3381238" cy="1870887"/>
          </a:xfrm>
        </p:grpSpPr>
        <p:sp>
          <p:nvSpPr>
            <p:cNvPr id="6" name="Freeform 6">
              <a:extLst>
                <a:ext uri="{FF2B5EF4-FFF2-40B4-BE49-F238E27FC236}">
                  <a16:creationId xmlns:a16="http://schemas.microsoft.com/office/drawing/2014/main" id="{F6EC5AAD-6E2C-DF2C-79C0-4FC352A7617C}"/>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4FFC456A-7340-5FBE-F737-11E3345B6793}"/>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DDB920D3-6652-D0CF-41B1-F29C98B49526}"/>
              </a:ext>
            </a:extLst>
          </p:cNvPr>
          <p:cNvSpPr/>
          <p:nvPr/>
        </p:nvSpPr>
        <p:spPr>
          <a:xfrm flipH="1">
            <a:off x="0" y="9440602"/>
            <a:ext cx="1170043" cy="1041481"/>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B54F410-5850-600C-237E-0B13ACA7887E}"/>
                  </a:ext>
                </a:extLst>
              </p:cNvPr>
              <p:cNvSpPr txBox="1"/>
              <p:nvPr/>
            </p:nvSpPr>
            <p:spPr>
              <a:xfrm>
                <a:off x="-586789" y="531656"/>
                <a:ext cx="11486987" cy="1846659"/>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r>
                        <a:rPr lang="en-PH" sz="8000" b="0" i="1" smtClean="0">
                          <a:solidFill>
                            <a:srgbClr val="1C2B2B"/>
                          </a:solidFill>
                          <a:latin typeface="Cambria Math" panose="02040503050406030204" pitchFamily="18" charset="0"/>
                          <a:ea typeface="Monterchi"/>
                          <a:cs typeface="Monterchi"/>
                          <a:sym typeface="Monterchi"/>
                        </a:rPr>
                        <m:t>𝑎</m:t>
                      </m:r>
                      <m:sSup>
                        <m:sSupPr>
                          <m:ctrlPr>
                            <a:rPr lang="en-PH" sz="8000" b="0" i="1" smtClean="0">
                              <a:solidFill>
                                <a:srgbClr val="1C2B2B"/>
                              </a:solidFill>
                              <a:latin typeface="Cambria Math" panose="02040503050406030204" pitchFamily="18" charset="0"/>
                              <a:ea typeface="Monterchi"/>
                              <a:cs typeface="Monterchi"/>
                              <a:sym typeface="Monterchi"/>
                            </a:rPr>
                          </m:ctrlPr>
                        </m:sSupPr>
                        <m:e>
                          <m:r>
                            <a:rPr lang="en-PH" sz="8000" b="0" i="1" smtClean="0">
                              <a:solidFill>
                                <a:srgbClr val="1C2B2B"/>
                              </a:solidFill>
                              <a:latin typeface="Cambria Math" panose="02040503050406030204" pitchFamily="18" charset="0"/>
                              <a:ea typeface="Monterchi"/>
                              <a:cs typeface="Monterchi"/>
                              <a:sym typeface="Monterchi"/>
                            </a:rPr>
                            <m:t>𝑥</m:t>
                          </m:r>
                        </m:e>
                        <m:sup>
                          <m:r>
                            <a:rPr lang="en-PH" sz="8000" b="0" i="1" smtClean="0">
                              <a:solidFill>
                                <a:srgbClr val="1C2B2B"/>
                              </a:solidFill>
                              <a:latin typeface="Cambria Math" panose="02040503050406030204" pitchFamily="18" charset="0"/>
                              <a:ea typeface="Monterchi"/>
                              <a:cs typeface="Monterchi"/>
                              <a:sym typeface="Monterchi"/>
                            </a:rPr>
                            <m:t>2</m:t>
                          </m:r>
                        </m:sup>
                      </m:sSup>
                      <m:r>
                        <a:rPr lang="en-PH" sz="8000" b="0" i="1" smtClean="0">
                          <a:solidFill>
                            <a:srgbClr val="1C2B2B"/>
                          </a:solidFill>
                          <a:latin typeface="Cambria Math" panose="02040503050406030204" pitchFamily="18" charset="0"/>
                          <a:ea typeface="Monterchi"/>
                          <a:cs typeface="Monterchi"/>
                          <a:sym typeface="Monterchi"/>
                        </a:rPr>
                        <m:t>+</m:t>
                      </m:r>
                      <m:r>
                        <a:rPr lang="en-PH" sz="8000" b="0" i="1" smtClean="0">
                          <a:solidFill>
                            <a:srgbClr val="1C2B2B"/>
                          </a:solidFill>
                          <a:latin typeface="Cambria Math" panose="02040503050406030204" pitchFamily="18" charset="0"/>
                          <a:ea typeface="Monterchi"/>
                          <a:cs typeface="Monterchi"/>
                          <a:sym typeface="Monterchi"/>
                        </a:rPr>
                        <m:t>𝑏𝑥</m:t>
                      </m:r>
                      <m:r>
                        <a:rPr lang="en-PH" sz="8000" b="0" i="1" smtClean="0">
                          <a:solidFill>
                            <a:srgbClr val="1C2B2B"/>
                          </a:solidFill>
                          <a:latin typeface="Cambria Math" panose="02040503050406030204" pitchFamily="18" charset="0"/>
                          <a:ea typeface="Monterchi"/>
                          <a:cs typeface="Monterchi"/>
                          <a:sym typeface="Monterchi"/>
                        </a:rPr>
                        <m:t>+</m:t>
                      </m:r>
                      <m:r>
                        <a:rPr lang="en-PH" sz="8000" b="0" i="1" smtClean="0">
                          <a:solidFill>
                            <a:srgbClr val="1C2B2B"/>
                          </a:solidFill>
                          <a:latin typeface="Cambria Math" panose="02040503050406030204" pitchFamily="18" charset="0"/>
                          <a:ea typeface="Monterchi"/>
                          <a:cs typeface="Monterchi"/>
                          <a:sym typeface="Monterchi"/>
                        </a:rPr>
                        <m:t>𝑐</m:t>
                      </m:r>
                      <m:r>
                        <a:rPr lang="en-PH" sz="8000" b="0" i="1" smtClean="0">
                          <a:solidFill>
                            <a:srgbClr val="1C2B2B"/>
                          </a:solidFill>
                          <a:latin typeface="Cambria Math" panose="02040503050406030204" pitchFamily="18" charset="0"/>
                          <a:ea typeface="Monterchi"/>
                          <a:cs typeface="Monterchi"/>
                          <a:sym typeface="Monterchi"/>
                        </a:rPr>
                        <m:t>=0</m:t>
                      </m:r>
                    </m:oMath>
                  </m:oMathPara>
                </a14:m>
                <a:endParaRPr lang="en-US" sz="8000" dirty="0">
                  <a:solidFill>
                    <a:srgbClr val="1C2B2B"/>
                  </a:solidFill>
                  <a:latin typeface="Monterchi"/>
                  <a:ea typeface="Monterchi"/>
                  <a:cs typeface="Monterchi"/>
                  <a:sym typeface="Monterchi"/>
                </a:endParaRPr>
              </a:p>
            </p:txBody>
          </p:sp>
        </mc:Choice>
        <mc:Fallback xmlns="">
          <p:sp>
            <p:nvSpPr>
              <p:cNvPr id="13" name="TextBox 12">
                <a:extLst>
                  <a:ext uri="{FF2B5EF4-FFF2-40B4-BE49-F238E27FC236}">
                    <a16:creationId xmlns:a16="http://schemas.microsoft.com/office/drawing/2014/main" id="{DB54F410-5850-600C-237E-0B13ACA7887E}"/>
                  </a:ext>
                </a:extLst>
              </p:cNvPr>
              <p:cNvSpPr txBox="1">
                <a:spLocks noRot="1" noChangeAspect="1" noMove="1" noResize="1" noEditPoints="1" noAdjustHandles="1" noChangeArrowheads="1" noChangeShapeType="1" noTextEdit="1"/>
              </p:cNvSpPr>
              <p:nvPr/>
            </p:nvSpPr>
            <p:spPr>
              <a:xfrm>
                <a:off x="-586789" y="531656"/>
                <a:ext cx="11486987" cy="1846659"/>
              </a:xfrm>
              <a:prstGeom prst="rect">
                <a:avLst/>
              </a:prstGeom>
              <a:blipFill>
                <a:blip r:embed="rId5"/>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95D50CB-CD94-EB23-ACB0-4285FC835867}"/>
                  </a:ext>
                </a:extLst>
              </p:cNvPr>
              <p:cNvSpPr txBox="1"/>
              <p:nvPr/>
            </p:nvSpPr>
            <p:spPr>
              <a:xfrm>
                <a:off x="-1138013" y="2374774"/>
                <a:ext cx="11486987" cy="1846659"/>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r>
                        <a:rPr lang="en-PH" sz="8000" b="0" i="1" smtClean="0">
                          <a:solidFill>
                            <a:srgbClr val="1C2B2B"/>
                          </a:solidFill>
                          <a:latin typeface="Cambria Math" panose="02040503050406030204" pitchFamily="18" charset="0"/>
                          <a:ea typeface="Monterchi"/>
                          <a:cs typeface="Monterchi"/>
                          <a:sym typeface="Monterchi"/>
                        </a:rPr>
                        <m:t>𝑎</m:t>
                      </m:r>
                      <m:sSup>
                        <m:sSupPr>
                          <m:ctrlPr>
                            <a:rPr lang="en-PH" sz="8000" b="0" i="1" smtClean="0">
                              <a:solidFill>
                                <a:srgbClr val="1C2B2B"/>
                              </a:solidFill>
                              <a:latin typeface="Cambria Math" panose="02040503050406030204" pitchFamily="18" charset="0"/>
                              <a:ea typeface="Monterchi"/>
                              <a:cs typeface="Monterchi"/>
                              <a:sym typeface="Monterchi"/>
                            </a:rPr>
                          </m:ctrlPr>
                        </m:sSupPr>
                        <m:e>
                          <m:r>
                            <a:rPr lang="en-PH" sz="8000" b="0" i="1" smtClean="0">
                              <a:solidFill>
                                <a:srgbClr val="1C2B2B"/>
                              </a:solidFill>
                              <a:latin typeface="Cambria Math" panose="02040503050406030204" pitchFamily="18" charset="0"/>
                              <a:ea typeface="Monterchi"/>
                              <a:cs typeface="Monterchi"/>
                              <a:sym typeface="Monterchi"/>
                            </a:rPr>
                            <m:t>𝑥</m:t>
                          </m:r>
                        </m:e>
                        <m:sup>
                          <m:r>
                            <a:rPr lang="en-PH" sz="8000" b="0" i="1" smtClean="0">
                              <a:solidFill>
                                <a:srgbClr val="1C2B2B"/>
                              </a:solidFill>
                              <a:latin typeface="Cambria Math" panose="02040503050406030204" pitchFamily="18" charset="0"/>
                              <a:ea typeface="Monterchi"/>
                              <a:cs typeface="Monterchi"/>
                              <a:sym typeface="Monterchi"/>
                            </a:rPr>
                            <m:t>2</m:t>
                          </m:r>
                        </m:sup>
                      </m:sSup>
                      <m:r>
                        <a:rPr lang="en-PH" sz="8000" b="0" i="1" smtClean="0">
                          <a:solidFill>
                            <a:srgbClr val="1C2B2B"/>
                          </a:solidFill>
                          <a:latin typeface="Cambria Math" panose="02040503050406030204" pitchFamily="18" charset="0"/>
                          <a:ea typeface="Monterchi"/>
                          <a:cs typeface="Monterchi"/>
                          <a:sym typeface="Monterchi"/>
                        </a:rPr>
                        <m:t>+</m:t>
                      </m:r>
                      <m:r>
                        <a:rPr lang="en-PH" sz="8000" b="0" i="1" smtClean="0">
                          <a:solidFill>
                            <a:srgbClr val="1C2B2B"/>
                          </a:solidFill>
                          <a:latin typeface="Cambria Math" panose="02040503050406030204" pitchFamily="18" charset="0"/>
                          <a:ea typeface="Monterchi"/>
                          <a:cs typeface="Monterchi"/>
                          <a:sym typeface="Monterchi"/>
                        </a:rPr>
                        <m:t>𝑏𝑥</m:t>
                      </m:r>
                      <m:r>
                        <a:rPr lang="en-PH" sz="8000" b="0" i="1" smtClean="0">
                          <a:solidFill>
                            <a:srgbClr val="1C2B2B"/>
                          </a:solidFill>
                          <a:latin typeface="Cambria Math" panose="02040503050406030204" pitchFamily="18" charset="0"/>
                          <a:ea typeface="Monterchi"/>
                          <a:cs typeface="Monterchi"/>
                          <a:sym typeface="Monterchi"/>
                        </a:rPr>
                        <m:t>=−</m:t>
                      </m:r>
                      <m:r>
                        <a:rPr lang="en-PH" sz="8000" b="0" i="1" smtClean="0">
                          <a:solidFill>
                            <a:srgbClr val="1C2B2B"/>
                          </a:solidFill>
                          <a:latin typeface="Cambria Math" panose="02040503050406030204" pitchFamily="18" charset="0"/>
                          <a:ea typeface="Monterchi"/>
                          <a:cs typeface="Monterchi"/>
                          <a:sym typeface="Monterchi"/>
                        </a:rPr>
                        <m:t>𝑐</m:t>
                      </m:r>
                    </m:oMath>
                  </m:oMathPara>
                </a14:m>
                <a:endParaRPr lang="en-US" sz="8000" dirty="0">
                  <a:solidFill>
                    <a:srgbClr val="1C2B2B"/>
                  </a:solidFill>
                  <a:latin typeface="Monterchi"/>
                  <a:ea typeface="Monterchi"/>
                  <a:cs typeface="Monterchi"/>
                  <a:sym typeface="Monterchi"/>
                </a:endParaRPr>
              </a:p>
            </p:txBody>
          </p:sp>
        </mc:Choice>
        <mc:Fallback xmlns="">
          <p:sp>
            <p:nvSpPr>
              <p:cNvPr id="8" name="TextBox 7">
                <a:extLst>
                  <a:ext uri="{FF2B5EF4-FFF2-40B4-BE49-F238E27FC236}">
                    <a16:creationId xmlns:a16="http://schemas.microsoft.com/office/drawing/2014/main" id="{995D50CB-CD94-EB23-ACB0-4285FC835867}"/>
                  </a:ext>
                </a:extLst>
              </p:cNvPr>
              <p:cNvSpPr txBox="1">
                <a:spLocks noRot="1" noChangeAspect="1" noMove="1" noResize="1" noEditPoints="1" noAdjustHandles="1" noChangeArrowheads="1" noChangeShapeType="1" noTextEdit="1"/>
              </p:cNvSpPr>
              <p:nvPr/>
            </p:nvSpPr>
            <p:spPr>
              <a:xfrm>
                <a:off x="-1138013" y="2374774"/>
                <a:ext cx="11486987" cy="1846659"/>
              </a:xfrm>
              <a:prstGeom prst="rect">
                <a:avLst/>
              </a:prstGeom>
              <a:blipFill>
                <a:blip r:embed="rId6"/>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B16D90C-33F7-1D4D-B4B6-09282DCF18E6}"/>
                  </a:ext>
                </a:extLst>
              </p:cNvPr>
              <p:cNvSpPr txBox="1"/>
              <p:nvPr/>
            </p:nvSpPr>
            <p:spPr>
              <a:xfrm>
                <a:off x="-1392820" y="3662276"/>
                <a:ext cx="11486987" cy="3242362"/>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f>
                        <m:fPr>
                          <m:ctrlPr>
                            <a:rPr lang="en-PH" sz="7000" b="0" i="1" smtClean="0">
                              <a:solidFill>
                                <a:srgbClr val="1C2B2B"/>
                              </a:solidFill>
                              <a:latin typeface="Cambria Math" panose="02040503050406030204" pitchFamily="18" charset="0"/>
                              <a:ea typeface="Monterchi"/>
                              <a:cs typeface="Monterchi"/>
                              <a:sym typeface="Monterchi"/>
                            </a:rPr>
                          </m:ctrlPr>
                        </m:fPr>
                        <m:num>
                          <m:r>
                            <a:rPr lang="en-PH" sz="7000" b="0" i="1" smtClean="0">
                              <a:solidFill>
                                <a:srgbClr val="1C2B2B"/>
                              </a:solidFill>
                              <a:latin typeface="Cambria Math" panose="02040503050406030204" pitchFamily="18" charset="0"/>
                              <a:ea typeface="Monterchi"/>
                              <a:cs typeface="Monterchi"/>
                              <a:sym typeface="Monterchi"/>
                            </a:rPr>
                            <m:t>𝑎</m:t>
                          </m:r>
                          <m:sSup>
                            <m:sSupPr>
                              <m:ctrlPr>
                                <a:rPr lang="en-PH" sz="7000" b="0" i="1" smtClean="0">
                                  <a:solidFill>
                                    <a:srgbClr val="1C2B2B"/>
                                  </a:solidFill>
                                  <a:latin typeface="Cambria Math" panose="02040503050406030204" pitchFamily="18" charset="0"/>
                                  <a:ea typeface="Monterchi"/>
                                  <a:cs typeface="Monterchi"/>
                                  <a:sym typeface="Monterchi"/>
                                </a:rPr>
                              </m:ctrlPr>
                            </m:sSupPr>
                            <m:e>
                              <m:r>
                                <a:rPr lang="en-PH" sz="7000" b="0" i="1" smtClean="0">
                                  <a:solidFill>
                                    <a:srgbClr val="1C2B2B"/>
                                  </a:solidFill>
                                  <a:latin typeface="Cambria Math" panose="02040503050406030204" pitchFamily="18" charset="0"/>
                                  <a:ea typeface="Monterchi"/>
                                  <a:cs typeface="Monterchi"/>
                                  <a:sym typeface="Monterchi"/>
                                </a:rPr>
                                <m:t>𝑥</m:t>
                              </m:r>
                            </m:e>
                            <m:sup>
                              <m:r>
                                <a:rPr lang="en-PH" sz="7000" b="0" i="1" smtClean="0">
                                  <a:solidFill>
                                    <a:srgbClr val="1C2B2B"/>
                                  </a:solidFill>
                                  <a:latin typeface="Cambria Math" panose="02040503050406030204" pitchFamily="18" charset="0"/>
                                  <a:ea typeface="Monterchi"/>
                                  <a:cs typeface="Monterchi"/>
                                  <a:sym typeface="Monterchi"/>
                                </a:rPr>
                                <m:t>2</m:t>
                              </m:r>
                            </m:sup>
                          </m:sSup>
                          <m:r>
                            <a:rPr lang="en-PH" sz="7000" b="0" i="1" smtClean="0">
                              <a:solidFill>
                                <a:srgbClr val="1C2B2B"/>
                              </a:solidFill>
                              <a:latin typeface="Cambria Math" panose="02040503050406030204" pitchFamily="18" charset="0"/>
                              <a:ea typeface="Monterchi"/>
                              <a:cs typeface="Monterchi"/>
                              <a:sym typeface="Monterchi"/>
                            </a:rPr>
                            <m:t>+</m:t>
                          </m:r>
                          <m:r>
                            <a:rPr lang="en-PH" sz="7000" b="0" i="1" smtClean="0">
                              <a:solidFill>
                                <a:srgbClr val="1C2B2B"/>
                              </a:solidFill>
                              <a:latin typeface="Cambria Math" panose="02040503050406030204" pitchFamily="18" charset="0"/>
                              <a:ea typeface="Monterchi"/>
                              <a:cs typeface="Monterchi"/>
                              <a:sym typeface="Monterchi"/>
                            </a:rPr>
                            <m:t>𝑏𝑥</m:t>
                          </m:r>
                        </m:num>
                        <m:den>
                          <m:r>
                            <a:rPr lang="en-PH" sz="7000" b="0" i="1" smtClean="0">
                              <a:solidFill>
                                <a:srgbClr val="1C2B2B"/>
                              </a:solidFill>
                              <a:latin typeface="Cambria Math" panose="02040503050406030204" pitchFamily="18" charset="0"/>
                              <a:ea typeface="Monterchi"/>
                              <a:cs typeface="Monterchi"/>
                              <a:sym typeface="Monterchi"/>
                            </a:rPr>
                            <m:t>𝑎</m:t>
                          </m:r>
                        </m:den>
                      </m:f>
                      <m:r>
                        <a:rPr lang="en-PH" sz="7000" b="0" i="1" smtClean="0">
                          <a:solidFill>
                            <a:srgbClr val="1C2B2B"/>
                          </a:solidFill>
                          <a:latin typeface="Cambria Math" panose="02040503050406030204" pitchFamily="18" charset="0"/>
                          <a:ea typeface="Monterchi"/>
                          <a:cs typeface="Monterchi"/>
                          <a:sym typeface="Monterchi"/>
                        </a:rPr>
                        <m:t>=−</m:t>
                      </m:r>
                      <m:f>
                        <m:fPr>
                          <m:ctrlPr>
                            <a:rPr lang="en-PH" sz="7000" b="0" i="1" smtClean="0">
                              <a:solidFill>
                                <a:srgbClr val="1C2B2B"/>
                              </a:solidFill>
                              <a:latin typeface="Cambria Math" panose="02040503050406030204" pitchFamily="18" charset="0"/>
                              <a:ea typeface="Monterchi"/>
                              <a:cs typeface="Monterchi"/>
                              <a:sym typeface="Monterchi"/>
                            </a:rPr>
                          </m:ctrlPr>
                        </m:fPr>
                        <m:num>
                          <m:r>
                            <a:rPr lang="en-PH" sz="7000" b="0" i="1" smtClean="0">
                              <a:solidFill>
                                <a:srgbClr val="1C2B2B"/>
                              </a:solidFill>
                              <a:latin typeface="Cambria Math" panose="02040503050406030204" pitchFamily="18" charset="0"/>
                              <a:ea typeface="Monterchi"/>
                              <a:cs typeface="Monterchi"/>
                              <a:sym typeface="Monterchi"/>
                            </a:rPr>
                            <m:t>𝑐</m:t>
                          </m:r>
                        </m:num>
                        <m:den>
                          <m:r>
                            <a:rPr lang="en-PH" sz="7000" b="0" i="1" smtClean="0">
                              <a:solidFill>
                                <a:srgbClr val="1C2B2B"/>
                              </a:solidFill>
                              <a:latin typeface="Cambria Math" panose="02040503050406030204" pitchFamily="18" charset="0"/>
                              <a:ea typeface="Monterchi"/>
                              <a:cs typeface="Monterchi"/>
                              <a:sym typeface="Monterchi"/>
                            </a:rPr>
                            <m:t>𝑎</m:t>
                          </m:r>
                        </m:den>
                      </m:f>
                    </m:oMath>
                  </m:oMathPara>
                </a14:m>
                <a:endParaRPr lang="en-US" sz="7000" dirty="0">
                  <a:solidFill>
                    <a:srgbClr val="1C2B2B"/>
                  </a:solidFill>
                  <a:latin typeface="Monterchi"/>
                  <a:ea typeface="Monterchi"/>
                  <a:cs typeface="Monterchi"/>
                  <a:sym typeface="Monterchi"/>
                </a:endParaRPr>
              </a:p>
            </p:txBody>
          </p:sp>
        </mc:Choice>
        <mc:Fallback xmlns="">
          <p:sp>
            <p:nvSpPr>
              <p:cNvPr id="9" name="TextBox 8">
                <a:extLst>
                  <a:ext uri="{FF2B5EF4-FFF2-40B4-BE49-F238E27FC236}">
                    <a16:creationId xmlns:a16="http://schemas.microsoft.com/office/drawing/2014/main" id="{9B16D90C-33F7-1D4D-B4B6-09282DCF18E6}"/>
                  </a:ext>
                </a:extLst>
              </p:cNvPr>
              <p:cNvSpPr txBox="1">
                <a:spLocks noRot="1" noChangeAspect="1" noMove="1" noResize="1" noEditPoints="1" noAdjustHandles="1" noChangeArrowheads="1" noChangeShapeType="1" noTextEdit="1"/>
              </p:cNvSpPr>
              <p:nvPr/>
            </p:nvSpPr>
            <p:spPr>
              <a:xfrm>
                <a:off x="-1392820" y="3662276"/>
                <a:ext cx="11486987" cy="3242362"/>
              </a:xfrm>
              <a:prstGeom prst="rect">
                <a:avLst/>
              </a:prstGeom>
              <a:blipFill>
                <a:blip r:embed="rId7"/>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E56FE7-69DE-857E-8FE1-71B28648190F}"/>
                  </a:ext>
                </a:extLst>
              </p:cNvPr>
              <p:cNvSpPr txBox="1"/>
              <p:nvPr/>
            </p:nvSpPr>
            <p:spPr>
              <a:xfrm>
                <a:off x="319734" y="6515100"/>
                <a:ext cx="7846512" cy="3067891"/>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sSup>
                        <m:sSupPr>
                          <m:ctrlPr>
                            <a:rPr lang="en-PH" sz="7000" b="0" i="1" smtClean="0">
                              <a:solidFill>
                                <a:srgbClr val="1C2B2B"/>
                              </a:solidFill>
                              <a:latin typeface="Cambria Math" panose="02040503050406030204" pitchFamily="18" charset="0"/>
                              <a:ea typeface="Monterchi"/>
                              <a:cs typeface="Monterchi"/>
                              <a:sym typeface="Monterchi"/>
                            </a:rPr>
                          </m:ctrlPr>
                        </m:sSupPr>
                        <m:e>
                          <m:r>
                            <a:rPr lang="en-PH" sz="7000" b="0" i="1" smtClean="0">
                              <a:solidFill>
                                <a:srgbClr val="1C2B2B"/>
                              </a:solidFill>
                              <a:latin typeface="Cambria Math" panose="02040503050406030204" pitchFamily="18" charset="0"/>
                              <a:ea typeface="Monterchi"/>
                              <a:cs typeface="Monterchi"/>
                              <a:sym typeface="Monterchi"/>
                            </a:rPr>
                            <m:t>𝑥</m:t>
                          </m:r>
                        </m:e>
                        <m:sup>
                          <m:r>
                            <a:rPr lang="en-PH" sz="7000" b="0" i="1" smtClean="0">
                              <a:solidFill>
                                <a:srgbClr val="1C2B2B"/>
                              </a:solidFill>
                              <a:latin typeface="Cambria Math" panose="02040503050406030204" pitchFamily="18" charset="0"/>
                              <a:ea typeface="Monterchi"/>
                              <a:cs typeface="Monterchi"/>
                              <a:sym typeface="Monterchi"/>
                            </a:rPr>
                            <m:t>2</m:t>
                          </m:r>
                        </m:sup>
                      </m:sSup>
                      <m:r>
                        <a:rPr lang="en-PH" sz="7000" b="0" i="1" smtClean="0">
                          <a:solidFill>
                            <a:srgbClr val="1C2B2B"/>
                          </a:solidFill>
                          <a:latin typeface="Cambria Math" panose="02040503050406030204" pitchFamily="18" charset="0"/>
                          <a:ea typeface="Monterchi"/>
                          <a:cs typeface="Monterchi"/>
                          <a:sym typeface="Monterchi"/>
                        </a:rPr>
                        <m:t>+</m:t>
                      </m:r>
                      <m:f>
                        <m:fPr>
                          <m:ctrlPr>
                            <a:rPr lang="en-PH" sz="7000" b="0" i="1" smtClean="0">
                              <a:solidFill>
                                <a:srgbClr val="1C2B2B"/>
                              </a:solidFill>
                              <a:latin typeface="Cambria Math" panose="02040503050406030204" pitchFamily="18" charset="0"/>
                              <a:ea typeface="Monterchi"/>
                              <a:cs typeface="Monterchi"/>
                              <a:sym typeface="Monterchi"/>
                            </a:rPr>
                          </m:ctrlPr>
                        </m:fPr>
                        <m:num>
                          <m:r>
                            <a:rPr lang="en-PH" sz="7000" b="0" i="1" smtClean="0">
                              <a:solidFill>
                                <a:srgbClr val="1C2B2B"/>
                              </a:solidFill>
                              <a:latin typeface="Cambria Math" panose="02040503050406030204" pitchFamily="18" charset="0"/>
                              <a:ea typeface="Monterchi"/>
                              <a:cs typeface="Monterchi"/>
                              <a:sym typeface="Monterchi"/>
                            </a:rPr>
                            <m:t>𝑏</m:t>
                          </m:r>
                        </m:num>
                        <m:den>
                          <m:r>
                            <a:rPr lang="en-PH" sz="7000" b="0" i="1" smtClean="0">
                              <a:solidFill>
                                <a:srgbClr val="1C2B2B"/>
                              </a:solidFill>
                              <a:latin typeface="Cambria Math" panose="02040503050406030204" pitchFamily="18" charset="0"/>
                              <a:ea typeface="Monterchi"/>
                              <a:cs typeface="Monterchi"/>
                              <a:sym typeface="Monterchi"/>
                            </a:rPr>
                            <m:t>𝑎</m:t>
                          </m:r>
                        </m:den>
                      </m:f>
                      <m:r>
                        <a:rPr lang="en-PH" sz="7000" b="0" i="1" smtClean="0">
                          <a:solidFill>
                            <a:srgbClr val="1C2B2B"/>
                          </a:solidFill>
                          <a:latin typeface="Cambria Math" panose="02040503050406030204" pitchFamily="18" charset="0"/>
                          <a:ea typeface="Monterchi"/>
                          <a:cs typeface="Monterchi"/>
                          <a:sym typeface="Monterchi"/>
                        </a:rPr>
                        <m:t>𝑥</m:t>
                      </m:r>
                      <m:r>
                        <a:rPr lang="en-PH" sz="7000" b="0" i="1" smtClean="0">
                          <a:solidFill>
                            <a:srgbClr val="1C2B2B"/>
                          </a:solidFill>
                          <a:latin typeface="Cambria Math" panose="02040503050406030204" pitchFamily="18" charset="0"/>
                          <a:ea typeface="Monterchi"/>
                          <a:cs typeface="Monterchi"/>
                          <a:sym typeface="Monterchi"/>
                        </a:rPr>
                        <m:t>=−</m:t>
                      </m:r>
                      <m:f>
                        <m:fPr>
                          <m:ctrlPr>
                            <a:rPr lang="en-PH" sz="7000" b="0" i="1" smtClean="0">
                              <a:solidFill>
                                <a:srgbClr val="1C2B2B"/>
                              </a:solidFill>
                              <a:latin typeface="Cambria Math" panose="02040503050406030204" pitchFamily="18" charset="0"/>
                              <a:ea typeface="Monterchi"/>
                              <a:cs typeface="Monterchi"/>
                              <a:sym typeface="Monterchi"/>
                            </a:rPr>
                          </m:ctrlPr>
                        </m:fPr>
                        <m:num>
                          <m:r>
                            <a:rPr lang="en-PH" sz="7000" b="0" i="1" smtClean="0">
                              <a:solidFill>
                                <a:srgbClr val="1C2B2B"/>
                              </a:solidFill>
                              <a:latin typeface="Cambria Math" panose="02040503050406030204" pitchFamily="18" charset="0"/>
                              <a:ea typeface="Monterchi"/>
                              <a:cs typeface="Monterchi"/>
                              <a:sym typeface="Monterchi"/>
                            </a:rPr>
                            <m:t>𝑐</m:t>
                          </m:r>
                        </m:num>
                        <m:den>
                          <m:r>
                            <a:rPr lang="en-PH" sz="7000" b="0" i="1" smtClean="0">
                              <a:solidFill>
                                <a:srgbClr val="1C2B2B"/>
                              </a:solidFill>
                              <a:latin typeface="Cambria Math" panose="02040503050406030204" pitchFamily="18" charset="0"/>
                              <a:ea typeface="Monterchi"/>
                              <a:cs typeface="Monterchi"/>
                              <a:sym typeface="Monterchi"/>
                            </a:rPr>
                            <m:t>𝑎</m:t>
                          </m:r>
                        </m:den>
                      </m:f>
                    </m:oMath>
                  </m:oMathPara>
                </a14:m>
                <a:endParaRPr lang="en-US" sz="7000" dirty="0">
                  <a:solidFill>
                    <a:srgbClr val="1C2B2B"/>
                  </a:solidFill>
                  <a:latin typeface="Monterchi"/>
                  <a:ea typeface="Monterchi"/>
                  <a:cs typeface="Monterchi"/>
                  <a:sym typeface="Monterchi"/>
                </a:endParaRPr>
              </a:p>
            </p:txBody>
          </p:sp>
        </mc:Choice>
        <mc:Fallback xmlns="">
          <p:sp>
            <p:nvSpPr>
              <p:cNvPr id="10" name="TextBox 9">
                <a:extLst>
                  <a:ext uri="{FF2B5EF4-FFF2-40B4-BE49-F238E27FC236}">
                    <a16:creationId xmlns:a16="http://schemas.microsoft.com/office/drawing/2014/main" id="{68E56FE7-69DE-857E-8FE1-71B28648190F}"/>
                  </a:ext>
                </a:extLst>
              </p:cNvPr>
              <p:cNvSpPr txBox="1">
                <a:spLocks noRot="1" noChangeAspect="1" noMove="1" noResize="1" noEditPoints="1" noAdjustHandles="1" noChangeArrowheads="1" noChangeShapeType="1" noTextEdit="1"/>
              </p:cNvSpPr>
              <p:nvPr/>
            </p:nvSpPr>
            <p:spPr>
              <a:xfrm>
                <a:off x="319734" y="6515100"/>
                <a:ext cx="7846512" cy="3067891"/>
              </a:xfrm>
              <a:prstGeom prst="rect">
                <a:avLst/>
              </a:prstGeom>
              <a:blipFill>
                <a:blip r:embed="rId8"/>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7DA4011-5B11-F9F9-DAD5-89F9BE4A1687}"/>
                  </a:ext>
                </a:extLst>
              </p:cNvPr>
              <p:cNvSpPr txBox="1"/>
              <p:nvPr/>
            </p:nvSpPr>
            <p:spPr>
              <a:xfrm>
                <a:off x="7611663" y="6720639"/>
                <a:ext cx="10516564" cy="2821285"/>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sSup>
                        <m:sSupPr>
                          <m:ctrlPr>
                            <a:rPr lang="en-PH" sz="5000" b="0" i="1" smtClean="0">
                              <a:solidFill>
                                <a:srgbClr val="1C2B2B"/>
                              </a:solidFill>
                              <a:latin typeface="Cambria Math" panose="02040503050406030204" pitchFamily="18" charset="0"/>
                              <a:ea typeface="Monterchi"/>
                              <a:cs typeface="Monterchi"/>
                              <a:sym typeface="Monterchi"/>
                            </a:rPr>
                          </m:ctrlPr>
                        </m:sSupPr>
                        <m:e>
                          <m:r>
                            <a:rPr lang="en-PH" sz="5000" b="0" i="1" smtClean="0">
                              <a:solidFill>
                                <a:srgbClr val="1C2B2B"/>
                              </a:solidFill>
                              <a:latin typeface="Cambria Math" panose="02040503050406030204" pitchFamily="18" charset="0"/>
                              <a:ea typeface="Monterchi"/>
                              <a:cs typeface="Monterchi"/>
                              <a:sym typeface="Monterchi"/>
                            </a:rPr>
                            <m:t>𝑥</m:t>
                          </m:r>
                        </m:e>
                        <m:sup>
                          <m:r>
                            <a:rPr lang="en-PH" sz="5000" b="0" i="1" smtClean="0">
                              <a:solidFill>
                                <a:srgbClr val="1C2B2B"/>
                              </a:solidFill>
                              <a:latin typeface="Cambria Math" panose="02040503050406030204" pitchFamily="18" charset="0"/>
                              <a:ea typeface="Monterchi"/>
                              <a:cs typeface="Monterchi"/>
                              <a:sym typeface="Monterchi"/>
                            </a:rPr>
                            <m:t>2</m:t>
                          </m:r>
                        </m:sup>
                      </m:sSup>
                      <m:r>
                        <a:rPr lang="en-PH" sz="5000" b="0" i="1" smtClean="0">
                          <a:solidFill>
                            <a:srgbClr val="1C2B2B"/>
                          </a:solidFill>
                          <a:latin typeface="Cambria Math" panose="02040503050406030204" pitchFamily="18" charset="0"/>
                          <a:ea typeface="Monterchi"/>
                          <a:cs typeface="Monterchi"/>
                          <a:sym typeface="Monterchi"/>
                        </a:rPr>
                        <m:t>+</m:t>
                      </m:r>
                      <m:f>
                        <m:fPr>
                          <m:ctrlPr>
                            <a:rPr lang="en-PH" sz="5000" b="0" i="1" smtClean="0">
                              <a:solidFill>
                                <a:srgbClr val="1C2B2B"/>
                              </a:solidFill>
                              <a:latin typeface="Cambria Math" panose="02040503050406030204" pitchFamily="18" charset="0"/>
                              <a:ea typeface="Monterchi"/>
                              <a:cs typeface="Monterchi"/>
                              <a:sym typeface="Monterchi"/>
                            </a:rPr>
                          </m:ctrlPr>
                        </m:fPr>
                        <m:num>
                          <m:r>
                            <a:rPr lang="en-PH" sz="5000" b="0" i="1" smtClean="0">
                              <a:solidFill>
                                <a:srgbClr val="1C2B2B"/>
                              </a:solidFill>
                              <a:latin typeface="Cambria Math" panose="02040503050406030204" pitchFamily="18" charset="0"/>
                              <a:ea typeface="Monterchi"/>
                              <a:cs typeface="Monterchi"/>
                              <a:sym typeface="Monterchi"/>
                            </a:rPr>
                            <m:t>𝑏</m:t>
                          </m:r>
                        </m:num>
                        <m:den>
                          <m:r>
                            <a:rPr lang="en-PH" sz="5000" b="0" i="1" smtClean="0">
                              <a:solidFill>
                                <a:srgbClr val="1C2B2B"/>
                              </a:solidFill>
                              <a:latin typeface="Cambria Math" panose="02040503050406030204" pitchFamily="18" charset="0"/>
                              <a:ea typeface="Monterchi"/>
                              <a:cs typeface="Monterchi"/>
                              <a:sym typeface="Monterchi"/>
                            </a:rPr>
                            <m:t>𝑎</m:t>
                          </m:r>
                        </m:den>
                      </m:f>
                      <m:r>
                        <a:rPr lang="en-PH" sz="5000" b="0" i="1" smtClean="0">
                          <a:solidFill>
                            <a:srgbClr val="1C2B2B"/>
                          </a:solidFill>
                          <a:latin typeface="Cambria Math" panose="02040503050406030204" pitchFamily="18" charset="0"/>
                          <a:ea typeface="Monterchi"/>
                          <a:cs typeface="Monterchi"/>
                          <a:sym typeface="Monterchi"/>
                        </a:rPr>
                        <m:t>𝑥</m:t>
                      </m:r>
                      <m:r>
                        <a:rPr lang="en-PH" sz="5000" b="0" i="1" smtClean="0">
                          <a:solidFill>
                            <a:srgbClr val="1C2B2B"/>
                          </a:solidFill>
                          <a:latin typeface="Cambria Math" panose="02040503050406030204" pitchFamily="18" charset="0"/>
                          <a:ea typeface="Monterchi"/>
                          <a:cs typeface="Monterchi"/>
                          <a:sym typeface="Monterchi"/>
                        </a:rPr>
                        <m:t>+</m:t>
                      </m:r>
                      <m:sSup>
                        <m:sSupPr>
                          <m:ctrlPr>
                            <a:rPr lang="en-PH" sz="5000" b="0" i="1" smtClean="0">
                              <a:solidFill>
                                <a:srgbClr val="1C2B2B"/>
                              </a:solidFill>
                              <a:latin typeface="Cambria Math" panose="02040503050406030204" pitchFamily="18" charset="0"/>
                              <a:ea typeface="Monterchi"/>
                              <a:cs typeface="Monterchi"/>
                              <a:sym typeface="Monterchi"/>
                            </a:rPr>
                          </m:ctrlPr>
                        </m:sSupPr>
                        <m:e>
                          <m:d>
                            <m:dPr>
                              <m:ctrlPr>
                                <a:rPr lang="en-PH" sz="5000" b="0" i="1" smtClean="0">
                                  <a:solidFill>
                                    <a:srgbClr val="1C2B2B"/>
                                  </a:solidFill>
                                  <a:latin typeface="Cambria Math" panose="02040503050406030204" pitchFamily="18" charset="0"/>
                                  <a:ea typeface="Monterchi"/>
                                  <a:cs typeface="Monterchi"/>
                                  <a:sym typeface="Monterchi"/>
                                </a:rPr>
                              </m:ctrlPr>
                            </m:dPr>
                            <m:e>
                              <m:f>
                                <m:fPr>
                                  <m:ctrlPr>
                                    <a:rPr lang="en-PH" sz="5000" b="0" i="1" smtClean="0">
                                      <a:solidFill>
                                        <a:srgbClr val="1C2B2B"/>
                                      </a:solidFill>
                                      <a:latin typeface="Cambria Math" panose="02040503050406030204" pitchFamily="18" charset="0"/>
                                      <a:ea typeface="Monterchi"/>
                                      <a:cs typeface="Monterchi"/>
                                      <a:sym typeface="Monterchi"/>
                                    </a:rPr>
                                  </m:ctrlPr>
                                </m:fPr>
                                <m:num>
                                  <m:r>
                                    <a:rPr lang="en-PH" sz="5000" b="0" i="1" smtClean="0">
                                      <a:solidFill>
                                        <a:srgbClr val="1C2B2B"/>
                                      </a:solidFill>
                                      <a:latin typeface="Cambria Math" panose="02040503050406030204" pitchFamily="18" charset="0"/>
                                      <a:ea typeface="Monterchi"/>
                                      <a:cs typeface="Monterchi"/>
                                      <a:sym typeface="Monterchi"/>
                                    </a:rPr>
                                    <m:t>𝑏</m:t>
                                  </m:r>
                                </m:num>
                                <m:den>
                                  <m:r>
                                    <a:rPr lang="en-PH" sz="5000" b="0" i="1" smtClean="0">
                                      <a:solidFill>
                                        <a:srgbClr val="1C2B2B"/>
                                      </a:solidFill>
                                      <a:latin typeface="Cambria Math" panose="02040503050406030204" pitchFamily="18" charset="0"/>
                                      <a:ea typeface="Monterchi"/>
                                      <a:cs typeface="Monterchi"/>
                                      <a:sym typeface="Monterchi"/>
                                    </a:rPr>
                                    <m:t>2</m:t>
                                  </m:r>
                                  <m:r>
                                    <a:rPr lang="en-PH" sz="5000" b="0" i="1" smtClean="0">
                                      <a:solidFill>
                                        <a:srgbClr val="1C2B2B"/>
                                      </a:solidFill>
                                      <a:latin typeface="Cambria Math" panose="02040503050406030204" pitchFamily="18" charset="0"/>
                                      <a:ea typeface="Monterchi"/>
                                      <a:cs typeface="Monterchi"/>
                                      <a:sym typeface="Monterchi"/>
                                    </a:rPr>
                                    <m:t>𝑎</m:t>
                                  </m:r>
                                </m:den>
                              </m:f>
                            </m:e>
                          </m:d>
                        </m:e>
                        <m:sup>
                          <m:r>
                            <a:rPr lang="en-PH" sz="5000" b="0" i="1" smtClean="0">
                              <a:solidFill>
                                <a:srgbClr val="1C2B2B"/>
                              </a:solidFill>
                              <a:latin typeface="Cambria Math" panose="02040503050406030204" pitchFamily="18" charset="0"/>
                              <a:ea typeface="Monterchi"/>
                              <a:cs typeface="Monterchi"/>
                              <a:sym typeface="Monterchi"/>
                            </a:rPr>
                            <m:t>2</m:t>
                          </m:r>
                        </m:sup>
                      </m:sSup>
                      <m:r>
                        <a:rPr lang="en-PH" sz="5000" b="0" i="1" smtClean="0">
                          <a:solidFill>
                            <a:srgbClr val="1C2B2B"/>
                          </a:solidFill>
                          <a:latin typeface="Cambria Math" panose="02040503050406030204" pitchFamily="18" charset="0"/>
                          <a:ea typeface="Monterchi"/>
                          <a:cs typeface="Monterchi"/>
                          <a:sym typeface="Monterchi"/>
                        </a:rPr>
                        <m:t>=−</m:t>
                      </m:r>
                      <m:f>
                        <m:fPr>
                          <m:ctrlPr>
                            <a:rPr lang="en-PH" sz="5000" b="0" i="1" smtClean="0">
                              <a:solidFill>
                                <a:srgbClr val="1C2B2B"/>
                              </a:solidFill>
                              <a:latin typeface="Cambria Math" panose="02040503050406030204" pitchFamily="18" charset="0"/>
                              <a:ea typeface="Monterchi"/>
                              <a:cs typeface="Monterchi"/>
                              <a:sym typeface="Monterchi"/>
                            </a:rPr>
                          </m:ctrlPr>
                        </m:fPr>
                        <m:num>
                          <m:r>
                            <a:rPr lang="en-PH" sz="5000" b="0" i="1" smtClean="0">
                              <a:solidFill>
                                <a:srgbClr val="1C2B2B"/>
                              </a:solidFill>
                              <a:latin typeface="Cambria Math" panose="02040503050406030204" pitchFamily="18" charset="0"/>
                              <a:ea typeface="Monterchi"/>
                              <a:cs typeface="Monterchi"/>
                              <a:sym typeface="Monterchi"/>
                            </a:rPr>
                            <m:t>𝑐</m:t>
                          </m:r>
                        </m:num>
                        <m:den>
                          <m:r>
                            <a:rPr lang="en-PH" sz="5000" b="0" i="1" smtClean="0">
                              <a:solidFill>
                                <a:srgbClr val="1C2B2B"/>
                              </a:solidFill>
                              <a:latin typeface="Cambria Math" panose="02040503050406030204" pitchFamily="18" charset="0"/>
                              <a:ea typeface="Monterchi"/>
                              <a:cs typeface="Monterchi"/>
                              <a:sym typeface="Monterchi"/>
                            </a:rPr>
                            <m:t>𝑎</m:t>
                          </m:r>
                        </m:den>
                      </m:f>
                      <m:r>
                        <a:rPr lang="en-PH" sz="5000" b="0" i="1" smtClean="0">
                          <a:solidFill>
                            <a:srgbClr val="1C2B2B"/>
                          </a:solidFill>
                          <a:latin typeface="Cambria Math" panose="02040503050406030204" pitchFamily="18" charset="0"/>
                          <a:ea typeface="Monterchi"/>
                          <a:cs typeface="Monterchi"/>
                          <a:sym typeface="Monterchi"/>
                        </a:rPr>
                        <m:t>+</m:t>
                      </m:r>
                      <m:sSup>
                        <m:sSupPr>
                          <m:ctrlPr>
                            <a:rPr lang="en-PH" sz="5000" b="0" i="1" smtClean="0">
                              <a:solidFill>
                                <a:srgbClr val="1C2B2B"/>
                              </a:solidFill>
                              <a:latin typeface="Cambria Math" panose="02040503050406030204" pitchFamily="18" charset="0"/>
                              <a:ea typeface="Monterchi"/>
                              <a:cs typeface="Monterchi"/>
                              <a:sym typeface="Monterchi"/>
                            </a:rPr>
                          </m:ctrlPr>
                        </m:sSupPr>
                        <m:e>
                          <m:d>
                            <m:dPr>
                              <m:ctrlPr>
                                <a:rPr lang="en-PH" sz="5000" b="0" i="1" smtClean="0">
                                  <a:solidFill>
                                    <a:srgbClr val="1C2B2B"/>
                                  </a:solidFill>
                                  <a:latin typeface="Cambria Math" panose="02040503050406030204" pitchFamily="18" charset="0"/>
                                  <a:ea typeface="Monterchi"/>
                                  <a:cs typeface="Monterchi"/>
                                  <a:sym typeface="Monterchi"/>
                                </a:rPr>
                              </m:ctrlPr>
                            </m:dPr>
                            <m:e>
                              <m:f>
                                <m:fPr>
                                  <m:ctrlPr>
                                    <a:rPr lang="en-PH" sz="5000" b="0" i="1" smtClean="0">
                                      <a:solidFill>
                                        <a:srgbClr val="1C2B2B"/>
                                      </a:solidFill>
                                      <a:latin typeface="Cambria Math" panose="02040503050406030204" pitchFamily="18" charset="0"/>
                                      <a:ea typeface="Monterchi"/>
                                      <a:cs typeface="Monterchi"/>
                                      <a:sym typeface="Monterchi"/>
                                    </a:rPr>
                                  </m:ctrlPr>
                                </m:fPr>
                                <m:num>
                                  <m:r>
                                    <a:rPr lang="en-PH" sz="5000" b="0" i="1" smtClean="0">
                                      <a:solidFill>
                                        <a:srgbClr val="1C2B2B"/>
                                      </a:solidFill>
                                      <a:latin typeface="Cambria Math" panose="02040503050406030204" pitchFamily="18" charset="0"/>
                                      <a:ea typeface="Monterchi"/>
                                      <a:cs typeface="Monterchi"/>
                                      <a:sym typeface="Monterchi"/>
                                    </a:rPr>
                                    <m:t>𝑏</m:t>
                                  </m:r>
                                </m:num>
                                <m:den>
                                  <m:r>
                                    <a:rPr lang="en-PH" sz="5000" b="0" i="1" smtClean="0">
                                      <a:solidFill>
                                        <a:srgbClr val="1C2B2B"/>
                                      </a:solidFill>
                                      <a:latin typeface="Cambria Math" panose="02040503050406030204" pitchFamily="18" charset="0"/>
                                      <a:ea typeface="Monterchi"/>
                                      <a:cs typeface="Monterchi"/>
                                      <a:sym typeface="Monterchi"/>
                                    </a:rPr>
                                    <m:t>2</m:t>
                                  </m:r>
                                  <m:r>
                                    <a:rPr lang="en-PH" sz="5000" b="0" i="1" smtClean="0">
                                      <a:solidFill>
                                        <a:srgbClr val="1C2B2B"/>
                                      </a:solidFill>
                                      <a:latin typeface="Cambria Math" panose="02040503050406030204" pitchFamily="18" charset="0"/>
                                      <a:ea typeface="Monterchi"/>
                                      <a:cs typeface="Monterchi"/>
                                      <a:sym typeface="Monterchi"/>
                                    </a:rPr>
                                    <m:t>𝑎</m:t>
                                  </m:r>
                                </m:den>
                              </m:f>
                            </m:e>
                          </m:d>
                        </m:e>
                        <m:sup>
                          <m:r>
                            <a:rPr lang="en-PH" sz="5000" b="0" i="1" smtClean="0">
                              <a:solidFill>
                                <a:srgbClr val="1C2B2B"/>
                              </a:solidFill>
                              <a:latin typeface="Cambria Math" panose="02040503050406030204" pitchFamily="18" charset="0"/>
                              <a:ea typeface="Monterchi"/>
                              <a:cs typeface="Monterchi"/>
                              <a:sym typeface="Monterchi"/>
                            </a:rPr>
                            <m:t>2</m:t>
                          </m:r>
                        </m:sup>
                      </m:sSup>
                    </m:oMath>
                  </m:oMathPara>
                </a14:m>
                <a:endParaRPr lang="en-US" sz="5000" dirty="0">
                  <a:solidFill>
                    <a:srgbClr val="1C2B2B"/>
                  </a:solidFill>
                  <a:latin typeface="Monterchi"/>
                  <a:ea typeface="Monterchi"/>
                  <a:cs typeface="Monterchi"/>
                  <a:sym typeface="Monterchi"/>
                </a:endParaRPr>
              </a:p>
            </p:txBody>
          </p:sp>
        </mc:Choice>
        <mc:Fallback xmlns="">
          <p:sp>
            <p:nvSpPr>
              <p:cNvPr id="11" name="TextBox 10">
                <a:extLst>
                  <a:ext uri="{FF2B5EF4-FFF2-40B4-BE49-F238E27FC236}">
                    <a16:creationId xmlns:a16="http://schemas.microsoft.com/office/drawing/2014/main" id="{37DA4011-5B11-F9F9-DAD5-89F9BE4A1687}"/>
                  </a:ext>
                </a:extLst>
              </p:cNvPr>
              <p:cNvSpPr txBox="1">
                <a:spLocks noRot="1" noChangeAspect="1" noMove="1" noResize="1" noEditPoints="1" noAdjustHandles="1" noChangeArrowheads="1" noChangeShapeType="1" noTextEdit="1"/>
              </p:cNvSpPr>
              <p:nvPr/>
            </p:nvSpPr>
            <p:spPr>
              <a:xfrm>
                <a:off x="7611663" y="6720639"/>
                <a:ext cx="10516564" cy="2821285"/>
              </a:xfrm>
              <a:prstGeom prst="rect">
                <a:avLst/>
              </a:prstGeom>
              <a:blipFill>
                <a:blip r:embed="rId9"/>
                <a:stretch>
                  <a:fillRect/>
                </a:stretch>
              </a:blipFill>
            </p:spPr>
            <p:txBody>
              <a:bodyPr/>
              <a:lstStyle/>
              <a:p>
                <a:r>
                  <a:rPr lang="en-PH">
                    <a:noFill/>
                  </a:rPr>
                  <a:t> </a:t>
                </a:r>
              </a:p>
            </p:txBody>
          </p:sp>
        </mc:Fallback>
      </mc:AlternateContent>
      <p:sp>
        <p:nvSpPr>
          <p:cNvPr id="12" name="Arrow: Right 11">
            <a:extLst>
              <a:ext uri="{FF2B5EF4-FFF2-40B4-BE49-F238E27FC236}">
                <a16:creationId xmlns:a16="http://schemas.microsoft.com/office/drawing/2014/main" id="{E0F93130-0A99-3879-0524-FB708738891D}"/>
              </a:ext>
            </a:extLst>
          </p:cNvPr>
          <p:cNvSpPr/>
          <p:nvPr/>
        </p:nvSpPr>
        <p:spPr>
          <a:xfrm>
            <a:off x="7321537" y="7792623"/>
            <a:ext cx="551224" cy="1391491"/>
          </a:xfrm>
          <a:prstGeom prst="rightArrow">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19109367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465324F9-B8CD-97A0-115B-2C94FDABF4D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F94AAFC-7C41-223A-AD60-9ED50C37E72C}"/>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01D91D7E-CDCB-F8AB-F8E2-47F14A2027F0}"/>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E6DCC993-C01C-B69E-2FA1-80FC8309FFB1}"/>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34030847-9F78-6A2A-90DB-0C4E4BE55BB5}"/>
              </a:ext>
            </a:extLst>
          </p:cNvPr>
          <p:cNvGrpSpPr/>
          <p:nvPr/>
        </p:nvGrpSpPr>
        <p:grpSpPr>
          <a:xfrm>
            <a:off x="380999" y="353752"/>
            <a:ext cx="17315429" cy="9579496"/>
            <a:chOff x="0" y="0"/>
            <a:chExt cx="3381238" cy="1870887"/>
          </a:xfrm>
        </p:grpSpPr>
        <p:sp>
          <p:nvSpPr>
            <p:cNvPr id="6" name="Freeform 6">
              <a:extLst>
                <a:ext uri="{FF2B5EF4-FFF2-40B4-BE49-F238E27FC236}">
                  <a16:creationId xmlns:a16="http://schemas.microsoft.com/office/drawing/2014/main" id="{DBC1F11F-3008-F9E1-FB5B-97622ADFD4C8}"/>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F5DABB33-6366-9656-92DE-A6912C04CABA}"/>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AAC2AE5B-B28F-36DB-1AA9-9E175E02E7FC}"/>
              </a:ext>
            </a:extLst>
          </p:cNvPr>
          <p:cNvSpPr/>
          <p:nvPr/>
        </p:nvSpPr>
        <p:spPr>
          <a:xfrm flipH="1">
            <a:off x="0" y="9440602"/>
            <a:ext cx="1170043" cy="1041481"/>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84C115F-807E-2785-564C-C56F3AE3EA70}"/>
                  </a:ext>
                </a:extLst>
              </p:cNvPr>
              <p:cNvSpPr txBox="1"/>
              <p:nvPr/>
            </p:nvSpPr>
            <p:spPr>
              <a:xfrm>
                <a:off x="3885718" y="3591825"/>
                <a:ext cx="10516564" cy="3103350"/>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sSup>
                        <m:sSupPr>
                          <m:ctrlPr>
                            <a:rPr lang="en-PH" sz="5500" b="0" i="1" smtClean="0">
                              <a:solidFill>
                                <a:srgbClr val="1C2B2B"/>
                              </a:solidFill>
                              <a:latin typeface="Cambria Math" panose="02040503050406030204" pitchFamily="18" charset="0"/>
                              <a:ea typeface="Monterchi"/>
                              <a:cs typeface="Monterchi"/>
                              <a:sym typeface="Monterchi"/>
                            </a:rPr>
                          </m:ctrlPr>
                        </m:sSupPr>
                        <m:e>
                          <m:d>
                            <m:dPr>
                              <m:ctrlPr>
                                <a:rPr lang="en-PH" sz="5500" b="0" i="1" smtClean="0">
                                  <a:solidFill>
                                    <a:srgbClr val="1C2B2B"/>
                                  </a:solidFill>
                                  <a:latin typeface="Cambria Math" panose="02040503050406030204" pitchFamily="18" charset="0"/>
                                  <a:ea typeface="Monterchi"/>
                                  <a:cs typeface="Monterchi"/>
                                  <a:sym typeface="Monterchi"/>
                                </a:rPr>
                              </m:ctrlPr>
                            </m:dPr>
                            <m:e>
                              <m:r>
                                <a:rPr lang="en-PH" sz="5500" b="0" i="1" smtClean="0">
                                  <a:solidFill>
                                    <a:srgbClr val="1C2B2B"/>
                                  </a:solidFill>
                                  <a:latin typeface="Cambria Math" panose="02040503050406030204" pitchFamily="18" charset="0"/>
                                  <a:ea typeface="Monterchi"/>
                                  <a:cs typeface="Monterchi"/>
                                  <a:sym typeface="Monterchi"/>
                                </a:rPr>
                                <m:t>𝑥</m:t>
                              </m:r>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r>
                                    <a:rPr lang="en-PH" sz="5500" b="0" i="1" smtClean="0">
                                      <a:solidFill>
                                        <a:srgbClr val="1C2B2B"/>
                                      </a:solidFill>
                                      <a:latin typeface="Cambria Math" panose="02040503050406030204" pitchFamily="18" charset="0"/>
                                      <a:ea typeface="Monterchi"/>
                                      <a:cs typeface="Monterchi"/>
                                      <a:sym typeface="Monterchi"/>
                                    </a:rPr>
                                    <m:t>𝑏</m:t>
                                  </m:r>
                                </m:num>
                                <m:den>
                                  <m:r>
                                    <a:rPr lang="en-PH" sz="5500" b="0" i="1" smtClean="0">
                                      <a:solidFill>
                                        <a:srgbClr val="1C2B2B"/>
                                      </a:solidFill>
                                      <a:latin typeface="Cambria Math" panose="02040503050406030204" pitchFamily="18" charset="0"/>
                                      <a:ea typeface="Monterchi"/>
                                      <a:cs typeface="Monterchi"/>
                                      <a:sym typeface="Monterchi"/>
                                    </a:rPr>
                                    <m:t>2</m:t>
                                  </m:r>
                                  <m:r>
                                    <a:rPr lang="en-PH" sz="5500" b="0" i="1" smtClean="0">
                                      <a:solidFill>
                                        <a:srgbClr val="1C2B2B"/>
                                      </a:solidFill>
                                      <a:latin typeface="Cambria Math" panose="02040503050406030204" pitchFamily="18" charset="0"/>
                                      <a:ea typeface="Monterchi"/>
                                      <a:cs typeface="Monterchi"/>
                                      <a:sym typeface="Monterchi"/>
                                    </a:rPr>
                                    <m:t>𝑎</m:t>
                                  </m:r>
                                </m:den>
                              </m:f>
                            </m:e>
                          </m:d>
                        </m:e>
                        <m:sup>
                          <m:r>
                            <a:rPr lang="en-PH" sz="5500" b="0" i="1" smtClean="0">
                              <a:solidFill>
                                <a:srgbClr val="1C2B2B"/>
                              </a:solidFill>
                              <a:latin typeface="Cambria Math" panose="02040503050406030204" pitchFamily="18" charset="0"/>
                              <a:ea typeface="Monterchi"/>
                              <a:cs typeface="Monterchi"/>
                              <a:sym typeface="Monterchi"/>
                            </a:rPr>
                            <m:t>2</m:t>
                          </m:r>
                        </m:sup>
                      </m:sSup>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r>
                            <a:rPr lang="en-PH" sz="5500" b="0" i="1" smtClean="0">
                              <a:solidFill>
                                <a:srgbClr val="1C2B2B"/>
                              </a:solidFill>
                              <a:latin typeface="Cambria Math" panose="02040503050406030204" pitchFamily="18" charset="0"/>
                              <a:ea typeface="Monterchi"/>
                              <a:cs typeface="Monterchi"/>
                              <a:sym typeface="Monterchi"/>
                            </a:rPr>
                            <m:t>𝑐</m:t>
                          </m:r>
                        </m:num>
                        <m:den>
                          <m:r>
                            <a:rPr lang="en-PH" sz="5500" b="0" i="1" smtClean="0">
                              <a:solidFill>
                                <a:srgbClr val="1C2B2B"/>
                              </a:solidFill>
                              <a:latin typeface="Cambria Math" panose="02040503050406030204" pitchFamily="18" charset="0"/>
                              <a:ea typeface="Monterchi"/>
                              <a:cs typeface="Monterchi"/>
                              <a:sym typeface="Monterchi"/>
                            </a:rPr>
                            <m:t>𝑎</m:t>
                          </m:r>
                        </m:den>
                      </m:f>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sSup>
                            <m:sSupPr>
                              <m:ctrlPr>
                                <a:rPr lang="en-PH" sz="5500" b="0" i="1" smtClean="0">
                                  <a:solidFill>
                                    <a:srgbClr val="1C2B2B"/>
                                  </a:solidFill>
                                  <a:latin typeface="Cambria Math" panose="02040503050406030204" pitchFamily="18" charset="0"/>
                                  <a:ea typeface="Monterchi"/>
                                  <a:cs typeface="Monterchi"/>
                                  <a:sym typeface="Monterchi"/>
                                </a:rPr>
                              </m:ctrlPr>
                            </m:sSupPr>
                            <m:e>
                              <m:r>
                                <a:rPr lang="en-PH" sz="5500" b="0" i="1" smtClean="0">
                                  <a:solidFill>
                                    <a:srgbClr val="1C2B2B"/>
                                  </a:solidFill>
                                  <a:latin typeface="Cambria Math" panose="02040503050406030204" pitchFamily="18" charset="0"/>
                                  <a:ea typeface="Monterchi"/>
                                  <a:cs typeface="Monterchi"/>
                                  <a:sym typeface="Monterchi"/>
                                </a:rPr>
                                <m:t>𝑏</m:t>
                              </m:r>
                            </m:e>
                            <m:sup>
                              <m:r>
                                <a:rPr lang="en-PH" sz="5500" b="0" i="1" smtClean="0">
                                  <a:solidFill>
                                    <a:srgbClr val="1C2B2B"/>
                                  </a:solidFill>
                                  <a:latin typeface="Cambria Math" panose="02040503050406030204" pitchFamily="18" charset="0"/>
                                  <a:ea typeface="Monterchi"/>
                                  <a:cs typeface="Monterchi"/>
                                  <a:sym typeface="Monterchi"/>
                                </a:rPr>
                                <m:t>2</m:t>
                              </m:r>
                            </m:sup>
                          </m:sSup>
                        </m:num>
                        <m:den>
                          <m:r>
                            <a:rPr lang="en-PH" sz="5500" b="0" i="1" smtClean="0">
                              <a:solidFill>
                                <a:srgbClr val="1C2B2B"/>
                              </a:solidFill>
                              <a:latin typeface="Cambria Math" panose="02040503050406030204" pitchFamily="18" charset="0"/>
                              <a:ea typeface="Monterchi"/>
                              <a:cs typeface="Monterchi"/>
                              <a:sym typeface="Monterchi"/>
                            </a:rPr>
                            <m:t>4</m:t>
                          </m:r>
                          <m:sSup>
                            <m:sSupPr>
                              <m:ctrlPr>
                                <a:rPr lang="en-PH" sz="5500" b="0" i="1" smtClean="0">
                                  <a:solidFill>
                                    <a:srgbClr val="1C2B2B"/>
                                  </a:solidFill>
                                  <a:latin typeface="Cambria Math" panose="02040503050406030204" pitchFamily="18" charset="0"/>
                                  <a:ea typeface="Monterchi"/>
                                  <a:cs typeface="Monterchi"/>
                                  <a:sym typeface="Monterchi"/>
                                </a:rPr>
                              </m:ctrlPr>
                            </m:sSupPr>
                            <m:e>
                              <m:r>
                                <a:rPr lang="en-PH" sz="5500" b="0" i="1" smtClean="0">
                                  <a:solidFill>
                                    <a:srgbClr val="1C2B2B"/>
                                  </a:solidFill>
                                  <a:latin typeface="Cambria Math" panose="02040503050406030204" pitchFamily="18" charset="0"/>
                                  <a:ea typeface="Monterchi"/>
                                  <a:cs typeface="Monterchi"/>
                                  <a:sym typeface="Monterchi"/>
                                </a:rPr>
                                <m:t>𝑎</m:t>
                              </m:r>
                            </m:e>
                            <m:sup>
                              <m:r>
                                <a:rPr lang="en-PH" sz="5500" b="0" i="1" smtClean="0">
                                  <a:solidFill>
                                    <a:srgbClr val="1C2B2B"/>
                                  </a:solidFill>
                                  <a:latin typeface="Cambria Math" panose="02040503050406030204" pitchFamily="18" charset="0"/>
                                  <a:ea typeface="Monterchi"/>
                                  <a:cs typeface="Monterchi"/>
                                  <a:sym typeface="Monterchi"/>
                                </a:rPr>
                                <m:t>2</m:t>
                              </m:r>
                            </m:sup>
                          </m:sSup>
                        </m:den>
                      </m:f>
                    </m:oMath>
                  </m:oMathPara>
                </a14:m>
                <a:endParaRPr lang="en-US" sz="5500" dirty="0">
                  <a:solidFill>
                    <a:srgbClr val="1C2B2B"/>
                  </a:solidFill>
                  <a:latin typeface="Monterchi"/>
                  <a:ea typeface="Monterchi"/>
                  <a:cs typeface="Monterchi"/>
                  <a:sym typeface="Monterchi"/>
                </a:endParaRPr>
              </a:p>
            </p:txBody>
          </p:sp>
        </mc:Choice>
        <mc:Fallback xmlns="">
          <p:sp>
            <p:nvSpPr>
              <p:cNvPr id="14" name="TextBox 13">
                <a:extLst>
                  <a:ext uri="{FF2B5EF4-FFF2-40B4-BE49-F238E27FC236}">
                    <a16:creationId xmlns:a16="http://schemas.microsoft.com/office/drawing/2014/main" id="{C84C115F-807E-2785-564C-C56F3AE3EA70}"/>
                  </a:ext>
                </a:extLst>
              </p:cNvPr>
              <p:cNvSpPr txBox="1">
                <a:spLocks noRot="1" noChangeAspect="1" noMove="1" noResize="1" noEditPoints="1" noAdjustHandles="1" noChangeArrowheads="1" noChangeShapeType="1" noTextEdit="1"/>
              </p:cNvSpPr>
              <p:nvPr/>
            </p:nvSpPr>
            <p:spPr>
              <a:xfrm>
                <a:off x="3885718" y="3591825"/>
                <a:ext cx="10516564" cy="3103350"/>
              </a:xfrm>
              <a:prstGeom prst="rect">
                <a:avLst/>
              </a:prstGeom>
              <a:blipFill>
                <a:blip r:embed="rId5"/>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3A405A3-EB9E-1E03-A82F-14428A39331E}"/>
                  </a:ext>
                </a:extLst>
              </p:cNvPr>
              <p:cNvSpPr txBox="1"/>
              <p:nvPr/>
            </p:nvSpPr>
            <p:spPr>
              <a:xfrm>
                <a:off x="362856" y="206870"/>
                <a:ext cx="7846512" cy="3067891"/>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sSup>
                        <m:sSupPr>
                          <m:ctrlPr>
                            <a:rPr lang="en-PH" sz="7000" b="0" i="1" smtClean="0">
                              <a:solidFill>
                                <a:srgbClr val="1C2B2B"/>
                              </a:solidFill>
                              <a:latin typeface="Cambria Math" panose="02040503050406030204" pitchFamily="18" charset="0"/>
                              <a:ea typeface="Monterchi"/>
                              <a:cs typeface="Monterchi"/>
                              <a:sym typeface="Monterchi"/>
                            </a:rPr>
                          </m:ctrlPr>
                        </m:sSupPr>
                        <m:e>
                          <m:r>
                            <a:rPr lang="en-PH" sz="7000" b="0" i="1" smtClean="0">
                              <a:solidFill>
                                <a:srgbClr val="1C2B2B"/>
                              </a:solidFill>
                              <a:latin typeface="Cambria Math" panose="02040503050406030204" pitchFamily="18" charset="0"/>
                              <a:ea typeface="Monterchi"/>
                              <a:cs typeface="Monterchi"/>
                              <a:sym typeface="Monterchi"/>
                            </a:rPr>
                            <m:t>𝑥</m:t>
                          </m:r>
                        </m:e>
                        <m:sup>
                          <m:r>
                            <a:rPr lang="en-PH" sz="7000" b="0" i="1" smtClean="0">
                              <a:solidFill>
                                <a:srgbClr val="1C2B2B"/>
                              </a:solidFill>
                              <a:latin typeface="Cambria Math" panose="02040503050406030204" pitchFamily="18" charset="0"/>
                              <a:ea typeface="Monterchi"/>
                              <a:cs typeface="Monterchi"/>
                              <a:sym typeface="Monterchi"/>
                            </a:rPr>
                            <m:t>2</m:t>
                          </m:r>
                        </m:sup>
                      </m:sSup>
                      <m:r>
                        <a:rPr lang="en-PH" sz="7000" b="0" i="1" smtClean="0">
                          <a:solidFill>
                            <a:srgbClr val="1C2B2B"/>
                          </a:solidFill>
                          <a:latin typeface="Cambria Math" panose="02040503050406030204" pitchFamily="18" charset="0"/>
                          <a:ea typeface="Monterchi"/>
                          <a:cs typeface="Monterchi"/>
                          <a:sym typeface="Monterchi"/>
                        </a:rPr>
                        <m:t>+</m:t>
                      </m:r>
                      <m:f>
                        <m:fPr>
                          <m:ctrlPr>
                            <a:rPr lang="en-PH" sz="7000" b="0" i="1" smtClean="0">
                              <a:solidFill>
                                <a:srgbClr val="1C2B2B"/>
                              </a:solidFill>
                              <a:latin typeface="Cambria Math" panose="02040503050406030204" pitchFamily="18" charset="0"/>
                              <a:ea typeface="Monterchi"/>
                              <a:cs typeface="Monterchi"/>
                              <a:sym typeface="Monterchi"/>
                            </a:rPr>
                          </m:ctrlPr>
                        </m:fPr>
                        <m:num>
                          <m:r>
                            <a:rPr lang="en-PH" sz="7000" b="0" i="1" smtClean="0">
                              <a:solidFill>
                                <a:srgbClr val="1C2B2B"/>
                              </a:solidFill>
                              <a:latin typeface="Cambria Math" panose="02040503050406030204" pitchFamily="18" charset="0"/>
                              <a:ea typeface="Monterchi"/>
                              <a:cs typeface="Monterchi"/>
                              <a:sym typeface="Monterchi"/>
                            </a:rPr>
                            <m:t>𝑏</m:t>
                          </m:r>
                        </m:num>
                        <m:den>
                          <m:r>
                            <a:rPr lang="en-PH" sz="7000" b="0" i="1" smtClean="0">
                              <a:solidFill>
                                <a:srgbClr val="1C2B2B"/>
                              </a:solidFill>
                              <a:latin typeface="Cambria Math" panose="02040503050406030204" pitchFamily="18" charset="0"/>
                              <a:ea typeface="Monterchi"/>
                              <a:cs typeface="Monterchi"/>
                              <a:sym typeface="Monterchi"/>
                            </a:rPr>
                            <m:t>𝑎</m:t>
                          </m:r>
                        </m:den>
                      </m:f>
                      <m:r>
                        <a:rPr lang="en-PH" sz="7000" b="0" i="1" smtClean="0">
                          <a:solidFill>
                            <a:srgbClr val="1C2B2B"/>
                          </a:solidFill>
                          <a:latin typeface="Cambria Math" panose="02040503050406030204" pitchFamily="18" charset="0"/>
                          <a:ea typeface="Monterchi"/>
                          <a:cs typeface="Monterchi"/>
                          <a:sym typeface="Monterchi"/>
                        </a:rPr>
                        <m:t>𝑥</m:t>
                      </m:r>
                      <m:r>
                        <a:rPr lang="en-PH" sz="7000" b="0" i="1" smtClean="0">
                          <a:solidFill>
                            <a:srgbClr val="1C2B2B"/>
                          </a:solidFill>
                          <a:latin typeface="Cambria Math" panose="02040503050406030204" pitchFamily="18" charset="0"/>
                          <a:ea typeface="Monterchi"/>
                          <a:cs typeface="Monterchi"/>
                          <a:sym typeface="Monterchi"/>
                        </a:rPr>
                        <m:t>=−</m:t>
                      </m:r>
                      <m:f>
                        <m:fPr>
                          <m:ctrlPr>
                            <a:rPr lang="en-PH" sz="7000" b="0" i="1" smtClean="0">
                              <a:solidFill>
                                <a:srgbClr val="1C2B2B"/>
                              </a:solidFill>
                              <a:latin typeface="Cambria Math" panose="02040503050406030204" pitchFamily="18" charset="0"/>
                              <a:ea typeface="Monterchi"/>
                              <a:cs typeface="Monterchi"/>
                              <a:sym typeface="Monterchi"/>
                            </a:rPr>
                          </m:ctrlPr>
                        </m:fPr>
                        <m:num>
                          <m:r>
                            <a:rPr lang="en-PH" sz="7000" b="0" i="1" smtClean="0">
                              <a:solidFill>
                                <a:srgbClr val="1C2B2B"/>
                              </a:solidFill>
                              <a:latin typeface="Cambria Math" panose="02040503050406030204" pitchFamily="18" charset="0"/>
                              <a:ea typeface="Monterchi"/>
                              <a:cs typeface="Monterchi"/>
                              <a:sym typeface="Monterchi"/>
                            </a:rPr>
                            <m:t>𝑐</m:t>
                          </m:r>
                        </m:num>
                        <m:den>
                          <m:r>
                            <a:rPr lang="en-PH" sz="7000" b="0" i="1" smtClean="0">
                              <a:solidFill>
                                <a:srgbClr val="1C2B2B"/>
                              </a:solidFill>
                              <a:latin typeface="Cambria Math" panose="02040503050406030204" pitchFamily="18" charset="0"/>
                              <a:ea typeface="Monterchi"/>
                              <a:cs typeface="Monterchi"/>
                              <a:sym typeface="Monterchi"/>
                            </a:rPr>
                            <m:t>𝑎</m:t>
                          </m:r>
                        </m:den>
                      </m:f>
                    </m:oMath>
                  </m:oMathPara>
                </a14:m>
                <a:endParaRPr lang="en-US" sz="7000" dirty="0">
                  <a:solidFill>
                    <a:srgbClr val="1C2B2B"/>
                  </a:solidFill>
                  <a:latin typeface="Monterchi"/>
                  <a:ea typeface="Monterchi"/>
                  <a:cs typeface="Monterchi"/>
                  <a:sym typeface="Monterchi"/>
                </a:endParaRPr>
              </a:p>
            </p:txBody>
          </p:sp>
        </mc:Choice>
        <mc:Fallback xmlns="">
          <p:sp>
            <p:nvSpPr>
              <p:cNvPr id="15" name="TextBox 14">
                <a:extLst>
                  <a:ext uri="{FF2B5EF4-FFF2-40B4-BE49-F238E27FC236}">
                    <a16:creationId xmlns:a16="http://schemas.microsoft.com/office/drawing/2014/main" id="{63A405A3-EB9E-1E03-A82F-14428A39331E}"/>
                  </a:ext>
                </a:extLst>
              </p:cNvPr>
              <p:cNvSpPr txBox="1">
                <a:spLocks noRot="1" noChangeAspect="1" noMove="1" noResize="1" noEditPoints="1" noAdjustHandles="1" noChangeArrowheads="1" noChangeShapeType="1" noTextEdit="1"/>
              </p:cNvSpPr>
              <p:nvPr/>
            </p:nvSpPr>
            <p:spPr>
              <a:xfrm>
                <a:off x="362856" y="206870"/>
                <a:ext cx="7846512" cy="3067891"/>
              </a:xfrm>
              <a:prstGeom prst="rect">
                <a:avLst/>
              </a:prstGeom>
              <a:blipFill>
                <a:blip r:embed="rId6"/>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38CFB2E-4AA2-2543-DE95-11D0F236C519}"/>
                  </a:ext>
                </a:extLst>
              </p:cNvPr>
              <p:cNvSpPr txBox="1"/>
              <p:nvPr/>
            </p:nvSpPr>
            <p:spPr>
              <a:xfrm>
                <a:off x="7654785" y="412409"/>
                <a:ext cx="10516564" cy="2821285"/>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sSup>
                        <m:sSupPr>
                          <m:ctrlPr>
                            <a:rPr lang="en-PH" sz="5000" b="0" i="1" smtClean="0">
                              <a:solidFill>
                                <a:srgbClr val="1C2B2B"/>
                              </a:solidFill>
                              <a:latin typeface="Cambria Math" panose="02040503050406030204" pitchFamily="18" charset="0"/>
                              <a:ea typeface="Monterchi"/>
                              <a:cs typeface="Monterchi"/>
                              <a:sym typeface="Monterchi"/>
                            </a:rPr>
                          </m:ctrlPr>
                        </m:sSupPr>
                        <m:e>
                          <m:r>
                            <a:rPr lang="en-PH" sz="5000" b="0" i="1" smtClean="0">
                              <a:solidFill>
                                <a:srgbClr val="1C2B2B"/>
                              </a:solidFill>
                              <a:latin typeface="Cambria Math" panose="02040503050406030204" pitchFamily="18" charset="0"/>
                              <a:ea typeface="Monterchi"/>
                              <a:cs typeface="Monterchi"/>
                              <a:sym typeface="Monterchi"/>
                            </a:rPr>
                            <m:t>𝑥</m:t>
                          </m:r>
                        </m:e>
                        <m:sup>
                          <m:r>
                            <a:rPr lang="en-PH" sz="5000" b="0" i="1" smtClean="0">
                              <a:solidFill>
                                <a:srgbClr val="1C2B2B"/>
                              </a:solidFill>
                              <a:latin typeface="Cambria Math" panose="02040503050406030204" pitchFamily="18" charset="0"/>
                              <a:ea typeface="Monterchi"/>
                              <a:cs typeface="Monterchi"/>
                              <a:sym typeface="Monterchi"/>
                            </a:rPr>
                            <m:t>2</m:t>
                          </m:r>
                        </m:sup>
                      </m:sSup>
                      <m:r>
                        <a:rPr lang="en-PH" sz="5000" b="0" i="1" smtClean="0">
                          <a:solidFill>
                            <a:srgbClr val="1C2B2B"/>
                          </a:solidFill>
                          <a:latin typeface="Cambria Math" panose="02040503050406030204" pitchFamily="18" charset="0"/>
                          <a:ea typeface="Monterchi"/>
                          <a:cs typeface="Monterchi"/>
                          <a:sym typeface="Monterchi"/>
                        </a:rPr>
                        <m:t>+</m:t>
                      </m:r>
                      <m:f>
                        <m:fPr>
                          <m:ctrlPr>
                            <a:rPr lang="en-PH" sz="5000" b="0" i="1" smtClean="0">
                              <a:solidFill>
                                <a:srgbClr val="1C2B2B"/>
                              </a:solidFill>
                              <a:latin typeface="Cambria Math" panose="02040503050406030204" pitchFamily="18" charset="0"/>
                              <a:ea typeface="Monterchi"/>
                              <a:cs typeface="Monterchi"/>
                              <a:sym typeface="Monterchi"/>
                            </a:rPr>
                          </m:ctrlPr>
                        </m:fPr>
                        <m:num>
                          <m:r>
                            <a:rPr lang="en-PH" sz="5000" b="0" i="1" smtClean="0">
                              <a:solidFill>
                                <a:srgbClr val="1C2B2B"/>
                              </a:solidFill>
                              <a:latin typeface="Cambria Math" panose="02040503050406030204" pitchFamily="18" charset="0"/>
                              <a:ea typeface="Monterchi"/>
                              <a:cs typeface="Monterchi"/>
                              <a:sym typeface="Monterchi"/>
                            </a:rPr>
                            <m:t>𝑏</m:t>
                          </m:r>
                        </m:num>
                        <m:den>
                          <m:r>
                            <a:rPr lang="en-PH" sz="5000" b="0" i="1" smtClean="0">
                              <a:solidFill>
                                <a:srgbClr val="1C2B2B"/>
                              </a:solidFill>
                              <a:latin typeface="Cambria Math" panose="02040503050406030204" pitchFamily="18" charset="0"/>
                              <a:ea typeface="Monterchi"/>
                              <a:cs typeface="Monterchi"/>
                              <a:sym typeface="Monterchi"/>
                            </a:rPr>
                            <m:t>𝑎</m:t>
                          </m:r>
                        </m:den>
                      </m:f>
                      <m:r>
                        <a:rPr lang="en-PH" sz="5000" b="0" i="1" smtClean="0">
                          <a:solidFill>
                            <a:srgbClr val="1C2B2B"/>
                          </a:solidFill>
                          <a:latin typeface="Cambria Math" panose="02040503050406030204" pitchFamily="18" charset="0"/>
                          <a:ea typeface="Monterchi"/>
                          <a:cs typeface="Monterchi"/>
                          <a:sym typeface="Monterchi"/>
                        </a:rPr>
                        <m:t>𝑥</m:t>
                      </m:r>
                      <m:r>
                        <a:rPr lang="en-PH" sz="5000" b="0" i="1" smtClean="0">
                          <a:solidFill>
                            <a:srgbClr val="1C2B2B"/>
                          </a:solidFill>
                          <a:latin typeface="Cambria Math" panose="02040503050406030204" pitchFamily="18" charset="0"/>
                          <a:ea typeface="Monterchi"/>
                          <a:cs typeface="Monterchi"/>
                          <a:sym typeface="Monterchi"/>
                        </a:rPr>
                        <m:t>+</m:t>
                      </m:r>
                      <m:sSup>
                        <m:sSupPr>
                          <m:ctrlPr>
                            <a:rPr lang="en-PH" sz="5000" b="0" i="1" smtClean="0">
                              <a:solidFill>
                                <a:srgbClr val="1C2B2B"/>
                              </a:solidFill>
                              <a:latin typeface="Cambria Math" panose="02040503050406030204" pitchFamily="18" charset="0"/>
                              <a:ea typeface="Monterchi"/>
                              <a:cs typeface="Monterchi"/>
                              <a:sym typeface="Monterchi"/>
                            </a:rPr>
                          </m:ctrlPr>
                        </m:sSupPr>
                        <m:e>
                          <m:d>
                            <m:dPr>
                              <m:ctrlPr>
                                <a:rPr lang="en-PH" sz="5000" b="0" i="1" smtClean="0">
                                  <a:solidFill>
                                    <a:srgbClr val="1C2B2B"/>
                                  </a:solidFill>
                                  <a:latin typeface="Cambria Math" panose="02040503050406030204" pitchFamily="18" charset="0"/>
                                  <a:ea typeface="Monterchi"/>
                                  <a:cs typeface="Monterchi"/>
                                  <a:sym typeface="Monterchi"/>
                                </a:rPr>
                              </m:ctrlPr>
                            </m:dPr>
                            <m:e>
                              <m:f>
                                <m:fPr>
                                  <m:ctrlPr>
                                    <a:rPr lang="en-PH" sz="5000" b="0" i="1" smtClean="0">
                                      <a:solidFill>
                                        <a:srgbClr val="1C2B2B"/>
                                      </a:solidFill>
                                      <a:latin typeface="Cambria Math" panose="02040503050406030204" pitchFamily="18" charset="0"/>
                                      <a:ea typeface="Monterchi"/>
                                      <a:cs typeface="Monterchi"/>
                                      <a:sym typeface="Monterchi"/>
                                    </a:rPr>
                                  </m:ctrlPr>
                                </m:fPr>
                                <m:num>
                                  <m:r>
                                    <a:rPr lang="en-PH" sz="5000" b="0" i="1" smtClean="0">
                                      <a:solidFill>
                                        <a:srgbClr val="1C2B2B"/>
                                      </a:solidFill>
                                      <a:latin typeface="Cambria Math" panose="02040503050406030204" pitchFamily="18" charset="0"/>
                                      <a:ea typeface="Monterchi"/>
                                      <a:cs typeface="Monterchi"/>
                                      <a:sym typeface="Monterchi"/>
                                    </a:rPr>
                                    <m:t>𝑏</m:t>
                                  </m:r>
                                </m:num>
                                <m:den>
                                  <m:r>
                                    <a:rPr lang="en-PH" sz="5000" b="0" i="1" smtClean="0">
                                      <a:solidFill>
                                        <a:srgbClr val="1C2B2B"/>
                                      </a:solidFill>
                                      <a:latin typeface="Cambria Math" panose="02040503050406030204" pitchFamily="18" charset="0"/>
                                      <a:ea typeface="Monterchi"/>
                                      <a:cs typeface="Monterchi"/>
                                      <a:sym typeface="Monterchi"/>
                                    </a:rPr>
                                    <m:t>2</m:t>
                                  </m:r>
                                  <m:r>
                                    <a:rPr lang="en-PH" sz="5000" b="0" i="1" smtClean="0">
                                      <a:solidFill>
                                        <a:srgbClr val="1C2B2B"/>
                                      </a:solidFill>
                                      <a:latin typeface="Cambria Math" panose="02040503050406030204" pitchFamily="18" charset="0"/>
                                      <a:ea typeface="Monterchi"/>
                                      <a:cs typeface="Monterchi"/>
                                      <a:sym typeface="Monterchi"/>
                                    </a:rPr>
                                    <m:t>𝑎</m:t>
                                  </m:r>
                                </m:den>
                              </m:f>
                            </m:e>
                          </m:d>
                        </m:e>
                        <m:sup>
                          <m:r>
                            <a:rPr lang="en-PH" sz="5000" b="0" i="1" smtClean="0">
                              <a:solidFill>
                                <a:srgbClr val="1C2B2B"/>
                              </a:solidFill>
                              <a:latin typeface="Cambria Math" panose="02040503050406030204" pitchFamily="18" charset="0"/>
                              <a:ea typeface="Monterchi"/>
                              <a:cs typeface="Monterchi"/>
                              <a:sym typeface="Monterchi"/>
                            </a:rPr>
                            <m:t>2</m:t>
                          </m:r>
                        </m:sup>
                      </m:sSup>
                      <m:r>
                        <a:rPr lang="en-PH" sz="5000" b="0" i="1" smtClean="0">
                          <a:solidFill>
                            <a:srgbClr val="1C2B2B"/>
                          </a:solidFill>
                          <a:latin typeface="Cambria Math" panose="02040503050406030204" pitchFamily="18" charset="0"/>
                          <a:ea typeface="Monterchi"/>
                          <a:cs typeface="Monterchi"/>
                          <a:sym typeface="Monterchi"/>
                        </a:rPr>
                        <m:t>=−</m:t>
                      </m:r>
                      <m:f>
                        <m:fPr>
                          <m:ctrlPr>
                            <a:rPr lang="en-PH" sz="5000" b="0" i="1" smtClean="0">
                              <a:solidFill>
                                <a:srgbClr val="1C2B2B"/>
                              </a:solidFill>
                              <a:latin typeface="Cambria Math" panose="02040503050406030204" pitchFamily="18" charset="0"/>
                              <a:ea typeface="Monterchi"/>
                              <a:cs typeface="Monterchi"/>
                              <a:sym typeface="Monterchi"/>
                            </a:rPr>
                          </m:ctrlPr>
                        </m:fPr>
                        <m:num>
                          <m:r>
                            <a:rPr lang="en-PH" sz="5000" b="0" i="1" smtClean="0">
                              <a:solidFill>
                                <a:srgbClr val="1C2B2B"/>
                              </a:solidFill>
                              <a:latin typeface="Cambria Math" panose="02040503050406030204" pitchFamily="18" charset="0"/>
                              <a:ea typeface="Monterchi"/>
                              <a:cs typeface="Monterchi"/>
                              <a:sym typeface="Monterchi"/>
                            </a:rPr>
                            <m:t>𝑐</m:t>
                          </m:r>
                        </m:num>
                        <m:den>
                          <m:r>
                            <a:rPr lang="en-PH" sz="5000" b="0" i="1" smtClean="0">
                              <a:solidFill>
                                <a:srgbClr val="1C2B2B"/>
                              </a:solidFill>
                              <a:latin typeface="Cambria Math" panose="02040503050406030204" pitchFamily="18" charset="0"/>
                              <a:ea typeface="Monterchi"/>
                              <a:cs typeface="Monterchi"/>
                              <a:sym typeface="Monterchi"/>
                            </a:rPr>
                            <m:t>𝑎</m:t>
                          </m:r>
                        </m:den>
                      </m:f>
                      <m:r>
                        <a:rPr lang="en-PH" sz="5000" b="0" i="1" smtClean="0">
                          <a:solidFill>
                            <a:srgbClr val="1C2B2B"/>
                          </a:solidFill>
                          <a:latin typeface="Cambria Math" panose="02040503050406030204" pitchFamily="18" charset="0"/>
                          <a:ea typeface="Monterchi"/>
                          <a:cs typeface="Monterchi"/>
                          <a:sym typeface="Monterchi"/>
                        </a:rPr>
                        <m:t>+</m:t>
                      </m:r>
                      <m:sSup>
                        <m:sSupPr>
                          <m:ctrlPr>
                            <a:rPr lang="en-PH" sz="5000" b="0" i="1" smtClean="0">
                              <a:solidFill>
                                <a:srgbClr val="1C2B2B"/>
                              </a:solidFill>
                              <a:latin typeface="Cambria Math" panose="02040503050406030204" pitchFamily="18" charset="0"/>
                              <a:ea typeface="Monterchi"/>
                              <a:cs typeface="Monterchi"/>
                              <a:sym typeface="Monterchi"/>
                            </a:rPr>
                          </m:ctrlPr>
                        </m:sSupPr>
                        <m:e>
                          <m:d>
                            <m:dPr>
                              <m:ctrlPr>
                                <a:rPr lang="en-PH" sz="5000" b="0" i="1" smtClean="0">
                                  <a:solidFill>
                                    <a:srgbClr val="1C2B2B"/>
                                  </a:solidFill>
                                  <a:latin typeface="Cambria Math" panose="02040503050406030204" pitchFamily="18" charset="0"/>
                                  <a:ea typeface="Monterchi"/>
                                  <a:cs typeface="Monterchi"/>
                                  <a:sym typeface="Monterchi"/>
                                </a:rPr>
                              </m:ctrlPr>
                            </m:dPr>
                            <m:e>
                              <m:f>
                                <m:fPr>
                                  <m:ctrlPr>
                                    <a:rPr lang="en-PH" sz="5000" b="0" i="1" smtClean="0">
                                      <a:solidFill>
                                        <a:srgbClr val="1C2B2B"/>
                                      </a:solidFill>
                                      <a:latin typeface="Cambria Math" panose="02040503050406030204" pitchFamily="18" charset="0"/>
                                      <a:ea typeface="Monterchi"/>
                                      <a:cs typeface="Monterchi"/>
                                      <a:sym typeface="Monterchi"/>
                                    </a:rPr>
                                  </m:ctrlPr>
                                </m:fPr>
                                <m:num>
                                  <m:r>
                                    <a:rPr lang="en-PH" sz="5000" b="0" i="1" smtClean="0">
                                      <a:solidFill>
                                        <a:srgbClr val="1C2B2B"/>
                                      </a:solidFill>
                                      <a:latin typeface="Cambria Math" panose="02040503050406030204" pitchFamily="18" charset="0"/>
                                      <a:ea typeface="Monterchi"/>
                                      <a:cs typeface="Monterchi"/>
                                      <a:sym typeface="Monterchi"/>
                                    </a:rPr>
                                    <m:t>𝑏</m:t>
                                  </m:r>
                                </m:num>
                                <m:den>
                                  <m:r>
                                    <a:rPr lang="en-PH" sz="5000" b="0" i="1" smtClean="0">
                                      <a:solidFill>
                                        <a:srgbClr val="1C2B2B"/>
                                      </a:solidFill>
                                      <a:latin typeface="Cambria Math" panose="02040503050406030204" pitchFamily="18" charset="0"/>
                                      <a:ea typeface="Monterchi"/>
                                      <a:cs typeface="Monterchi"/>
                                      <a:sym typeface="Monterchi"/>
                                    </a:rPr>
                                    <m:t>2</m:t>
                                  </m:r>
                                  <m:r>
                                    <a:rPr lang="en-PH" sz="5000" b="0" i="1" smtClean="0">
                                      <a:solidFill>
                                        <a:srgbClr val="1C2B2B"/>
                                      </a:solidFill>
                                      <a:latin typeface="Cambria Math" panose="02040503050406030204" pitchFamily="18" charset="0"/>
                                      <a:ea typeface="Monterchi"/>
                                      <a:cs typeface="Monterchi"/>
                                      <a:sym typeface="Monterchi"/>
                                    </a:rPr>
                                    <m:t>𝑎</m:t>
                                  </m:r>
                                </m:den>
                              </m:f>
                            </m:e>
                          </m:d>
                        </m:e>
                        <m:sup>
                          <m:r>
                            <a:rPr lang="en-PH" sz="5000" b="0" i="1" smtClean="0">
                              <a:solidFill>
                                <a:srgbClr val="1C2B2B"/>
                              </a:solidFill>
                              <a:latin typeface="Cambria Math" panose="02040503050406030204" pitchFamily="18" charset="0"/>
                              <a:ea typeface="Monterchi"/>
                              <a:cs typeface="Monterchi"/>
                              <a:sym typeface="Monterchi"/>
                            </a:rPr>
                            <m:t>2</m:t>
                          </m:r>
                        </m:sup>
                      </m:sSup>
                    </m:oMath>
                  </m:oMathPara>
                </a14:m>
                <a:endParaRPr lang="en-US" sz="5000" dirty="0">
                  <a:solidFill>
                    <a:srgbClr val="1C2B2B"/>
                  </a:solidFill>
                  <a:latin typeface="Monterchi"/>
                  <a:ea typeface="Monterchi"/>
                  <a:cs typeface="Monterchi"/>
                  <a:sym typeface="Monterchi"/>
                </a:endParaRPr>
              </a:p>
            </p:txBody>
          </p:sp>
        </mc:Choice>
        <mc:Fallback xmlns="">
          <p:sp>
            <p:nvSpPr>
              <p:cNvPr id="16" name="TextBox 15">
                <a:extLst>
                  <a:ext uri="{FF2B5EF4-FFF2-40B4-BE49-F238E27FC236}">
                    <a16:creationId xmlns:a16="http://schemas.microsoft.com/office/drawing/2014/main" id="{238CFB2E-4AA2-2543-DE95-11D0F236C519}"/>
                  </a:ext>
                </a:extLst>
              </p:cNvPr>
              <p:cNvSpPr txBox="1">
                <a:spLocks noRot="1" noChangeAspect="1" noMove="1" noResize="1" noEditPoints="1" noAdjustHandles="1" noChangeArrowheads="1" noChangeShapeType="1" noTextEdit="1"/>
              </p:cNvSpPr>
              <p:nvPr/>
            </p:nvSpPr>
            <p:spPr>
              <a:xfrm>
                <a:off x="7654785" y="412409"/>
                <a:ext cx="10516564" cy="2821285"/>
              </a:xfrm>
              <a:prstGeom prst="rect">
                <a:avLst/>
              </a:prstGeom>
              <a:blipFill>
                <a:blip r:embed="rId7"/>
                <a:stretch>
                  <a:fillRect/>
                </a:stretch>
              </a:blipFill>
            </p:spPr>
            <p:txBody>
              <a:bodyPr/>
              <a:lstStyle/>
              <a:p>
                <a:r>
                  <a:rPr lang="en-PH">
                    <a:noFill/>
                  </a:rPr>
                  <a:t> </a:t>
                </a:r>
              </a:p>
            </p:txBody>
          </p:sp>
        </mc:Fallback>
      </mc:AlternateContent>
      <p:sp>
        <p:nvSpPr>
          <p:cNvPr id="17" name="Arrow: Right 16">
            <a:extLst>
              <a:ext uri="{FF2B5EF4-FFF2-40B4-BE49-F238E27FC236}">
                <a16:creationId xmlns:a16="http://schemas.microsoft.com/office/drawing/2014/main" id="{6F4B3B2B-CBBD-AF96-2D4C-B2885A351BA5}"/>
              </a:ext>
            </a:extLst>
          </p:cNvPr>
          <p:cNvSpPr/>
          <p:nvPr/>
        </p:nvSpPr>
        <p:spPr>
          <a:xfrm>
            <a:off x="7364659" y="1484393"/>
            <a:ext cx="551224" cy="1391491"/>
          </a:xfrm>
          <a:prstGeom prst="rightArrow">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1538037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8FEB7BDA-623B-7A0A-F998-82A86463300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2D2E1A4-7382-3264-D167-9160B95F6CE3}"/>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7F7240DC-0C13-5476-C59C-85E6B3F09E5E}"/>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53E89E47-BA52-37A1-2784-DCED71ABDECF}"/>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4C7228A8-A5CD-AA6A-87AD-F837F47295AA}"/>
              </a:ext>
            </a:extLst>
          </p:cNvPr>
          <p:cNvGrpSpPr/>
          <p:nvPr/>
        </p:nvGrpSpPr>
        <p:grpSpPr>
          <a:xfrm>
            <a:off x="380999" y="353752"/>
            <a:ext cx="17315429" cy="9579496"/>
            <a:chOff x="0" y="0"/>
            <a:chExt cx="3381238" cy="1870887"/>
          </a:xfrm>
        </p:grpSpPr>
        <p:sp>
          <p:nvSpPr>
            <p:cNvPr id="6" name="Freeform 6">
              <a:extLst>
                <a:ext uri="{FF2B5EF4-FFF2-40B4-BE49-F238E27FC236}">
                  <a16:creationId xmlns:a16="http://schemas.microsoft.com/office/drawing/2014/main" id="{ED64C835-3B64-D50B-8A98-409504A3E670}"/>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2BF9D3AC-5A87-AD64-26A1-4ED45EAD4DAE}"/>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AED0A26D-14B4-C3C8-8904-E2977EDE5354}"/>
              </a:ext>
            </a:extLst>
          </p:cNvPr>
          <p:cNvSpPr/>
          <p:nvPr/>
        </p:nvSpPr>
        <p:spPr>
          <a:xfrm flipH="1">
            <a:off x="0" y="9440602"/>
            <a:ext cx="1170043" cy="1041481"/>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5299700-EBF1-E281-3508-567220B337EB}"/>
                  </a:ext>
                </a:extLst>
              </p:cNvPr>
              <p:cNvSpPr txBox="1"/>
              <p:nvPr/>
            </p:nvSpPr>
            <p:spPr>
              <a:xfrm>
                <a:off x="-504593" y="3494283"/>
                <a:ext cx="10516564" cy="3103350"/>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sSup>
                        <m:sSupPr>
                          <m:ctrlPr>
                            <a:rPr lang="en-PH" sz="5500" b="0" i="1" smtClean="0">
                              <a:solidFill>
                                <a:srgbClr val="1C2B2B"/>
                              </a:solidFill>
                              <a:latin typeface="Cambria Math" panose="02040503050406030204" pitchFamily="18" charset="0"/>
                              <a:ea typeface="Monterchi"/>
                              <a:cs typeface="Monterchi"/>
                              <a:sym typeface="Monterchi"/>
                            </a:rPr>
                          </m:ctrlPr>
                        </m:sSupPr>
                        <m:e>
                          <m:d>
                            <m:dPr>
                              <m:ctrlPr>
                                <a:rPr lang="en-PH" sz="5500" b="0" i="1" smtClean="0">
                                  <a:solidFill>
                                    <a:srgbClr val="1C2B2B"/>
                                  </a:solidFill>
                                  <a:latin typeface="Cambria Math" panose="02040503050406030204" pitchFamily="18" charset="0"/>
                                  <a:ea typeface="Monterchi"/>
                                  <a:cs typeface="Monterchi"/>
                                  <a:sym typeface="Monterchi"/>
                                </a:rPr>
                              </m:ctrlPr>
                            </m:dPr>
                            <m:e>
                              <m:r>
                                <a:rPr lang="en-PH" sz="5500" b="0" i="1" smtClean="0">
                                  <a:solidFill>
                                    <a:srgbClr val="1C2B2B"/>
                                  </a:solidFill>
                                  <a:latin typeface="Cambria Math" panose="02040503050406030204" pitchFamily="18" charset="0"/>
                                  <a:ea typeface="Monterchi"/>
                                  <a:cs typeface="Monterchi"/>
                                  <a:sym typeface="Monterchi"/>
                                </a:rPr>
                                <m:t>𝑥</m:t>
                              </m:r>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r>
                                    <a:rPr lang="en-PH" sz="5500" b="0" i="1" smtClean="0">
                                      <a:solidFill>
                                        <a:srgbClr val="1C2B2B"/>
                                      </a:solidFill>
                                      <a:latin typeface="Cambria Math" panose="02040503050406030204" pitchFamily="18" charset="0"/>
                                      <a:ea typeface="Monterchi"/>
                                      <a:cs typeface="Monterchi"/>
                                      <a:sym typeface="Monterchi"/>
                                    </a:rPr>
                                    <m:t>𝑏</m:t>
                                  </m:r>
                                </m:num>
                                <m:den>
                                  <m:r>
                                    <a:rPr lang="en-PH" sz="5500" b="0" i="1" smtClean="0">
                                      <a:solidFill>
                                        <a:srgbClr val="1C2B2B"/>
                                      </a:solidFill>
                                      <a:latin typeface="Cambria Math" panose="02040503050406030204" pitchFamily="18" charset="0"/>
                                      <a:ea typeface="Monterchi"/>
                                      <a:cs typeface="Monterchi"/>
                                      <a:sym typeface="Monterchi"/>
                                    </a:rPr>
                                    <m:t>2</m:t>
                                  </m:r>
                                  <m:r>
                                    <a:rPr lang="en-PH" sz="5500" b="0" i="1" smtClean="0">
                                      <a:solidFill>
                                        <a:srgbClr val="1C2B2B"/>
                                      </a:solidFill>
                                      <a:latin typeface="Cambria Math" panose="02040503050406030204" pitchFamily="18" charset="0"/>
                                      <a:ea typeface="Monterchi"/>
                                      <a:cs typeface="Monterchi"/>
                                      <a:sym typeface="Monterchi"/>
                                    </a:rPr>
                                    <m:t>𝑎</m:t>
                                  </m:r>
                                </m:den>
                              </m:f>
                            </m:e>
                          </m:d>
                        </m:e>
                        <m:sup>
                          <m:r>
                            <a:rPr lang="en-PH" sz="5500" b="0" i="1" smtClean="0">
                              <a:solidFill>
                                <a:srgbClr val="1C2B2B"/>
                              </a:solidFill>
                              <a:latin typeface="Cambria Math" panose="02040503050406030204" pitchFamily="18" charset="0"/>
                              <a:ea typeface="Monterchi"/>
                              <a:cs typeface="Monterchi"/>
                              <a:sym typeface="Monterchi"/>
                            </a:rPr>
                            <m:t>2</m:t>
                          </m:r>
                        </m:sup>
                      </m:sSup>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r>
                            <a:rPr lang="en-PH" sz="5500" b="0" i="1" smtClean="0">
                              <a:solidFill>
                                <a:srgbClr val="1C2B2B"/>
                              </a:solidFill>
                              <a:latin typeface="Cambria Math" panose="02040503050406030204" pitchFamily="18" charset="0"/>
                              <a:ea typeface="Monterchi"/>
                              <a:cs typeface="Monterchi"/>
                              <a:sym typeface="Monterchi"/>
                            </a:rPr>
                            <m:t>𝑐</m:t>
                          </m:r>
                        </m:num>
                        <m:den>
                          <m:r>
                            <a:rPr lang="en-PH" sz="5500" b="0" i="1" smtClean="0">
                              <a:solidFill>
                                <a:srgbClr val="1C2B2B"/>
                              </a:solidFill>
                              <a:latin typeface="Cambria Math" panose="02040503050406030204" pitchFamily="18" charset="0"/>
                              <a:ea typeface="Monterchi"/>
                              <a:cs typeface="Monterchi"/>
                              <a:sym typeface="Monterchi"/>
                            </a:rPr>
                            <m:t>𝑎</m:t>
                          </m:r>
                        </m:den>
                      </m:f>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sSup>
                            <m:sSupPr>
                              <m:ctrlPr>
                                <a:rPr lang="en-PH" sz="5500" b="0" i="1" smtClean="0">
                                  <a:solidFill>
                                    <a:srgbClr val="1C2B2B"/>
                                  </a:solidFill>
                                  <a:latin typeface="Cambria Math" panose="02040503050406030204" pitchFamily="18" charset="0"/>
                                  <a:ea typeface="Monterchi"/>
                                  <a:cs typeface="Monterchi"/>
                                  <a:sym typeface="Monterchi"/>
                                </a:rPr>
                              </m:ctrlPr>
                            </m:sSupPr>
                            <m:e>
                              <m:r>
                                <a:rPr lang="en-PH" sz="5500" b="0" i="1" smtClean="0">
                                  <a:solidFill>
                                    <a:srgbClr val="1C2B2B"/>
                                  </a:solidFill>
                                  <a:latin typeface="Cambria Math" panose="02040503050406030204" pitchFamily="18" charset="0"/>
                                  <a:ea typeface="Monterchi"/>
                                  <a:cs typeface="Monterchi"/>
                                  <a:sym typeface="Monterchi"/>
                                </a:rPr>
                                <m:t>𝑏</m:t>
                              </m:r>
                            </m:e>
                            <m:sup>
                              <m:r>
                                <a:rPr lang="en-PH" sz="5500" b="0" i="1" smtClean="0">
                                  <a:solidFill>
                                    <a:srgbClr val="1C2B2B"/>
                                  </a:solidFill>
                                  <a:latin typeface="Cambria Math" panose="02040503050406030204" pitchFamily="18" charset="0"/>
                                  <a:ea typeface="Monterchi"/>
                                  <a:cs typeface="Monterchi"/>
                                  <a:sym typeface="Monterchi"/>
                                </a:rPr>
                                <m:t>2</m:t>
                              </m:r>
                            </m:sup>
                          </m:sSup>
                        </m:num>
                        <m:den>
                          <m:r>
                            <a:rPr lang="en-PH" sz="5500" b="0" i="1" smtClean="0">
                              <a:solidFill>
                                <a:srgbClr val="1C2B2B"/>
                              </a:solidFill>
                              <a:latin typeface="Cambria Math" panose="02040503050406030204" pitchFamily="18" charset="0"/>
                              <a:ea typeface="Monterchi"/>
                              <a:cs typeface="Monterchi"/>
                              <a:sym typeface="Monterchi"/>
                            </a:rPr>
                            <m:t>4</m:t>
                          </m:r>
                          <m:sSup>
                            <m:sSupPr>
                              <m:ctrlPr>
                                <a:rPr lang="en-PH" sz="5500" b="0" i="1" smtClean="0">
                                  <a:solidFill>
                                    <a:srgbClr val="1C2B2B"/>
                                  </a:solidFill>
                                  <a:latin typeface="Cambria Math" panose="02040503050406030204" pitchFamily="18" charset="0"/>
                                  <a:ea typeface="Monterchi"/>
                                  <a:cs typeface="Monterchi"/>
                                  <a:sym typeface="Monterchi"/>
                                </a:rPr>
                              </m:ctrlPr>
                            </m:sSupPr>
                            <m:e>
                              <m:r>
                                <a:rPr lang="en-PH" sz="5500" b="0" i="1" smtClean="0">
                                  <a:solidFill>
                                    <a:srgbClr val="1C2B2B"/>
                                  </a:solidFill>
                                  <a:latin typeface="Cambria Math" panose="02040503050406030204" pitchFamily="18" charset="0"/>
                                  <a:ea typeface="Monterchi"/>
                                  <a:cs typeface="Monterchi"/>
                                  <a:sym typeface="Monterchi"/>
                                </a:rPr>
                                <m:t>𝑎</m:t>
                              </m:r>
                            </m:e>
                            <m:sup>
                              <m:r>
                                <a:rPr lang="en-PH" sz="5500" b="0" i="1" smtClean="0">
                                  <a:solidFill>
                                    <a:srgbClr val="1C2B2B"/>
                                  </a:solidFill>
                                  <a:latin typeface="Cambria Math" panose="02040503050406030204" pitchFamily="18" charset="0"/>
                                  <a:ea typeface="Monterchi"/>
                                  <a:cs typeface="Monterchi"/>
                                  <a:sym typeface="Monterchi"/>
                                </a:rPr>
                                <m:t>2</m:t>
                              </m:r>
                            </m:sup>
                          </m:sSup>
                        </m:den>
                      </m:f>
                    </m:oMath>
                  </m:oMathPara>
                </a14:m>
                <a:endParaRPr lang="en-US" sz="5500" dirty="0">
                  <a:solidFill>
                    <a:srgbClr val="1C2B2B"/>
                  </a:solidFill>
                  <a:latin typeface="Monterchi"/>
                  <a:ea typeface="Monterchi"/>
                  <a:cs typeface="Monterchi"/>
                  <a:sym typeface="Monterchi"/>
                </a:endParaRPr>
              </a:p>
            </p:txBody>
          </p:sp>
        </mc:Choice>
        <mc:Fallback xmlns="">
          <p:sp>
            <p:nvSpPr>
              <p:cNvPr id="14" name="TextBox 13">
                <a:extLst>
                  <a:ext uri="{FF2B5EF4-FFF2-40B4-BE49-F238E27FC236}">
                    <a16:creationId xmlns:a16="http://schemas.microsoft.com/office/drawing/2014/main" id="{25299700-EBF1-E281-3508-567220B337EB}"/>
                  </a:ext>
                </a:extLst>
              </p:cNvPr>
              <p:cNvSpPr txBox="1">
                <a:spLocks noRot="1" noChangeAspect="1" noMove="1" noResize="1" noEditPoints="1" noAdjustHandles="1" noChangeArrowheads="1" noChangeShapeType="1" noTextEdit="1"/>
              </p:cNvSpPr>
              <p:nvPr/>
            </p:nvSpPr>
            <p:spPr>
              <a:xfrm>
                <a:off x="-504593" y="3494283"/>
                <a:ext cx="10516564" cy="3103350"/>
              </a:xfrm>
              <a:prstGeom prst="rect">
                <a:avLst/>
              </a:prstGeom>
              <a:blipFill>
                <a:blip r:embed="rId5"/>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D88E0EA-7B58-6A94-8EB4-B5B0ABA34AF1}"/>
                  </a:ext>
                </a:extLst>
              </p:cNvPr>
              <p:cNvSpPr txBox="1"/>
              <p:nvPr/>
            </p:nvSpPr>
            <p:spPr>
              <a:xfrm>
                <a:off x="362856" y="206870"/>
                <a:ext cx="7846512" cy="3067891"/>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sSup>
                        <m:sSupPr>
                          <m:ctrlPr>
                            <a:rPr lang="en-PH" sz="7000" b="0" i="1" smtClean="0">
                              <a:solidFill>
                                <a:srgbClr val="1C2B2B"/>
                              </a:solidFill>
                              <a:latin typeface="Cambria Math" panose="02040503050406030204" pitchFamily="18" charset="0"/>
                              <a:ea typeface="Monterchi"/>
                              <a:cs typeface="Monterchi"/>
                              <a:sym typeface="Monterchi"/>
                            </a:rPr>
                          </m:ctrlPr>
                        </m:sSupPr>
                        <m:e>
                          <m:r>
                            <a:rPr lang="en-PH" sz="7000" b="0" i="1" smtClean="0">
                              <a:solidFill>
                                <a:srgbClr val="1C2B2B"/>
                              </a:solidFill>
                              <a:latin typeface="Cambria Math" panose="02040503050406030204" pitchFamily="18" charset="0"/>
                              <a:ea typeface="Monterchi"/>
                              <a:cs typeface="Monterchi"/>
                              <a:sym typeface="Monterchi"/>
                            </a:rPr>
                            <m:t>𝑥</m:t>
                          </m:r>
                        </m:e>
                        <m:sup>
                          <m:r>
                            <a:rPr lang="en-PH" sz="7000" b="0" i="1" smtClean="0">
                              <a:solidFill>
                                <a:srgbClr val="1C2B2B"/>
                              </a:solidFill>
                              <a:latin typeface="Cambria Math" panose="02040503050406030204" pitchFamily="18" charset="0"/>
                              <a:ea typeface="Monterchi"/>
                              <a:cs typeface="Monterchi"/>
                              <a:sym typeface="Monterchi"/>
                            </a:rPr>
                            <m:t>2</m:t>
                          </m:r>
                        </m:sup>
                      </m:sSup>
                      <m:r>
                        <a:rPr lang="en-PH" sz="7000" b="0" i="1" smtClean="0">
                          <a:solidFill>
                            <a:srgbClr val="1C2B2B"/>
                          </a:solidFill>
                          <a:latin typeface="Cambria Math" panose="02040503050406030204" pitchFamily="18" charset="0"/>
                          <a:ea typeface="Monterchi"/>
                          <a:cs typeface="Monterchi"/>
                          <a:sym typeface="Monterchi"/>
                        </a:rPr>
                        <m:t>+</m:t>
                      </m:r>
                      <m:f>
                        <m:fPr>
                          <m:ctrlPr>
                            <a:rPr lang="en-PH" sz="7000" b="0" i="1" smtClean="0">
                              <a:solidFill>
                                <a:srgbClr val="1C2B2B"/>
                              </a:solidFill>
                              <a:latin typeface="Cambria Math" panose="02040503050406030204" pitchFamily="18" charset="0"/>
                              <a:ea typeface="Monterchi"/>
                              <a:cs typeface="Monterchi"/>
                              <a:sym typeface="Monterchi"/>
                            </a:rPr>
                          </m:ctrlPr>
                        </m:fPr>
                        <m:num>
                          <m:r>
                            <a:rPr lang="en-PH" sz="7000" b="0" i="1" smtClean="0">
                              <a:solidFill>
                                <a:srgbClr val="1C2B2B"/>
                              </a:solidFill>
                              <a:latin typeface="Cambria Math" panose="02040503050406030204" pitchFamily="18" charset="0"/>
                              <a:ea typeface="Monterchi"/>
                              <a:cs typeface="Monterchi"/>
                              <a:sym typeface="Monterchi"/>
                            </a:rPr>
                            <m:t>𝑏</m:t>
                          </m:r>
                        </m:num>
                        <m:den>
                          <m:r>
                            <a:rPr lang="en-PH" sz="7000" b="0" i="1" smtClean="0">
                              <a:solidFill>
                                <a:srgbClr val="1C2B2B"/>
                              </a:solidFill>
                              <a:latin typeface="Cambria Math" panose="02040503050406030204" pitchFamily="18" charset="0"/>
                              <a:ea typeface="Monterchi"/>
                              <a:cs typeface="Monterchi"/>
                              <a:sym typeface="Monterchi"/>
                            </a:rPr>
                            <m:t>𝑎</m:t>
                          </m:r>
                        </m:den>
                      </m:f>
                      <m:r>
                        <a:rPr lang="en-PH" sz="7000" b="0" i="1" smtClean="0">
                          <a:solidFill>
                            <a:srgbClr val="1C2B2B"/>
                          </a:solidFill>
                          <a:latin typeface="Cambria Math" panose="02040503050406030204" pitchFamily="18" charset="0"/>
                          <a:ea typeface="Monterchi"/>
                          <a:cs typeface="Monterchi"/>
                          <a:sym typeface="Monterchi"/>
                        </a:rPr>
                        <m:t>𝑥</m:t>
                      </m:r>
                      <m:r>
                        <a:rPr lang="en-PH" sz="7000" b="0" i="1" smtClean="0">
                          <a:solidFill>
                            <a:srgbClr val="1C2B2B"/>
                          </a:solidFill>
                          <a:latin typeface="Cambria Math" panose="02040503050406030204" pitchFamily="18" charset="0"/>
                          <a:ea typeface="Monterchi"/>
                          <a:cs typeface="Monterchi"/>
                          <a:sym typeface="Monterchi"/>
                        </a:rPr>
                        <m:t>=−</m:t>
                      </m:r>
                      <m:f>
                        <m:fPr>
                          <m:ctrlPr>
                            <a:rPr lang="en-PH" sz="7000" b="0" i="1" smtClean="0">
                              <a:solidFill>
                                <a:srgbClr val="1C2B2B"/>
                              </a:solidFill>
                              <a:latin typeface="Cambria Math" panose="02040503050406030204" pitchFamily="18" charset="0"/>
                              <a:ea typeface="Monterchi"/>
                              <a:cs typeface="Monterchi"/>
                              <a:sym typeface="Monterchi"/>
                            </a:rPr>
                          </m:ctrlPr>
                        </m:fPr>
                        <m:num>
                          <m:r>
                            <a:rPr lang="en-PH" sz="7000" b="0" i="1" smtClean="0">
                              <a:solidFill>
                                <a:srgbClr val="1C2B2B"/>
                              </a:solidFill>
                              <a:latin typeface="Cambria Math" panose="02040503050406030204" pitchFamily="18" charset="0"/>
                              <a:ea typeface="Monterchi"/>
                              <a:cs typeface="Monterchi"/>
                              <a:sym typeface="Monterchi"/>
                            </a:rPr>
                            <m:t>𝑐</m:t>
                          </m:r>
                        </m:num>
                        <m:den>
                          <m:r>
                            <a:rPr lang="en-PH" sz="7000" b="0" i="1" smtClean="0">
                              <a:solidFill>
                                <a:srgbClr val="1C2B2B"/>
                              </a:solidFill>
                              <a:latin typeface="Cambria Math" panose="02040503050406030204" pitchFamily="18" charset="0"/>
                              <a:ea typeface="Monterchi"/>
                              <a:cs typeface="Monterchi"/>
                              <a:sym typeface="Monterchi"/>
                            </a:rPr>
                            <m:t>𝑎</m:t>
                          </m:r>
                        </m:den>
                      </m:f>
                    </m:oMath>
                  </m:oMathPara>
                </a14:m>
                <a:endParaRPr lang="en-US" sz="7000" dirty="0">
                  <a:solidFill>
                    <a:srgbClr val="1C2B2B"/>
                  </a:solidFill>
                  <a:latin typeface="Monterchi"/>
                  <a:ea typeface="Monterchi"/>
                  <a:cs typeface="Monterchi"/>
                  <a:sym typeface="Monterchi"/>
                </a:endParaRPr>
              </a:p>
            </p:txBody>
          </p:sp>
        </mc:Choice>
        <mc:Fallback xmlns="">
          <p:sp>
            <p:nvSpPr>
              <p:cNvPr id="15" name="TextBox 14">
                <a:extLst>
                  <a:ext uri="{FF2B5EF4-FFF2-40B4-BE49-F238E27FC236}">
                    <a16:creationId xmlns:a16="http://schemas.microsoft.com/office/drawing/2014/main" id="{ED88E0EA-7B58-6A94-8EB4-B5B0ABA34AF1}"/>
                  </a:ext>
                </a:extLst>
              </p:cNvPr>
              <p:cNvSpPr txBox="1">
                <a:spLocks noRot="1" noChangeAspect="1" noMove="1" noResize="1" noEditPoints="1" noAdjustHandles="1" noChangeArrowheads="1" noChangeShapeType="1" noTextEdit="1"/>
              </p:cNvSpPr>
              <p:nvPr/>
            </p:nvSpPr>
            <p:spPr>
              <a:xfrm>
                <a:off x="362856" y="206870"/>
                <a:ext cx="7846512" cy="3067891"/>
              </a:xfrm>
              <a:prstGeom prst="rect">
                <a:avLst/>
              </a:prstGeom>
              <a:blipFill>
                <a:blip r:embed="rId6"/>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ABD588A-0168-E8FD-A9E8-4356D7A71963}"/>
                  </a:ext>
                </a:extLst>
              </p:cNvPr>
              <p:cNvSpPr txBox="1"/>
              <p:nvPr/>
            </p:nvSpPr>
            <p:spPr>
              <a:xfrm>
                <a:off x="7654785" y="412409"/>
                <a:ext cx="10516564" cy="2821285"/>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sSup>
                        <m:sSupPr>
                          <m:ctrlPr>
                            <a:rPr lang="en-PH" sz="5000" b="0" i="1" smtClean="0">
                              <a:solidFill>
                                <a:srgbClr val="1C2B2B"/>
                              </a:solidFill>
                              <a:latin typeface="Cambria Math" panose="02040503050406030204" pitchFamily="18" charset="0"/>
                              <a:ea typeface="Monterchi"/>
                              <a:cs typeface="Monterchi"/>
                              <a:sym typeface="Monterchi"/>
                            </a:rPr>
                          </m:ctrlPr>
                        </m:sSupPr>
                        <m:e>
                          <m:r>
                            <a:rPr lang="en-PH" sz="5000" b="0" i="1" smtClean="0">
                              <a:solidFill>
                                <a:srgbClr val="1C2B2B"/>
                              </a:solidFill>
                              <a:latin typeface="Cambria Math" panose="02040503050406030204" pitchFamily="18" charset="0"/>
                              <a:ea typeface="Monterchi"/>
                              <a:cs typeface="Monterchi"/>
                              <a:sym typeface="Monterchi"/>
                            </a:rPr>
                            <m:t>𝑥</m:t>
                          </m:r>
                        </m:e>
                        <m:sup>
                          <m:r>
                            <a:rPr lang="en-PH" sz="5000" b="0" i="1" smtClean="0">
                              <a:solidFill>
                                <a:srgbClr val="1C2B2B"/>
                              </a:solidFill>
                              <a:latin typeface="Cambria Math" panose="02040503050406030204" pitchFamily="18" charset="0"/>
                              <a:ea typeface="Monterchi"/>
                              <a:cs typeface="Monterchi"/>
                              <a:sym typeface="Monterchi"/>
                            </a:rPr>
                            <m:t>2</m:t>
                          </m:r>
                        </m:sup>
                      </m:sSup>
                      <m:r>
                        <a:rPr lang="en-PH" sz="5000" b="0" i="1" smtClean="0">
                          <a:solidFill>
                            <a:srgbClr val="1C2B2B"/>
                          </a:solidFill>
                          <a:latin typeface="Cambria Math" panose="02040503050406030204" pitchFamily="18" charset="0"/>
                          <a:ea typeface="Monterchi"/>
                          <a:cs typeface="Monterchi"/>
                          <a:sym typeface="Monterchi"/>
                        </a:rPr>
                        <m:t>+</m:t>
                      </m:r>
                      <m:f>
                        <m:fPr>
                          <m:ctrlPr>
                            <a:rPr lang="en-PH" sz="5000" b="0" i="1" smtClean="0">
                              <a:solidFill>
                                <a:srgbClr val="1C2B2B"/>
                              </a:solidFill>
                              <a:latin typeface="Cambria Math" panose="02040503050406030204" pitchFamily="18" charset="0"/>
                              <a:ea typeface="Monterchi"/>
                              <a:cs typeface="Monterchi"/>
                              <a:sym typeface="Monterchi"/>
                            </a:rPr>
                          </m:ctrlPr>
                        </m:fPr>
                        <m:num>
                          <m:r>
                            <a:rPr lang="en-PH" sz="5000" b="0" i="1" smtClean="0">
                              <a:solidFill>
                                <a:srgbClr val="1C2B2B"/>
                              </a:solidFill>
                              <a:latin typeface="Cambria Math" panose="02040503050406030204" pitchFamily="18" charset="0"/>
                              <a:ea typeface="Monterchi"/>
                              <a:cs typeface="Monterchi"/>
                              <a:sym typeface="Monterchi"/>
                            </a:rPr>
                            <m:t>𝑏</m:t>
                          </m:r>
                        </m:num>
                        <m:den>
                          <m:r>
                            <a:rPr lang="en-PH" sz="5000" b="0" i="1" smtClean="0">
                              <a:solidFill>
                                <a:srgbClr val="1C2B2B"/>
                              </a:solidFill>
                              <a:latin typeface="Cambria Math" panose="02040503050406030204" pitchFamily="18" charset="0"/>
                              <a:ea typeface="Monterchi"/>
                              <a:cs typeface="Monterchi"/>
                              <a:sym typeface="Monterchi"/>
                            </a:rPr>
                            <m:t>𝑎</m:t>
                          </m:r>
                        </m:den>
                      </m:f>
                      <m:r>
                        <a:rPr lang="en-PH" sz="5000" b="0" i="1" smtClean="0">
                          <a:solidFill>
                            <a:srgbClr val="1C2B2B"/>
                          </a:solidFill>
                          <a:latin typeface="Cambria Math" panose="02040503050406030204" pitchFamily="18" charset="0"/>
                          <a:ea typeface="Monterchi"/>
                          <a:cs typeface="Monterchi"/>
                          <a:sym typeface="Monterchi"/>
                        </a:rPr>
                        <m:t>𝑥</m:t>
                      </m:r>
                      <m:r>
                        <a:rPr lang="en-PH" sz="5000" b="0" i="1" smtClean="0">
                          <a:solidFill>
                            <a:srgbClr val="1C2B2B"/>
                          </a:solidFill>
                          <a:latin typeface="Cambria Math" panose="02040503050406030204" pitchFamily="18" charset="0"/>
                          <a:ea typeface="Monterchi"/>
                          <a:cs typeface="Monterchi"/>
                          <a:sym typeface="Monterchi"/>
                        </a:rPr>
                        <m:t>+</m:t>
                      </m:r>
                      <m:sSup>
                        <m:sSupPr>
                          <m:ctrlPr>
                            <a:rPr lang="en-PH" sz="5000" b="0" i="1" smtClean="0">
                              <a:solidFill>
                                <a:srgbClr val="1C2B2B"/>
                              </a:solidFill>
                              <a:latin typeface="Cambria Math" panose="02040503050406030204" pitchFamily="18" charset="0"/>
                              <a:ea typeface="Monterchi"/>
                              <a:cs typeface="Monterchi"/>
                              <a:sym typeface="Monterchi"/>
                            </a:rPr>
                          </m:ctrlPr>
                        </m:sSupPr>
                        <m:e>
                          <m:d>
                            <m:dPr>
                              <m:ctrlPr>
                                <a:rPr lang="en-PH" sz="5000" b="0" i="1" smtClean="0">
                                  <a:solidFill>
                                    <a:srgbClr val="1C2B2B"/>
                                  </a:solidFill>
                                  <a:latin typeface="Cambria Math" panose="02040503050406030204" pitchFamily="18" charset="0"/>
                                  <a:ea typeface="Monterchi"/>
                                  <a:cs typeface="Monterchi"/>
                                  <a:sym typeface="Monterchi"/>
                                </a:rPr>
                              </m:ctrlPr>
                            </m:dPr>
                            <m:e>
                              <m:f>
                                <m:fPr>
                                  <m:ctrlPr>
                                    <a:rPr lang="en-PH" sz="5000" b="0" i="1" smtClean="0">
                                      <a:solidFill>
                                        <a:srgbClr val="1C2B2B"/>
                                      </a:solidFill>
                                      <a:latin typeface="Cambria Math" panose="02040503050406030204" pitchFamily="18" charset="0"/>
                                      <a:ea typeface="Monterchi"/>
                                      <a:cs typeface="Monterchi"/>
                                      <a:sym typeface="Monterchi"/>
                                    </a:rPr>
                                  </m:ctrlPr>
                                </m:fPr>
                                <m:num>
                                  <m:r>
                                    <a:rPr lang="en-PH" sz="5000" b="0" i="1" smtClean="0">
                                      <a:solidFill>
                                        <a:srgbClr val="1C2B2B"/>
                                      </a:solidFill>
                                      <a:latin typeface="Cambria Math" panose="02040503050406030204" pitchFamily="18" charset="0"/>
                                      <a:ea typeface="Monterchi"/>
                                      <a:cs typeface="Monterchi"/>
                                      <a:sym typeface="Monterchi"/>
                                    </a:rPr>
                                    <m:t>𝑏</m:t>
                                  </m:r>
                                </m:num>
                                <m:den>
                                  <m:r>
                                    <a:rPr lang="en-PH" sz="5000" b="0" i="1" smtClean="0">
                                      <a:solidFill>
                                        <a:srgbClr val="1C2B2B"/>
                                      </a:solidFill>
                                      <a:latin typeface="Cambria Math" panose="02040503050406030204" pitchFamily="18" charset="0"/>
                                      <a:ea typeface="Monterchi"/>
                                      <a:cs typeface="Monterchi"/>
                                      <a:sym typeface="Monterchi"/>
                                    </a:rPr>
                                    <m:t>2</m:t>
                                  </m:r>
                                  <m:r>
                                    <a:rPr lang="en-PH" sz="5000" b="0" i="1" smtClean="0">
                                      <a:solidFill>
                                        <a:srgbClr val="1C2B2B"/>
                                      </a:solidFill>
                                      <a:latin typeface="Cambria Math" panose="02040503050406030204" pitchFamily="18" charset="0"/>
                                      <a:ea typeface="Monterchi"/>
                                      <a:cs typeface="Monterchi"/>
                                      <a:sym typeface="Monterchi"/>
                                    </a:rPr>
                                    <m:t>𝑎</m:t>
                                  </m:r>
                                </m:den>
                              </m:f>
                            </m:e>
                          </m:d>
                        </m:e>
                        <m:sup>
                          <m:r>
                            <a:rPr lang="en-PH" sz="5000" b="0" i="1" smtClean="0">
                              <a:solidFill>
                                <a:srgbClr val="1C2B2B"/>
                              </a:solidFill>
                              <a:latin typeface="Cambria Math" panose="02040503050406030204" pitchFamily="18" charset="0"/>
                              <a:ea typeface="Monterchi"/>
                              <a:cs typeface="Monterchi"/>
                              <a:sym typeface="Monterchi"/>
                            </a:rPr>
                            <m:t>2</m:t>
                          </m:r>
                        </m:sup>
                      </m:sSup>
                      <m:r>
                        <a:rPr lang="en-PH" sz="5000" b="0" i="1" smtClean="0">
                          <a:solidFill>
                            <a:srgbClr val="1C2B2B"/>
                          </a:solidFill>
                          <a:latin typeface="Cambria Math" panose="02040503050406030204" pitchFamily="18" charset="0"/>
                          <a:ea typeface="Monterchi"/>
                          <a:cs typeface="Monterchi"/>
                          <a:sym typeface="Monterchi"/>
                        </a:rPr>
                        <m:t>=−</m:t>
                      </m:r>
                      <m:f>
                        <m:fPr>
                          <m:ctrlPr>
                            <a:rPr lang="en-PH" sz="5000" b="0" i="1" smtClean="0">
                              <a:solidFill>
                                <a:srgbClr val="1C2B2B"/>
                              </a:solidFill>
                              <a:latin typeface="Cambria Math" panose="02040503050406030204" pitchFamily="18" charset="0"/>
                              <a:ea typeface="Monterchi"/>
                              <a:cs typeface="Monterchi"/>
                              <a:sym typeface="Monterchi"/>
                            </a:rPr>
                          </m:ctrlPr>
                        </m:fPr>
                        <m:num>
                          <m:r>
                            <a:rPr lang="en-PH" sz="5000" b="0" i="1" smtClean="0">
                              <a:solidFill>
                                <a:srgbClr val="1C2B2B"/>
                              </a:solidFill>
                              <a:latin typeface="Cambria Math" panose="02040503050406030204" pitchFamily="18" charset="0"/>
                              <a:ea typeface="Monterchi"/>
                              <a:cs typeface="Monterchi"/>
                              <a:sym typeface="Monterchi"/>
                            </a:rPr>
                            <m:t>𝑐</m:t>
                          </m:r>
                        </m:num>
                        <m:den>
                          <m:r>
                            <a:rPr lang="en-PH" sz="5000" b="0" i="1" smtClean="0">
                              <a:solidFill>
                                <a:srgbClr val="1C2B2B"/>
                              </a:solidFill>
                              <a:latin typeface="Cambria Math" panose="02040503050406030204" pitchFamily="18" charset="0"/>
                              <a:ea typeface="Monterchi"/>
                              <a:cs typeface="Monterchi"/>
                              <a:sym typeface="Monterchi"/>
                            </a:rPr>
                            <m:t>𝑎</m:t>
                          </m:r>
                        </m:den>
                      </m:f>
                      <m:r>
                        <a:rPr lang="en-PH" sz="5000" b="0" i="1" smtClean="0">
                          <a:solidFill>
                            <a:srgbClr val="1C2B2B"/>
                          </a:solidFill>
                          <a:latin typeface="Cambria Math" panose="02040503050406030204" pitchFamily="18" charset="0"/>
                          <a:ea typeface="Monterchi"/>
                          <a:cs typeface="Monterchi"/>
                          <a:sym typeface="Monterchi"/>
                        </a:rPr>
                        <m:t>+</m:t>
                      </m:r>
                      <m:sSup>
                        <m:sSupPr>
                          <m:ctrlPr>
                            <a:rPr lang="en-PH" sz="5000" b="0" i="1" smtClean="0">
                              <a:solidFill>
                                <a:srgbClr val="1C2B2B"/>
                              </a:solidFill>
                              <a:latin typeface="Cambria Math" panose="02040503050406030204" pitchFamily="18" charset="0"/>
                              <a:ea typeface="Monterchi"/>
                              <a:cs typeface="Monterchi"/>
                              <a:sym typeface="Monterchi"/>
                            </a:rPr>
                          </m:ctrlPr>
                        </m:sSupPr>
                        <m:e>
                          <m:d>
                            <m:dPr>
                              <m:ctrlPr>
                                <a:rPr lang="en-PH" sz="5000" b="0" i="1" smtClean="0">
                                  <a:solidFill>
                                    <a:srgbClr val="1C2B2B"/>
                                  </a:solidFill>
                                  <a:latin typeface="Cambria Math" panose="02040503050406030204" pitchFamily="18" charset="0"/>
                                  <a:ea typeface="Monterchi"/>
                                  <a:cs typeface="Monterchi"/>
                                  <a:sym typeface="Monterchi"/>
                                </a:rPr>
                              </m:ctrlPr>
                            </m:dPr>
                            <m:e>
                              <m:f>
                                <m:fPr>
                                  <m:ctrlPr>
                                    <a:rPr lang="en-PH" sz="5000" b="0" i="1" smtClean="0">
                                      <a:solidFill>
                                        <a:srgbClr val="1C2B2B"/>
                                      </a:solidFill>
                                      <a:latin typeface="Cambria Math" panose="02040503050406030204" pitchFamily="18" charset="0"/>
                                      <a:ea typeface="Monterchi"/>
                                      <a:cs typeface="Monterchi"/>
                                      <a:sym typeface="Monterchi"/>
                                    </a:rPr>
                                  </m:ctrlPr>
                                </m:fPr>
                                <m:num>
                                  <m:r>
                                    <a:rPr lang="en-PH" sz="5000" b="0" i="1" smtClean="0">
                                      <a:solidFill>
                                        <a:srgbClr val="1C2B2B"/>
                                      </a:solidFill>
                                      <a:latin typeface="Cambria Math" panose="02040503050406030204" pitchFamily="18" charset="0"/>
                                      <a:ea typeface="Monterchi"/>
                                      <a:cs typeface="Monterchi"/>
                                      <a:sym typeface="Monterchi"/>
                                    </a:rPr>
                                    <m:t>𝑏</m:t>
                                  </m:r>
                                </m:num>
                                <m:den>
                                  <m:r>
                                    <a:rPr lang="en-PH" sz="5000" b="0" i="1" smtClean="0">
                                      <a:solidFill>
                                        <a:srgbClr val="1C2B2B"/>
                                      </a:solidFill>
                                      <a:latin typeface="Cambria Math" panose="02040503050406030204" pitchFamily="18" charset="0"/>
                                      <a:ea typeface="Monterchi"/>
                                      <a:cs typeface="Monterchi"/>
                                      <a:sym typeface="Monterchi"/>
                                    </a:rPr>
                                    <m:t>2</m:t>
                                  </m:r>
                                  <m:r>
                                    <a:rPr lang="en-PH" sz="5000" b="0" i="1" smtClean="0">
                                      <a:solidFill>
                                        <a:srgbClr val="1C2B2B"/>
                                      </a:solidFill>
                                      <a:latin typeface="Cambria Math" panose="02040503050406030204" pitchFamily="18" charset="0"/>
                                      <a:ea typeface="Monterchi"/>
                                      <a:cs typeface="Monterchi"/>
                                      <a:sym typeface="Monterchi"/>
                                    </a:rPr>
                                    <m:t>𝑎</m:t>
                                  </m:r>
                                </m:den>
                              </m:f>
                            </m:e>
                          </m:d>
                        </m:e>
                        <m:sup>
                          <m:r>
                            <a:rPr lang="en-PH" sz="5000" b="0" i="1" smtClean="0">
                              <a:solidFill>
                                <a:srgbClr val="1C2B2B"/>
                              </a:solidFill>
                              <a:latin typeface="Cambria Math" panose="02040503050406030204" pitchFamily="18" charset="0"/>
                              <a:ea typeface="Monterchi"/>
                              <a:cs typeface="Monterchi"/>
                              <a:sym typeface="Monterchi"/>
                            </a:rPr>
                            <m:t>2</m:t>
                          </m:r>
                        </m:sup>
                      </m:sSup>
                    </m:oMath>
                  </m:oMathPara>
                </a14:m>
                <a:endParaRPr lang="en-US" sz="5000" dirty="0">
                  <a:solidFill>
                    <a:srgbClr val="1C2B2B"/>
                  </a:solidFill>
                  <a:latin typeface="Monterchi"/>
                  <a:ea typeface="Monterchi"/>
                  <a:cs typeface="Monterchi"/>
                  <a:sym typeface="Monterchi"/>
                </a:endParaRPr>
              </a:p>
            </p:txBody>
          </p:sp>
        </mc:Choice>
        <mc:Fallback xmlns="">
          <p:sp>
            <p:nvSpPr>
              <p:cNvPr id="16" name="TextBox 15">
                <a:extLst>
                  <a:ext uri="{FF2B5EF4-FFF2-40B4-BE49-F238E27FC236}">
                    <a16:creationId xmlns:a16="http://schemas.microsoft.com/office/drawing/2014/main" id="{9ABD588A-0168-E8FD-A9E8-4356D7A71963}"/>
                  </a:ext>
                </a:extLst>
              </p:cNvPr>
              <p:cNvSpPr txBox="1">
                <a:spLocks noRot="1" noChangeAspect="1" noMove="1" noResize="1" noEditPoints="1" noAdjustHandles="1" noChangeArrowheads="1" noChangeShapeType="1" noTextEdit="1"/>
              </p:cNvSpPr>
              <p:nvPr/>
            </p:nvSpPr>
            <p:spPr>
              <a:xfrm>
                <a:off x="7654785" y="412409"/>
                <a:ext cx="10516564" cy="2821285"/>
              </a:xfrm>
              <a:prstGeom prst="rect">
                <a:avLst/>
              </a:prstGeom>
              <a:blipFill>
                <a:blip r:embed="rId7"/>
                <a:stretch>
                  <a:fillRect/>
                </a:stretch>
              </a:blipFill>
            </p:spPr>
            <p:txBody>
              <a:bodyPr/>
              <a:lstStyle/>
              <a:p>
                <a:r>
                  <a:rPr lang="en-PH">
                    <a:noFill/>
                  </a:rPr>
                  <a:t> </a:t>
                </a:r>
              </a:p>
            </p:txBody>
          </p:sp>
        </mc:Fallback>
      </mc:AlternateContent>
      <p:sp>
        <p:nvSpPr>
          <p:cNvPr id="17" name="Arrow: Right 16">
            <a:extLst>
              <a:ext uri="{FF2B5EF4-FFF2-40B4-BE49-F238E27FC236}">
                <a16:creationId xmlns:a16="http://schemas.microsoft.com/office/drawing/2014/main" id="{93E2E2A3-0463-5984-C0ED-38E4B66FAEE0}"/>
              </a:ext>
            </a:extLst>
          </p:cNvPr>
          <p:cNvSpPr/>
          <p:nvPr/>
        </p:nvSpPr>
        <p:spPr>
          <a:xfrm>
            <a:off x="7364659" y="1484393"/>
            <a:ext cx="551224" cy="1391491"/>
          </a:xfrm>
          <a:prstGeom prst="rightArrow">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525066C-C345-BC39-7C78-51749744283E}"/>
                  </a:ext>
                </a:extLst>
              </p:cNvPr>
              <p:cNvSpPr txBox="1"/>
              <p:nvPr/>
            </p:nvSpPr>
            <p:spPr>
              <a:xfrm>
                <a:off x="8046075" y="3521188"/>
                <a:ext cx="10516564" cy="3103350"/>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sSup>
                        <m:sSupPr>
                          <m:ctrlPr>
                            <a:rPr lang="en-PH" sz="5500" b="0" i="1" smtClean="0">
                              <a:solidFill>
                                <a:srgbClr val="1C2B2B"/>
                              </a:solidFill>
                              <a:latin typeface="Cambria Math" panose="02040503050406030204" pitchFamily="18" charset="0"/>
                              <a:ea typeface="Monterchi"/>
                              <a:cs typeface="Monterchi"/>
                              <a:sym typeface="Monterchi"/>
                            </a:rPr>
                          </m:ctrlPr>
                        </m:sSupPr>
                        <m:e>
                          <m:d>
                            <m:dPr>
                              <m:ctrlPr>
                                <a:rPr lang="en-PH" sz="5500" b="0" i="1" smtClean="0">
                                  <a:solidFill>
                                    <a:srgbClr val="1C2B2B"/>
                                  </a:solidFill>
                                  <a:latin typeface="Cambria Math" panose="02040503050406030204" pitchFamily="18" charset="0"/>
                                  <a:ea typeface="Monterchi"/>
                                  <a:cs typeface="Monterchi"/>
                                  <a:sym typeface="Monterchi"/>
                                </a:rPr>
                              </m:ctrlPr>
                            </m:dPr>
                            <m:e>
                              <m:r>
                                <a:rPr lang="en-PH" sz="5500" b="0" i="1" smtClean="0">
                                  <a:solidFill>
                                    <a:srgbClr val="1C2B2B"/>
                                  </a:solidFill>
                                  <a:latin typeface="Cambria Math" panose="02040503050406030204" pitchFamily="18" charset="0"/>
                                  <a:ea typeface="Monterchi"/>
                                  <a:cs typeface="Monterchi"/>
                                  <a:sym typeface="Monterchi"/>
                                </a:rPr>
                                <m:t>𝑥</m:t>
                              </m:r>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r>
                                    <a:rPr lang="en-PH" sz="5500" b="0" i="1" smtClean="0">
                                      <a:solidFill>
                                        <a:srgbClr val="1C2B2B"/>
                                      </a:solidFill>
                                      <a:latin typeface="Cambria Math" panose="02040503050406030204" pitchFamily="18" charset="0"/>
                                      <a:ea typeface="Monterchi"/>
                                      <a:cs typeface="Monterchi"/>
                                      <a:sym typeface="Monterchi"/>
                                    </a:rPr>
                                    <m:t>𝑏</m:t>
                                  </m:r>
                                </m:num>
                                <m:den>
                                  <m:r>
                                    <a:rPr lang="en-PH" sz="5500" b="0" i="1" smtClean="0">
                                      <a:solidFill>
                                        <a:srgbClr val="1C2B2B"/>
                                      </a:solidFill>
                                      <a:latin typeface="Cambria Math" panose="02040503050406030204" pitchFamily="18" charset="0"/>
                                      <a:ea typeface="Monterchi"/>
                                      <a:cs typeface="Monterchi"/>
                                      <a:sym typeface="Monterchi"/>
                                    </a:rPr>
                                    <m:t>2</m:t>
                                  </m:r>
                                  <m:r>
                                    <a:rPr lang="en-PH" sz="5500" b="0" i="1" smtClean="0">
                                      <a:solidFill>
                                        <a:srgbClr val="1C2B2B"/>
                                      </a:solidFill>
                                      <a:latin typeface="Cambria Math" panose="02040503050406030204" pitchFamily="18" charset="0"/>
                                      <a:ea typeface="Monterchi"/>
                                      <a:cs typeface="Monterchi"/>
                                      <a:sym typeface="Monterchi"/>
                                    </a:rPr>
                                    <m:t>𝑎</m:t>
                                  </m:r>
                                </m:den>
                              </m:f>
                            </m:e>
                          </m:d>
                        </m:e>
                        <m:sup>
                          <m:r>
                            <a:rPr lang="en-PH" sz="5500" b="0" i="1" smtClean="0">
                              <a:solidFill>
                                <a:srgbClr val="1C2B2B"/>
                              </a:solidFill>
                              <a:latin typeface="Cambria Math" panose="02040503050406030204" pitchFamily="18" charset="0"/>
                              <a:ea typeface="Monterchi"/>
                              <a:cs typeface="Monterchi"/>
                              <a:sym typeface="Monterchi"/>
                            </a:rPr>
                            <m:t>2</m:t>
                          </m:r>
                        </m:sup>
                      </m:sSup>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r>
                            <a:rPr lang="en-PH" sz="5500" b="0" i="1" smtClean="0">
                              <a:solidFill>
                                <a:srgbClr val="1C2B2B"/>
                              </a:solidFill>
                              <a:latin typeface="Cambria Math" panose="02040503050406030204" pitchFamily="18" charset="0"/>
                              <a:ea typeface="Monterchi"/>
                              <a:cs typeface="Monterchi"/>
                              <a:sym typeface="Monterchi"/>
                            </a:rPr>
                            <m:t>−4</m:t>
                          </m:r>
                          <m:r>
                            <a:rPr lang="en-PH" sz="5500" b="0" i="1" smtClean="0">
                              <a:solidFill>
                                <a:srgbClr val="1C2B2B"/>
                              </a:solidFill>
                              <a:latin typeface="Cambria Math" panose="02040503050406030204" pitchFamily="18" charset="0"/>
                              <a:ea typeface="Monterchi"/>
                              <a:cs typeface="Monterchi"/>
                              <a:sym typeface="Monterchi"/>
                            </a:rPr>
                            <m:t>𝑎𝑐</m:t>
                          </m:r>
                          <m:r>
                            <a:rPr lang="en-PH" sz="5500" b="0" i="1" smtClean="0">
                              <a:solidFill>
                                <a:srgbClr val="1C2B2B"/>
                              </a:solidFill>
                              <a:latin typeface="Cambria Math" panose="02040503050406030204" pitchFamily="18" charset="0"/>
                              <a:ea typeface="Monterchi"/>
                              <a:cs typeface="Monterchi"/>
                              <a:sym typeface="Monterchi"/>
                            </a:rPr>
                            <m:t>+</m:t>
                          </m:r>
                          <m:sSup>
                            <m:sSupPr>
                              <m:ctrlPr>
                                <a:rPr lang="en-PH" sz="5500" b="0" i="1" smtClean="0">
                                  <a:solidFill>
                                    <a:srgbClr val="1C2B2B"/>
                                  </a:solidFill>
                                  <a:latin typeface="Cambria Math" panose="02040503050406030204" pitchFamily="18" charset="0"/>
                                  <a:ea typeface="Monterchi"/>
                                  <a:cs typeface="Monterchi"/>
                                  <a:sym typeface="Monterchi"/>
                                </a:rPr>
                              </m:ctrlPr>
                            </m:sSupPr>
                            <m:e>
                              <m:r>
                                <a:rPr lang="en-PH" sz="5500" b="0" i="1" smtClean="0">
                                  <a:solidFill>
                                    <a:srgbClr val="1C2B2B"/>
                                  </a:solidFill>
                                  <a:latin typeface="Cambria Math" panose="02040503050406030204" pitchFamily="18" charset="0"/>
                                  <a:ea typeface="Monterchi"/>
                                  <a:cs typeface="Monterchi"/>
                                  <a:sym typeface="Monterchi"/>
                                </a:rPr>
                                <m:t>𝑏</m:t>
                              </m:r>
                            </m:e>
                            <m:sup>
                              <m:r>
                                <a:rPr lang="en-PH" sz="5500" b="0" i="1" smtClean="0">
                                  <a:solidFill>
                                    <a:srgbClr val="1C2B2B"/>
                                  </a:solidFill>
                                  <a:latin typeface="Cambria Math" panose="02040503050406030204" pitchFamily="18" charset="0"/>
                                  <a:ea typeface="Monterchi"/>
                                  <a:cs typeface="Monterchi"/>
                                  <a:sym typeface="Monterchi"/>
                                </a:rPr>
                                <m:t>2</m:t>
                              </m:r>
                            </m:sup>
                          </m:sSup>
                        </m:num>
                        <m:den>
                          <m:r>
                            <a:rPr lang="en-PH" sz="5500" b="0" i="1" smtClean="0">
                              <a:solidFill>
                                <a:srgbClr val="1C2B2B"/>
                              </a:solidFill>
                              <a:latin typeface="Cambria Math" panose="02040503050406030204" pitchFamily="18" charset="0"/>
                              <a:ea typeface="Monterchi"/>
                              <a:cs typeface="Monterchi"/>
                              <a:sym typeface="Monterchi"/>
                            </a:rPr>
                            <m:t>4</m:t>
                          </m:r>
                          <m:sSup>
                            <m:sSupPr>
                              <m:ctrlPr>
                                <a:rPr lang="en-PH" sz="5500" b="0" i="1" smtClean="0">
                                  <a:solidFill>
                                    <a:srgbClr val="1C2B2B"/>
                                  </a:solidFill>
                                  <a:latin typeface="Cambria Math" panose="02040503050406030204" pitchFamily="18" charset="0"/>
                                  <a:ea typeface="Monterchi"/>
                                  <a:cs typeface="Monterchi"/>
                                  <a:sym typeface="Monterchi"/>
                                </a:rPr>
                              </m:ctrlPr>
                            </m:sSupPr>
                            <m:e>
                              <m:r>
                                <a:rPr lang="en-PH" sz="5500" b="0" i="1" smtClean="0">
                                  <a:solidFill>
                                    <a:srgbClr val="1C2B2B"/>
                                  </a:solidFill>
                                  <a:latin typeface="Cambria Math" panose="02040503050406030204" pitchFamily="18" charset="0"/>
                                  <a:ea typeface="Monterchi"/>
                                  <a:cs typeface="Monterchi"/>
                                  <a:sym typeface="Monterchi"/>
                                </a:rPr>
                                <m:t>𝑎</m:t>
                              </m:r>
                            </m:e>
                            <m:sup>
                              <m:r>
                                <a:rPr lang="en-PH" sz="5500" b="0" i="1" smtClean="0">
                                  <a:solidFill>
                                    <a:srgbClr val="1C2B2B"/>
                                  </a:solidFill>
                                  <a:latin typeface="Cambria Math" panose="02040503050406030204" pitchFamily="18" charset="0"/>
                                  <a:ea typeface="Monterchi"/>
                                  <a:cs typeface="Monterchi"/>
                                  <a:sym typeface="Monterchi"/>
                                </a:rPr>
                                <m:t>2</m:t>
                              </m:r>
                            </m:sup>
                          </m:sSup>
                        </m:den>
                      </m:f>
                    </m:oMath>
                  </m:oMathPara>
                </a14:m>
                <a:endParaRPr lang="en-US" sz="5500" dirty="0">
                  <a:solidFill>
                    <a:srgbClr val="1C2B2B"/>
                  </a:solidFill>
                  <a:latin typeface="Monterchi"/>
                  <a:ea typeface="Monterchi"/>
                  <a:cs typeface="Monterchi"/>
                  <a:sym typeface="Monterchi"/>
                </a:endParaRPr>
              </a:p>
            </p:txBody>
          </p:sp>
        </mc:Choice>
        <mc:Fallback xmlns="">
          <p:sp>
            <p:nvSpPr>
              <p:cNvPr id="8" name="TextBox 7">
                <a:extLst>
                  <a:ext uri="{FF2B5EF4-FFF2-40B4-BE49-F238E27FC236}">
                    <a16:creationId xmlns:a16="http://schemas.microsoft.com/office/drawing/2014/main" id="{F525066C-C345-BC39-7C78-51749744283E}"/>
                  </a:ext>
                </a:extLst>
              </p:cNvPr>
              <p:cNvSpPr txBox="1">
                <a:spLocks noRot="1" noChangeAspect="1" noMove="1" noResize="1" noEditPoints="1" noAdjustHandles="1" noChangeArrowheads="1" noChangeShapeType="1" noTextEdit="1"/>
              </p:cNvSpPr>
              <p:nvPr/>
            </p:nvSpPr>
            <p:spPr>
              <a:xfrm>
                <a:off x="8046075" y="3521188"/>
                <a:ext cx="10516564" cy="3103350"/>
              </a:xfrm>
              <a:prstGeom prst="rect">
                <a:avLst/>
              </a:prstGeom>
              <a:blipFill>
                <a:blip r:embed="rId8"/>
                <a:stretch>
                  <a:fillRect/>
                </a:stretch>
              </a:blipFill>
            </p:spPr>
            <p:txBody>
              <a:bodyPr/>
              <a:lstStyle/>
              <a:p>
                <a:r>
                  <a:rPr lang="en-PH">
                    <a:noFill/>
                  </a:rPr>
                  <a:t> </a:t>
                </a:r>
              </a:p>
            </p:txBody>
          </p:sp>
        </mc:Fallback>
      </mc:AlternateContent>
      <p:sp>
        <p:nvSpPr>
          <p:cNvPr id="9" name="Arrow: Right 8">
            <a:extLst>
              <a:ext uri="{FF2B5EF4-FFF2-40B4-BE49-F238E27FC236}">
                <a16:creationId xmlns:a16="http://schemas.microsoft.com/office/drawing/2014/main" id="{1A19B465-3ECF-39EA-7173-9C56986FA737}"/>
              </a:ext>
            </a:extLst>
          </p:cNvPr>
          <p:cNvSpPr/>
          <p:nvPr/>
        </p:nvSpPr>
        <p:spPr>
          <a:xfrm>
            <a:off x="8515284" y="4714178"/>
            <a:ext cx="551224" cy="1391491"/>
          </a:xfrm>
          <a:prstGeom prst="rightArrow">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3C06748-E3D2-0C22-6CD3-FE47CA0AEC67}"/>
                  </a:ext>
                </a:extLst>
              </p:cNvPr>
              <p:cNvSpPr txBox="1"/>
              <p:nvPr/>
            </p:nvSpPr>
            <p:spPr>
              <a:xfrm>
                <a:off x="7915883" y="6291681"/>
                <a:ext cx="10516564" cy="3103350"/>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sSup>
                        <m:sSupPr>
                          <m:ctrlPr>
                            <a:rPr lang="en-PH" sz="5500" b="0" i="1" smtClean="0">
                              <a:solidFill>
                                <a:srgbClr val="1C2B2B"/>
                              </a:solidFill>
                              <a:latin typeface="Cambria Math" panose="02040503050406030204" pitchFamily="18" charset="0"/>
                              <a:ea typeface="Monterchi"/>
                              <a:cs typeface="Monterchi"/>
                              <a:sym typeface="Monterchi"/>
                            </a:rPr>
                          </m:ctrlPr>
                        </m:sSupPr>
                        <m:e>
                          <m:d>
                            <m:dPr>
                              <m:ctrlPr>
                                <a:rPr lang="en-PH" sz="5500" b="0" i="1" smtClean="0">
                                  <a:solidFill>
                                    <a:srgbClr val="1C2B2B"/>
                                  </a:solidFill>
                                  <a:latin typeface="Cambria Math" panose="02040503050406030204" pitchFamily="18" charset="0"/>
                                  <a:ea typeface="Monterchi"/>
                                  <a:cs typeface="Monterchi"/>
                                  <a:sym typeface="Monterchi"/>
                                </a:rPr>
                              </m:ctrlPr>
                            </m:dPr>
                            <m:e>
                              <m:r>
                                <a:rPr lang="en-PH" sz="5500" b="0" i="1" smtClean="0">
                                  <a:solidFill>
                                    <a:srgbClr val="1C2B2B"/>
                                  </a:solidFill>
                                  <a:latin typeface="Cambria Math" panose="02040503050406030204" pitchFamily="18" charset="0"/>
                                  <a:ea typeface="Monterchi"/>
                                  <a:cs typeface="Monterchi"/>
                                  <a:sym typeface="Monterchi"/>
                                </a:rPr>
                                <m:t>𝑥</m:t>
                              </m:r>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r>
                                    <a:rPr lang="en-PH" sz="5500" b="0" i="1" smtClean="0">
                                      <a:solidFill>
                                        <a:srgbClr val="1C2B2B"/>
                                      </a:solidFill>
                                      <a:latin typeface="Cambria Math" panose="02040503050406030204" pitchFamily="18" charset="0"/>
                                      <a:ea typeface="Monterchi"/>
                                      <a:cs typeface="Monterchi"/>
                                      <a:sym typeface="Monterchi"/>
                                    </a:rPr>
                                    <m:t>𝑏</m:t>
                                  </m:r>
                                </m:num>
                                <m:den>
                                  <m:r>
                                    <a:rPr lang="en-PH" sz="5500" b="0" i="1" smtClean="0">
                                      <a:solidFill>
                                        <a:srgbClr val="1C2B2B"/>
                                      </a:solidFill>
                                      <a:latin typeface="Cambria Math" panose="02040503050406030204" pitchFamily="18" charset="0"/>
                                      <a:ea typeface="Monterchi"/>
                                      <a:cs typeface="Monterchi"/>
                                      <a:sym typeface="Monterchi"/>
                                    </a:rPr>
                                    <m:t>2</m:t>
                                  </m:r>
                                  <m:r>
                                    <a:rPr lang="en-PH" sz="5500" b="0" i="1" smtClean="0">
                                      <a:solidFill>
                                        <a:srgbClr val="1C2B2B"/>
                                      </a:solidFill>
                                      <a:latin typeface="Cambria Math" panose="02040503050406030204" pitchFamily="18" charset="0"/>
                                      <a:ea typeface="Monterchi"/>
                                      <a:cs typeface="Monterchi"/>
                                      <a:sym typeface="Monterchi"/>
                                    </a:rPr>
                                    <m:t>𝑎</m:t>
                                  </m:r>
                                </m:den>
                              </m:f>
                            </m:e>
                          </m:d>
                        </m:e>
                        <m:sup>
                          <m:r>
                            <a:rPr lang="en-PH" sz="5500" b="0" i="1" smtClean="0">
                              <a:solidFill>
                                <a:srgbClr val="1C2B2B"/>
                              </a:solidFill>
                              <a:latin typeface="Cambria Math" panose="02040503050406030204" pitchFamily="18" charset="0"/>
                              <a:ea typeface="Monterchi"/>
                              <a:cs typeface="Monterchi"/>
                              <a:sym typeface="Monterchi"/>
                            </a:rPr>
                            <m:t>2</m:t>
                          </m:r>
                        </m:sup>
                      </m:sSup>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sSup>
                            <m:sSupPr>
                              <m:ctrlPr>
                                <a:rPr lang="en-PH" sz="5500" b="0" i="1" smtClean="0">
                                  <a:solidFill>
                                    <a:srgbClr val="1C2B2B"/>
                                  </a:solidFill>
                                  <a:latin typeface="Cambria Math" panose="02040503050406030204" pitchFamily="18" charset="0"/>
                                  <a:ea typeface="Monterchi"/>
                                  <a:cs typeface="Monterchi"/>
                                  <a:sym typeface="Monterchi"/>
                                </a:rPr>
                              </m:ctrlPr>
                            </m:sSupPr>
                            <m:e>
                              <m:r>
                                <a:rPr lang="en-PH" sz="5500" b="0" i="1" smtClean="0">
                                  <a:solidFill>
                                    <a:srgbClr val="1C2B2B"/>
                                  </a:solidFill>
                                  <a:latin typeface="Cambria Math" panose="02040503050406030204" pitchFamily="18" charset="0"/>
                                  <a:ea typeface="Monterchi"/>
                                  <a:cs typeface="Monterchi"/>
                                  <a:sym typeface="Monterchi"/>
                                </a:rPr>
                                <m:t>𝑏</m:t>
                              </m:r>
                            </m:e>
                            <m:sup>
                              <m:r>
                                <a:rPr lang="en-PH" sz="5500" b="0" i="1" smtClean="0">
                                  <a:solidFill>
                                    <a:srgbClr val="1C2B2B"/>
                                  </a:solidFill>
                                  <a:latin typeface="Cambria Math" panose="02040503050406030204" pitchFamily="18" charset="0"/>
                                  <a:ea typeface="Monterchi"/>
                                  <a:cs typeface="Monterchi"/>
                                  <a:sym typeface="Monterchi"/>
                                </a:rPr>
                                <m:t>2</m:t>
                              </m:r>
                            </m:sup>
                          </m:sSup>
                          <m:r>
                            <a:rPr lang="en-PH" sz="5500" b="0" i="1" smtClean="0">
                              <a:solidFill>
                                <a:srgbClr val="1C2B2B"/>
                              </a:solidFill>
                              <a:latin typeface="Cambria Math" panose="02040503050406030204" pitchFamily="18" charset="0"/>
                              <a:ea typeface="Monterchi"/>
                              <a:cs typeface="Monterchi"/>
                              <a:sym typeface="Monterchi"/>
                            </a:rPr>
                            <m:t>−4</m:t>
                          </m:r>
                          <m:r>
                            <a:rPr lang="en-PH" sz="5500" b="0" i="1" smtClean="0">
                              <a:solidFill>
                                <a:srgbClr val="1C2B2B"/>
                              </a:solidFill>
                              <a:latin typeface="Cambria Math" panose="02040503050406030204" pitchFamily="18" charset="0"/>
                              <a:ea typeface="Monterchi"/>
                              <a:cs typeface="Monterchi"/>
                              <a:sym typeface="Monterchi"/>
                            </a:rPr>
                            <m:t>𝑎𝑐</m:t>
                          </m:r>
                        </m:num>
                        <m:den>
                          <m:r>
                            <a:rPr lang="en-PH" sz="5500" b="0" i="1" smtClean="0">
                              <a:solidFill>
                                <a:srgbClr val="1C2B2B"/>
                              </a:solidFill>
                              <a:latin typeface="Cambria Math" panose="02040503050406030204" pitchFamily="18" charset="0"/>
                              <a:ea typeface="Monterchi"/>
                              <a:cs typeface="Monterchi"/>
                              <a:sym typeface="Monterchi"/>
                            </a:rPr>
                            <m:t>4</m:t>
                          </m:r>
                          <m:sSup>
                            <m:sSupPr>
                              <m:ctrlPr>
                                <a:rPr lang="en-PH" sz="5500" b="0" i="1" smtClean="0">
                                  <a:solidFill>
                                    <a:srgbClr val="1C2B2B"/>
                                  </a:solidFill>
                                  <a:latin typeface="Cambria Math" panose="02040503050406030204" pitchFamily="18" charset="0"/>
                                  <a:ea typeface="Monterchi"/>
                                  <a:cs typeface="Monterchi"/>
                                  <a:sym typeface="Monterchi"/>
                                </a:rPr>
                              </m:ctrlPr>
                            </m:sSupPr>
                            <m:e>
                              <m:r>
                                <a:rPr lang="en-PH" sz="5500" b="0" i="1" smtClean="0">
                                  <a:solidFill>
                                    <a:srgbClr val="1C2B2B"/>
                                  </a:solidFill>
                                  <a:latin typeface="Cambria Math" panose="02040503050406030204" pitchFamily="18" charset="0"/>
                                  <a:ea typeface="Monterchi"/>
                                  <a:cs typeface="Monterchi"/>
                                  <a:sym typeface="Monterchi"/>
                                </a:rPr>
                                <m:t>𝑎</m:t>
                              </m:r>
                            </m:e>
                            <m:sup>
                              <m:r>
                                <a:rPr lang="en-PH" sz="5500" b="0" i="1" smtClean="0">
                                  <a:solidFill>
                                    <a:srgbClr val="1C2B2B"/>
                                  </a:solidFill>
                                  <a:latin typeface="Cambria Math" panose="02040503050406030204" pitchFamily="18" charset="0"/>
                                  <a:ea typeface="Monterchi"/>
                                  <a:cs typeface="Monterchi"/>
                                  <a:sym typeface="Monterchi"/>
                                </a:rPr>
                                <m:t>2</m:t>
                              </m:r>
                            </m:sup>
                          </m:sSup>
                        </m:den>
                      </m:f>
                    </m:oMath>
                  </m:oMathPara>
                </a14:m>
                <a:endParaRPr lang="en-US" sz="5500" dirty="0">
                  <a:solidFill>
                    <a:srgbClr val="1C2B2B"/>
                  </a:solidFill>
                  <a:latin typeface="Monterchi"/>
                  <a:ea typeface="Monterchi"/>
                  <a:cs typeface="Monterchi"/>
                  <a:sym typeface="Monterchi"/>
                </a:endParaRPr>
              </a:p>
            </p:txBody>
          </p:sp>
        </mc:Choice>
        <mc:Fallback xmlns="">
          <p:sp>
            <p:nvSpPr>
              <p:cNvPr id="10" name="TextBox 9">
                <a:extLst>
                  <a:ext uri="{FF2B5EF4-FFF2-40B4-BE49-F238E27FC236}">
                    <a16:creationId xmlns:a16="http://schemas.microsoft.com/office/drawing/2014/main" id="{E3C06748-E3D2-0C22-6CD3-FE47CA0AEC67}"/>
                  </a:ext>
                </a:extLst>
              </p:cNvPr>
              <p:cNvSpPr txBox="1">
                <a:spLocks noRot="1" noChangeAspect="1" noMove="1" noResize="1" noEditPoints="1" noAdjustHandles="1" noChangeArrowheads="1" noChangeShapeType="1" noTextEdit="1"/>
              </p:cNvSpPr>
              <p:nvPr/>
            </p:nvSpPr>
            <p:spPr>
              <a:xfrm>
                <a:off x="7915883" y="6291681"/>
                <a:ext cx="10516564" cy="3103350"/>
              </a:xfrm>
              <a:prstGeom prst="rect">
                <a:avLst/>
              </a:prstGeom>
              <a:blipFill>
                <a:blip r:embed="rId9"/>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982503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63D7F848-97E9-6960-B751-FC30CD45C3E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9DE28BD-004A-65EE-7D9B-433CAF13BCA0}"/>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1595888C-DC5D-1953-E4B6-F8E79B1ACD4B}"/>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E7508CA8-AF06-6F52-2B03-11B22FD7E9FA}"/>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A01E11CA-DBAC-5A68-E348-8384C880D1D1}"/>
              </a:ext>
            </a:extLst>
          </p:cNvPr>
          <p:cNvGrpSpPr/>
          <p:nvPr/>
        </p:nvGrpSpPr>
        <p:grpSpPr>
          <a:xfrm>
            <a:off x="380999" y="353752"/>
            <a:ext cx="17315429" cy="9579496"/>
            <a:chOff x="0" y="0"/>
            <a:chExt cx="3381238" cy="1870887"/>
          </a:xfrm>
        </p:grpSpPr>
        <p:sp>
          <p:nvSpPr>
            <p:cNvPr id="6" name="Freeform 6">
              <a:extLst>
                <a:ext uri="{FF2B5EF4-FFF2-40B4-BE49-F238E27FC236}">
                  <a16:creationId xmlns:a16="http://schemas.microsoft.com/office/drawing/2014/main" id="{20E82EC6-8734-5F4F-2A9D-013A6BF3CBF6}"/>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02C58180-1A63-5AB8-F5EE-96FD69EDB5F6}"/>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1D509F64-5B6E-4F11-5803-23AC0FBB2E70}"/>
              </a:ext>
            </a:extLst>
          </p:cNvPr>
          <p:cNvSpPr/>
          <p:nvPr/>
        </p:nvSpPr>
        <p:spPr>
          <a:xfrm flipH="1">
            <a:off x="0" y="9440602"/>
            <a:ext cx="1170043" cy="1041481"/>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BB4C8BB-C0F7-6903-908D-FA0A9F52C362}"/>
                  </a:ext>
                </a:extLst>
              </p:cNvPr>
              <p:cNvSpPr txBox="1"/>
              <p:nvPr/>
            </p:nvSpPr>
            <p:spPr>
              <a:xfrm>
                <a:off x="3579576" y="388223"/>
                <a:ext cx="10516564" cy="3103350"/>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sSup>
                        <m:sSupPr>
                          <m:ctrlPr>
                            <a:rPr lang="en-PH" sz="5500" b="0" i="1" smtClean="0">
                              <a:solidFill>
                                <a:srgbClr val="1C2B2B"/>
                              </a:solidFill>
                              <a:latin typeface="Cambria Math" panose="02040503050406030204" pitchFamily="18" charset="0"/>
                              <a:ea typeface="Monterchi"/>
                              <a:cs typeface="Monterchi"/>
                              <a:sym typeface="Monterchi"/>
                            </a:rPr>
                          </m:ctrlPr>
                        </m:sSupPr>
                        <m:e>
                          <m:d>
                            <m:dPr>
                              <m:ctrlPr>
                                <a:rPr lang="en-PH" sz="5500" b="0" i="1" smtClean="0">
                                  <a:solidFill>
                                    <a:srgbClr val="1C2B2B"/>
                                  </a:solidFill>
                                  <a:latin typeface="Cambria Math" panose="02040503050406030204" pitchFamily="18" charset="0"/>
                                  <a:ea typeface="Monterchi"/>
                                  <a:cs typeface="Monterchi"/>
                                  <a:sym typeface="Monterchi"/>
                                </a:rPr>
                              </m:ctrlPr>
                            </m:dPr>
                            <m:e>
                              <m:r>
                                <a:rPr lang="en-PH" sz="5500" b="0" i="1" smtClean="0">
                                  <a:solidFill>
                                    <a:srgbClr val="1C2B2B"/>
                                  </a:solidFill>
                                  <a:latin typeface="Cambria Math" panose="02040503050406030204" pitchFamily="18" charset="0"/>
                                  <a:ea typeface="Monterchi"/>
                                  <a:cs typeface="Monterchi"/>
                                  <a:sym typeface="Monterchi"/>
                                </a:rPr>
                                <m:t>𝑥</m:t>
                              </m:r>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r>
                                    <a:rPr lang="en-PH" sz="5500" b="0" i="1" smtClean="0">
                                      <a:solidFill>
                                        <a:srgbClr val="1C2B2B"/>
                                      </a:solidFill>
                                      <a:latin typeface="Cambria Math" panose="02040503050406030204" pitchFamily="18" charset="0"/>
                                      <a:ea typeface="Monterchi"/>
                                      <a:cs typeface="Monterchi"/>
                                      <a:sym typeface="Monterchi"/>
                                    </a:rPr>
                                    <m:t>𝑏</m:t>
                                  </m:r>
                                </m:num>
                                <m:den>
                                  <m:r>
                                    <a:rPr lang="en-PH" sz="5500" b="0" i="1" smtClean="0">
                                      <a:solidFill>
                                        <a:srgbClr val="1C2B2B"/>
                                      </a:solidFill>
                                      <a:latin typeface="Cambria Math" panose="02040503050406030204" pitchFamily="18" charset="0"/>
                                      <a:ea typeface="Monterchi"/>
                                      <a:cs typeface="Monterchi"/>
                                      <a:sym typeface="Monterchi"/>
                                    </a:rPr>
                                    <m:t>2</m:t>
                                  </m:r>
                                  <m:r>
                                    <a:rPr lang="en-PH" sz="5500" b="0" i="1" smtClean="0">
                                      <a:solidFill>
                                        <a:srgbClr val="1C2B2B"/>
                                      </a:solidFill>
                                      <a:latin typeface="Cambria Math" panose="02040503050406030204" pitchFamily="18" charset="0"/>
                                      <a:ea typeface="Monterchi"/>
                                      <a:cs typeface="Monterchi"/>
                                      <a:sym typeface="Monterchi"/>
                                    </a:rPr>
                                    <m:t>𝑎</m:t>
                                  </m:r>
                                </m:den>
                              </m:f>
                            </m:e>
                          </m:d>
                        </m:e>
                        <m:sup>
                          <m:r>
                            <a:rPr lang="en-PH" sz="5500" b="0" i="1" smtClean="0">
                              <a:solidFill>
                                <a:srgbClr val="1C2B2B"/>
                              </a:solidFill>
                              <a:latin typeface="Cambria Math" panose="02040503050406030204" pitchFamily="18" charset="0"/>
                              <a:ea typeface="Monterchi"/>
                              <a:cs typeface="Monterchi"/>
                              <a:sym typeface="Monterchi"/>
                            </a:rPr>
                            <m:t>2</m:t>
                          </m:r>
                        </m:sup>
                      </m:sSup>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sSup>
                            <m:sSupPr>
                              <m:ctrlPr>
                                <a:rPr lang="en-PH" sz="5500" b="0" i="1" smtClean="0">
                                  <a:solidFill>
                                    <a:srgbClr val="1C2B2B"/>
                                  </a:solidFill>
                                  <a:latin typeface="Cambria Math" panose="02040503050406030204" pitchFamily="18" charset="0"/>
                                  <a:ea typeface="Monterchi"/>
                                  <a:cs typeface="Monterchi"/>
                                  <a:sym typeface="Monterchi"/>
                                </a:rPr>
                              </m:ctrlPr>
                            </m:sSupPr>
                            <m:e>
                              <m:r>
                                <a:rPr lang="en-PH" sz="5500" b="0" i="1" smtClean="0">
                                  <a:solidFill>
                                    <a:srgbClr val="1C2B2B"/>
                                  </a:solidFill>
                                  <a:latin typeface="Cambria Math" panose="02040503050406030204" pitchFamily="18" charset="0"/>
                                  <a:ea typeface="Monterchi"/>
                                  <a:cs typeface="Monterchi"/>
                                  <a:sym typeface="Monterchi"/>
                                </a:rPr>
                                <m:t>𝑏</m:t>
                              </m:r>
                            </m:e>
                            <m:sup>
                              <m:r>
                                <a:rPr lang="en-PH" sz="5500" b="0" i="1" smtClean="0">
                                  <a:solidFill>
                                    <a:srgbClr val="1C2B2B"/>
                                  </a:solidFill>
                                  <a:latin typeface="Cambria Math" panose="02040503050406030204" pitchFamily="18" charset="0"/>
                                  <a:ea typeface="Monterchi"/>
                                  <a:cs typeface="Monterchi"/>
                                  <a:sym typeface="Monterchi"/>
                                </a:rPr>
                                <m:t>2</m:t>
                              </m:r>
                            </m:sup>
                          </m:sSup>
                          <m:r>
                            <a:rPr lang="en-PH" sz="5500" b="0" i="1" smtClean="0">
                              <a:solidFill>
                                <a:srgbClr val="1C2B2B"/>
                              </a:solidFill>
                              <a:latin typeface="Cambria Math" panose="02040503050406030204" pitchFamily="18" charset="0"/>
                              <a:ea typeface="Monterchi"/>
                              <a:cs typeface="Monterchi"/>
                              <a:sym typeface="Monterchi"/>
                            </a:rPr>
                            <m:t>−4</m:t>
                          </m:r>
                          <m:r>
                            <a:rPr lang="en-PH" sz="5500" b="0" i="1" smtClean="0">
                              <a:solidFill>
                                <a:srgbClr val="1C2B2B"/>
                              </a:solidFill>
                              <a:latin typeface="Cambria Math" panose="02040503050406030204" pitchFamily="18" charset="0"/>
                              <a:ea typeface="Monterchi"/>
                              <a:cs typeface="Monterchi"/>
                              <a:sym typeface="Monterchi"/>
                            </a:rPr>
                            <m:t>𝑎𝑐</m:t>
                          </m:r>
                        </m:num>
                        <m:den>
                          <m:r>
                            <a:rPr lang="en-PH" sz="5500" b="0" i="1" smtClean="0">
                              <a:solidFill>
                                <a:srgbClr val="1C2B2B"/>
                              </a:solidFill>
                              <a:latin typeface="Cambria Math" panose="02040503050406030204" pitchFamily="18" charset="0"/>
                              <a:ea typeface="Monterchi"/>
                              <a:cs typeface="Monterchi"/>
                              <a:sym typeface="Monterchi"/>
                            </a:rPr>
                            <m:t>4</m:t>
                          </m:r>
                          <m:sSup>
                            <m:sSupPr>
                              <m:ctrlPr>
                                <a:rPr lang="en-PH" sz="5500" b="0" i="1" smtClean="0">
                                  <a:solidFill>
                                    <a:srgbClr val="1C2B2B"/>
                                  </a:solidFill>
                                  <a:latin typeface="Cambria Math" panose="02040503050406030204" pitchFamily="18" charset="0"/>
                                  <a:ea typeface="Monterchi"/>
                                  <a:cs typeface="Monterchi"/>
                                  <a:sym typeface="Monterchi"/>
                                </a:rPr>
                              </m:ctrlPr>
                            </m:sSupPr>
                            <m:e>
                              <m:r>
                                <a:rPr lang="en-PH" sz="5500" b="0" i="1" smtClean="0">
                                  <a:solidFill>
                                    <a:srgbClr val="1C2B2B"/>
                                  </a:solidFill>
                                  <a:latin typeface="Cambria Math" panose="02040503050406030204" pitchFamily="18" charset="0"/>
                                  <a:ea typeface="Monterchi"/>
                                  <a:cs typeface="Monterchi"/>
                                  <a:sym typeface="Monterchi"/>
                                </a:rPr>
                                <m:t>𝑎</m:t>
                              </m:r>
                            </m:e>
                            <m:sup>
                              <m:r>
                                <a:rPr lang="en-PH" sz="5500" b="0" i="1" smtClean="0">
                                  <a:solidFill>
                                    <a:srgbClr val="1C2B2B"/>
                                  </a:solidFill>
                                  <a:latin typeface="Cambria Math" panose="02040503050406030204" pitchFamily="18" charset="0"/>
                                  <a:ea typeface="Monterchi"/>
                                  <a:cs typeface="Monterchi"/>
                                  <a:sym typeface="Monterchi"/>
                                </a:rPr>
                                <m:t>2</m:t>
                              </m:r>
                            </m:sup>
                          </m:sSup>
                        </m:den>
                      </m:f>
                    </m:oMath>
                  </m:oMathPara>
                </a14:m>
                <a:endParaRPr lang="en-US" sz="5500" dirty="0">
                  <a:solidFill>
                    <a:srgbClr val="1C2B2B"/>
                  </a:solidFill>
                  <a:latin typeface="Monterchi"/>
                  <a:ea typeface="Monterchi"/>
                  <a:cs typeface="Monterchi"/>
                  <a:sym typeface="Monterchi"/>
                </a:endParaRPr>
              </a:p>
            </p:txBody>
          </p:sp>
        </mc:Choice>
        <mc:Fallback xmlns="">
          <p:sp>
            <p:nvSpPr>
              <p:cNvPr id="10" name="TextBox 9">
                <a:extLst>
                  <a:ext uri="{FF2B5EF4-FFF2-40B4-BE49-F238E27FC236}">
                    <a16:creationId xmlns:a16="http://schemas.microsoft.com/office/drawing/2014/main" id="{BBB4C8BB-C0F7-6903-908D-FA0A9F52C362}"/>
                  </a:ext>
                </a:extLst>
              </p:cNvPr>
              <p:cNvSpPr txBox="1">
                <a:spLocks noRot="1" noChangeAspect="1" noMove="1" noResize="1" noEditPoints="1" noAdjustHandles="1" noChangeArrowheads="1" noChangeShapeType="1" noTextEdit="1"/>
              </p:cNvSpPr>
              <p:nvPr/>
            </p:nvSpPr>
            <p:spPr>
              <a:xfrm>
                <a:off x="3579576" y="388223"/>
                <a:ext cx="10516564" cy="3103350"/>
              </a:xfrm>
              <a:prstGeom prst="rect">
                <a:avLst/>
              </a:prstGeom>
              <a:blipFill>
                <a:blip r:embed="rId5"/>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A33F622-96C1-5E12-735A-408C720672D3}"/>
                  </a:ext>
                </a:extLst>
              </p:cNvPr>
              <p:cNvSpPr txBox="1"/>
              <p:nvPr/>
            </p:nvSpPr>
            <p:spPr>
              <a:xfrm>
                <a:off x="3583205" y="3491573"/>
                <a:ext cx="10516564" cy="3768852"/>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rad>
                        <m:radPr>
                          <m:degHide m:val="on"/>
                          <m:ctrlPr>
                            <a:rPr lang="en-PH" sz="5500" i="1">
                              <a:solidFill>
                                <a:srgbClr val="1C2B2B"/>
                              </a:solidFill>
                              <a:latin typeface="Cambria Math" panose="02040503050406030204" pitchFamily="18" charset="0"/>
                              <a:sym typeface="Monterchi"/>
                            </a:rPr>
                          </m:ctrlPr>
                        </m:radPr>
                        <m:deg/>
                        <m:e>
                          <m:sSup>
                            <m:sSupPr>
                              <m:ctrlPr>
                                <a:rPr lang="en-PH" sz="5500" i="1">
                                  <a:solidFill>
                                    <a:srgbClr val="1C2B2B"/>
                                  </a:solidFill>
                                  <a:latin typeface="Cambria Math" panose="02040503050406030204" pitchFamily="18" charset="0"/>
                                  <a:sym typeface="Monterchi"/>
                                </a:rPr>
                              </m:ctrlPr>
                            </m:sSupPr>
                            <m:e>
                              <m:d>
                                <m:dPr>
                                  <m:ctrlPr>
                                    <a:rPr lang="en-PH" sz="5500" i="1">
                                      <a:solidFill>
                                        <a:srgbClr val="1C2B2B"/>
                                      </a:solidFill>
                                      <a:latin typeface="Cambria Math" panose="02040503050406030204" pitchFamily="18" charset="0"/>
                                      <a:sym typeface="Monterchi"/>
                                    </a:rPr>
                                  </m:ctrlPr>
                                </m:dPr>
                                <m:e>
                                  <m:r>
                                    <a:rPr lang="en-PH" sz="5500" i="1">
                                      <a:solidFill>
                                        <a:srgbClr val="1C2B2B"/>
                                      </a:solidFill>
                                      <a:latin typeface="Cambria Math" panose="02040503050406030204" pitchFamily="18" charset="0"/>
                                      <a:sym typeface="Monterchi"/>
                                    </a:rPr>
                                    <m:t>𝑥</m:t>
                                  </m:r>
                                  <m:r>
                                    <a:rPr lang="en-PH" sz="5500" i="1">
                                      <a:solidFill>
                                        <a:srgbClr val="1C2B2B"/>
                                      </a:solidFill>
                                      <a:latin typeface="Cambria Math" panose="02040503050406030204" pitchFamily="18" charset="0"/>
                                      <a:sym typeface="Monterchi"/>
                                    </a:rPr>
                                    <m:t>+</m:t>
                                  </m:r>
                                  <m:f>
                                    <m:fPr>
                                      <m:ctrlPr>
                                        <a:rPr lang="en-PH" sz="5500" i="1">
                                          <a:solidFill>
                                            <a:srgbClr val="1C2B2B"/>
                                          </a:solidFill>
                                          <a:latin typeface="Cambria Math" panose="02040503050406030204" pitchFamily="18" charset="0"/>
                                          <a:sym typeface="Monterchi"/>
                                        </a:rPr>
                                      </m:ctrlPr>
                                    </m:fPr>
                                    <m:num>
                                      <m:r>
                                        <a:rPr lang="en-PH" sz="5500" i="1">
                                          <a:solidFill>
                                            <a:srgbClr val="1C2B2B"/>
                                          </a:solidFill>
                                          <a:latin typeface="Cambria Math" panose="02040503050406030204" pitchFamily="18" charset="0"/>
                                          <a:sym typeface="Monterchi"/>
                                        </a:rPr>
                                        <m:t>𝑏</m:t>
                                      </m:r>
                                    </m:num>
                                    <m:den>
                                      <m:r>
                                        <a:rPr lang="en-PH" sz="5500" i="1">
                                          <a:solidFill>
                                            <a:srgbClr val="1C2B2B"/>
                                          </a:solidFill>
                                          <a:latin typeface="Cambria Math" panose="02040503050406030204" pitchFamily="18" charset="0"/>
                                          <a:sym typeface="Monterchi"/>
                                        </a:rPr>
                                        <m:t>2</m:t>
                                      </m:r>
                                      <m:r>
                                        <a:rPr lang="en-PH" sz="5500" i="1">
                                          <a:solidFill>
                                            <a:srgbClr val="1C2B2B"/>
                                          </a:solidFill>
                                          <a:latin typeface="Cambria Math" panose="02040503050406030204" pitchFamily="18" charset="0"/>
                                          <a:sym typeface="Monterchi"/>
                                        </a:rPr>
                                        <m:t>𝑎</m:t>
                                      </m:r>
                                    </m:den>
                                  </m:f>
                                </m:e>
                              </m:d>
                            </m:e>
                            <m:sup>
                              <m:r>
                                <a:rPr lang="en-PH" sz="5500" i="1">
                                  <a:solidFill>
                                    <a:srgbClr val="1C2B2B"/>
                                  </a:solidFill>
                                  <a:latin typeface="Cambria Math" panose="02040503050406030204" pitchFamily="18" charset="0"/>
                                  <a:sym typeface="Monterchi"/>
                                </a:rPr>
                                <m:t>2</m:t>
                              </m:r>
                            </m:sup>
                          </m:sSup>
                        </m:e>
                      </m:rad>
                      <m:r>
                        <a:rPr lang="en-PH" sz="5500" i="1">
                          <a:solidFill>
                            <a:srgbClr val="1C2B2B"/>
                          </a:solidFill>
                          <a:latin typeface="Cambria Math" panose="02040503050406030204" pitchFamily="18" charset="0"/>
                          <a:ea typeface="Monterchi"/>
                          <a:cs typeface="Monterchi"/>
                          <a:sym typeface="Monterchi"/>
                        </a:rPr>
                        <m:t>=± </m:t>
                      </m:r>
                      <m:rad>
                        <m:radPr>
                          <m:degHide m:val="on"/>
                          <m:ctrlPr>
                            <a:rPr lang="en-PH" sz="5500" i="1">
                              <a:solidFill>
                                <a:srgbClr val="1C2B2B"/>
                              </a:solidFill>
                              <a:latin typeface="Cambria Math" panose="02040503050406030204" pitchFamily="18" charset="0"/>
                              <a:sym typeface="Monterchi"/>
                            </a:rPr>
                          </m:ctrlPr>
                        </m:radPr>
                        <m:deg/>
                        <m:e>
                          <m:f>
                            <m:fPr>
                              <m:ctrlPr>
                                <a:rPr lang="en-PH" sz="5500" i="1">
                                  <a:solidFill>
                                    <a:srgbClr val="1C2B2B"/>
                                  </a:solidFill>
                                  <a:latin typeface="Cambria Math" panose="02040503050406030204" pitchFamily="18" charset="0"/>
                                  <a:sym typeface="Monterchi"/>
                                </a:rPr>
                              </m:ctrlPr>
                            </m:fPr>
                            <m:num>
                              <m:sSup>
                                <m:sSupPr>
                                  <m:ctrlPr>
                                    <a:rPr lang="en-PH" sz="5500" i="1">
                                      <a:solidFill>
                                        <a:srgbClr val="1C2B2B"/>
                                      </a:solidFill>
                                      <a:latin typeface="Cambria Math" panose="02040503050406030204" pitchFamily="18" charset="0"/>
                                      <a:sym typeface="Monterchi"/>
                                    </a:rPr>
                                  </m:ctrlPr>
                                </m:sSupPr>
                                <m:e>
                                  <m:r>
                                    <a:rPr lang="en-PH" sz="5500" i="1">
                                      <a:solidFill>
                                        <a:srgbClr val="1C2B2B"/>
                                      </a:solidFill>
                                      <a:latin typeface="Cambria Math" panose="02040503050406030204" pitchFamily="18" charset="0"/>
                                      <a:sym typeface="Monterchi"/>
                                    </a:rPr>
                                    <m:t>𝑏</m:t>
                                  </m:r>
                                </m:e>
                                <m:sup>
                                  <m:r>
                                    <a:rPr lang="en-PH" sz="5500" i="1">
                                      <a:solidFill>
                                        <a:srgbClr val="1C2B2B"/>
                                      </a:solidFill>
                                      <a:latin typeface="Cambria Math" panose="02040503050406030204" pitchFamily="18" charset="0"/>
                                      <a:sym typeface="Monterchi"/>
                                    </a:rPr>
                                    <m:t>2</m:t>
                                  </m:r>
                                </m:sup>
                              </m:sSup>
                              <m:r>
                                <a:rPr lang="en-PH" sz="5500" i="1">
                                  <a:solidFill>
                                    <a:srgbClr val="1C2B2B"/>
                                  </a:solidFill>
                                  <a:latin typeface="Cambria Math" panose="02040503050406030204" pitchFamily="18" charset="0"/>
                                  <a:sym typeface="Monterchi"/>
                                </a:rPr>
                                <m:t>−4</m:t>
                              </m:r>
                              <m:r>
                                <a:rPr lang="en-PH" sz="5500" i="1">
                                  <a:solidFill>
                                    <a:srgbClr val="1C2B2B"/>
                                  </a:solidFill>
                                  <a:latin typeface="Cambria Math" panose="02040503050406030204" pitchFamily="18" charset="0"/>
                                  <a:sym typeface="Monterchi"/>
                                </a:rPr>
                                <m:t>𝑎𝑐</m:t>
                              </m:r>
                            </m:num>
                            <m:den>
                              <m:r>
                                <a:rPr lang="en-PH" sz="5500" i="1">
                                  <a:solidFill>
                                    <a:srgbClr val="1C2B2B"/>
                                  </a:solidFill>
                                  <a:latin typeface="Cambria Math" panose="02040503050406030204" pitchFamily="18" charset="0"/>
                                  <a:sym typeface="Monterchi"/>
                                </a:rPr>
                                <m:t>4</m:t>
                              </m:r>
                              <m:sSup>
                                <m:sSupPr>
                                  <m:ctrlPr>
                                    <a:rPr lang="en-PH" sz="5500" i="1">
                                      <a:solidFill>
                                        <a:srgbClr val="1C2B2B"/>
                                      </a:solidFill>
                                      <a:latin typeface="Cambria Math" panose="02040503050406030204" pitchFamily="18" charset="0"/>
                                      <a:sym typeface="Monterchi"/>
                                    </a:rPr>
                                  </m:ctrlPr>
                                </m:sSupPr>
                                <m:e>
                                  <m:r>
                                    <a:rPr lang="en-PH" sz="5500" i="1">
                                      <a:solidFill>
                                        <a:srgbClr val="1C2B2B"/>
                                      </a:solidFill>
                                      <a:latin typeface="Cambria Math" panose="02040503050406030204" pitchFamily="18" charset="0"/>
                                      <a:sym typeface="Monterchi"/>
                                    </a:rPr>
                                    <m:t>𝑎</m:t>
                                  </m:r>
                                </m:e>
                                <m:sup>
                                  <m:r>
                                    <a:rPr lang="en-PH" sz="5500" i="1">
                                      <a:solidFill>
                                        <a:srgbClr val="1C2B2B"/>
                                      </a:solidFill>
                                      <a:latin typeface="Cambria Math" panose="02040503050406030204" pitchFamily="18" charset="0"/>
                                      <a:sym typeface="Monterchi"/>
                                    </a:rPr>
                                    <m:t>2</m:t>
                                  </m:r>
                                </m:sup>
                              </m:sSup>
                            </m:den>
                          </m:f>
                        </m:e>
                      </m:rad>
                    </m:oMath>
                  </m:oMathPara>
                </a14:m>
                <a:endParaRPr lang="en-US" sz="5500" dirty="0">
                  <a:solidFill>
                    <a:srgbClr val="1C2B2B"/>
                  </a:solidFill>
                  <a:latin typeface="Monterchi"/>
                  <a:ea typeface="Monterchi"/>
                  <a:cs typeface="Monterchi"/>
                  <a:sym typeface="Monterchi"/>
                </a:endParaRPr>
              </a:p>
            </p:txBody>
          </p:sp>
        </mc:Choice>
        <mc:Fallback xmlns="">
          <p:sp>
            <p:nvSpPr>
              <p:cNvPr id="18" name="TextBox 17">
                <a:extLst>
                  <a:ext uri="{FF2B5EF4-FFF2-40B4-BE49-F238E27FC236}">
                    <a16:creationId xmlns:a16="http://schemas.microsoft.com/office/drawing/2014/main" id="{7A33F622-96C1-5E12-735A-408C720672D3}"/>
                  </a:ext>
                </a:extLst>
              </p:cNvPr>
              <p:cNvSpPr txBox="1">
                <a:spLocks noRot="1" noChangeAspect="1" noMove="1" noResize="1" noEditPoints="1" noAdjustHandles="1" noChangeArrowheads="1" noChangeShapeType="1" noTextEdit="1"/>
              </p:cNvSpPr>
              <p:nvPr/>
            </p:nvSpPr>
            <p:spPr>
              <a:xfrm>
                <a:off x="3583205" y="3491573"/>
                <a:ext cx="10516564" cy="3768852"/>
              </a:xfrm>
              <a:prstGeom prst="rect">
                <a:avLst/>
              </a:prstGeom>
              <a:blipFill>
                <a:blip r:embed="rId6"/>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36072995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F92788CE-B6BD-3892-CC48-EFAEC3BDB66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1418D36-092B-37C1-D1F0-126533FB2BFD}"/>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89B39C25-4E7B-599F-B0CE-6DE88C8127DC}"/>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F7FD1AA5-64DF-FE31-4C59-435C8799CB2D}"/>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5E5B8365-3873-3D44-896F-D03F080D3349}"/>
              </a:ext>
            </a:extLst>
          </p:cNvPr>
          <p:cNvGrpSpPr/>
          <p:nvPr/>
        </p:nvGrpSpPr>
        <p:grpSpPr>
          <a:xfrm>
            <a:off x="380999" y="353752"/>
            <a:ext cx="17315429" cy="9579496"/>
            <a:chOff x="0" y="0"/>
            <a:chExt cx="3381238" cy="1870887"/>
          </a:xfrm>
        </p:grpSpPr>
        <p:sp>
          <p:nvSpPr>
            <p:cNvPr id="6" name="Freeform 6">
              <a:extLst>
                <a:ext uri="{FF2B5EF4-FFF2-40B4-BE49-F238E27FC236}">
                  <a16:creationId xmlns:a16="http://schemas.microsoft.com/office/drawing/2014/main" id="{05E6EBDC-3759-345E-6255-D81DC039C618}"/>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F10B102F-28AF-C857-39AF-FBA10EC1BB03}"/>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DC1A1026-A8B5-712D-8156-A03B0B1E60B4}"/>
              </a:ext>
            </a:extLst>
          </p:cNvPr>
          <p:cNvSpPr/>
          <p:nvPr/>
        </p:nvSpPr>
        <p:spPr>
          <a:xfrm flipH="1">
            <a:off x="0" y="9440602"/>
            <a:ext cx="1170043" cy="1041481"/>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C4385E6-FC5F-8B87-9A56-614A45366DFB}"/>
                  </a:ext>
                </a:extLst>
              </p:cNvPr>
              <p:cNvSpPr txBox="1"/>
              <p:nvPr/>
            </p:nvSpPr>
            <p:spPr>
              <a:xfrm>
                <a:off x="3579576" y="388223"/>
                <a:ext cx="10516564" cy="3103350"/>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sSup>
                        <m:sSupPr>
                          <m:ctrlPr>
                            <a:rPr lang="en-PH" sz="5500" b="0" i="1" smtClean="0">
                              <a:solidFill>
                                <a:srgbClr val="1C2B2B"/>
                              </a:solidFill>
                              <a:latin typeface="Cambria Math" panose="02040503050406030204" pitchFamily="18" charset="0"/>
                              <a:ea typeface="Monterchi"/>
                              <a:cs typeface="Monterchi"/>
                              <a:sym typeface="Monterchi"/>
                            </a:rPr>
                          </m:ctrlPr>
                        </m:sSupPr>
                        <m:e>
                          <m:d>
                            <m:dPr>
                              <m:ctrlPr>
                                <a:rPr lang="en-PH" sz="5500" b="0" i="1" smtClean="0">
                                  <a:solidFill>
                                    <a:srgbClr val="1C2B2B"/>
                                  </a:solidFill>
                                  <a:latin typeface="Cambria Math" panose="02040503050406030204" pitchFamily="18" charset="0"/>
                                  <a:ea typeface="Monterchi"/>
                                  <a:cs typeface="Monterchi"/>
                                  <a:sym typeface="Monterchi"/>
                                </a:rPr>
                              </m:ctrlPr>
                            </m:dPr>
                            <m:e>
                              <m:r>
                                <a:rPr lang="en-PH" sz="5500" b="0" i="1" smtClean="0">
                                  <a:solidFill>
                                    <a:srgbClr val="1C2B2B"/>
                                  </a:solidFill>
                                  <a:latin typeface="Cambria Math" panose="02040503050406030204" pitchFamily="18" charset="0"/>
                                  <a:ea typeface="Monterchi"/>
                                  <a:cs typeface="Monterchi"/>
                                  <a:sym typeface="Monterchi"/>
                                </a:rPr>
                                <m:t>𝑥</m:t>
                              </m:r>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r>
                                    <a:rPr lang="en-PH" sz="5500" b="0" i="1" smtClean="0">
                                      <a:solidFill>
                                        <a:srgbClr val="1C2B2B"/>
                                      </a:solidFill>
                                      <a:latin typeface="Cambria Math" panose="02040503050406030204" pitchFamily="18" charset="0"/>
                                      <a:ea typeface="Monterchi"/>
                                      <a:cs typeface="Monterchi"/>
                                      <a:sym typeface="Monterchi"/>
                                    </a:rPr>
                                    <m:t>𝑏</m:t>
                                  </m:r>
                                </m:num>
                                <m:den>
                                  <m:r>
                                    <a:rPr lang="en-PH" sz="5500" b="0" i="1" smtClean="0">
                                      <a:solidFill>
                                        <a:srgbClr val="1C2B2B"/>
                                      </a:solidFill>
                                      <a:latin typeface="Cambria Math" panose="02040503050406030204" pitchFamily="18" charset="0"/>
                                      <a:ea typeface="Monterchi"/>
                                      <a:cs typeface="Monterchi"/>
                                      <a:sym typeface="Monterchi"/>
                                    </a:rPr>
                                    <m:t>2</m:t>
                                  </m:r>
                                  <m:r>
                                    <a:rPr lang="en-PH" sz="5500" b="0" i="1" smtClean="0">
                                      <a:solidFill>
                                        <a:srgbClr val="1C2B2B"/>
                                      </a:solidFill>
                                      <a:latin typeface="Cambria Math" panose="02040503050406030204" pitchFamily="18" charset="0"/>
                                      <a:ea typeface="Monterchi"/>
                                      <a:cs typeface="Monterchi"/>
                                      <a:sym typeface="Monterchi"/>
                                    </a:rPr>
                                    <m:t>𝑎</m:t>
                                  </m:r>
                                </m:den>
                              </m:f>
                            </m:e>
                          </m:d>
                        </m:e>
                        <m:sup>
                          <m:r>
                            <a:rPr lang="en-PH" sz="5500" b="0" i="1" smtClean="0">
                              <a:solidFill>
                                <a:srgbClr val="1C2B2B"/>
                              </a:solidFill>
                              <a:latin typeface="Cambria Math" panose="02040503050406030204" pitchFamily="18" charset="0"/>
                              <a:ea typeface="Monterchi"/>
                              <a:cs typeface="Monterchi"/>
                              <a:sym typeface="Monterchi"/>
                            </a:rPr>
                            <m:t>2</m:t>
                          </m:r>
                        </m:sup>
                      </m:sSup>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sSup>
                            <m:sSupPr>
                              <m:ctrlPr>
                                <a:rPr lang="en-PH" sz="5500" b="0" i="1" smtClean="0">
                                  <a:solidFill>
                                    <a:srgbClr val="1C2B2B"/>
                                  </a:solidFill>
                                  <a:latin typeface="Cambria Math" panose="02040503050406030204" pitchFamily="18" charset="0"/>
                                  <a:ea typeface="Monterchi"/>
                                  <a:cs typeface="Monterchi"/>
                                  <a:sym typeface="Monterchi"/>
                                </a:rPr>
                              </m:ctrlPr>
                            </m:sSupPr>
                            <m:e>
                              <m:r>
                                <a:rPr lang="en-PH" sz="5500" b="0" i="1" smtClean="0">
                                  <a:solidFill>
                                    <a:srgbClr val="1C2B2B"/>
                                  </a:solidFill>
                                  <a:latin typeface="Cambria Math" panose="02040503050406030204" pitchFamily="18" charset="0"/>
                                  <a:ea typeface="Monterchi"/>
                                  <a:cs typeface="Monterchi"/>
                                  <a:sym typeface="Monterchi"/>
                                </a:rPr>
                                <m:t>𝑏</m:t>
                              </m:r>
                            </m:e>
                            <m:sup>
                              <m:r>
                                <a:rPr lang="en-PH" sz="5500" b="0" i="1" smtClean="0">
                                  <a:solidFill>
                                    <a:srgbClr val="1C2B2B"/>
                                  </a:solidFill>
                                  <a:latin typeface="Cambria Math" panose="02040503050406030204" pitchFamily="18" charset="0"/>
                                  <a:ea typeface="Monterchi"/>
                                  <a:cs typeface="Monterchi"/>
                                  <a:sym typeface="Monterchi"/>
                                </a:rPr>
                                <m:t>2</m:t>
                              </m:r>
                            </m:sup>
                          </m:sSup>
                          <m:r>
                            <a:rPr lang="en-PH" sz="5500" b="0" i="1" smtClean="0">
                              <a:solidFill>
                                <a:srgbClr val="1C2B2B"/>
                              </a:solidFill>
                              <a:latin typeface="Cambria Math" panose="02040503050406030204" pitchFamily="18" charset="0"/>
                              <a:ea typeface="Monterchi"/>
                              <a:cs typeface="Monterchi"/>
                              <a:sym typeface="Monterchi"/>
                            </a:rPr>
                            <m:t>−4</m:t>
                          </m:r>
                          <m:r>
                            <a:rPr lang="en-PH" sz="5500" b="0" i="1" smtClean="0">
                              <a:solidFill>
                                <a:srgbClr val="1C2B2B"/>
                              </a:solidFill>
                              <a:latin typeface="Cambria Math" panose="02040503050406030204" pitchFamily="18" charset="0"/>
                              <a:ea typeface="Monterchi"/>
                              <a:cs typeface="Monterchi"/>
                              <a:sym typeface="Monterchi"/>
                            </a:rPr>
                            <m:t>𝑎𝑐</m:t>
                          </m:r>
                        </m:num>
                        <m:den>
                          <m:r>
                            <a:rPr lang="en-PH" sz="5500" b="0" i="1" smtClean="0">
                              <a:solidFill>
                                <a:srgbClr val="1C2B2B"/>
                              </a:solidFill>
                              <a:latin typeface="Cambria Math" panose="02040503050406030204" pitchFamily="18" charset="0"/>
                              <a:ea typeface="Monterchi"/>
                              <a:cs typeface="Monterchi"/>
                              <a:sym typeface="Monterchi"/>
                            </a:rPr>
                            <m:t>4</m:t>
                          </m:r>
                          <m:sSup>
                            <m:sSupPr>
                              <m:ctrlPr>
                                <a:rPr lang="en-PH" sz="5500" b="0" i="1" smtClean="0">
                                  <a:solidFill>
                                    <a:srgbClr val="1C2B2B"/>
                                  </a:solidFill>
                                  <a:latin typeface="Cambria Math" panose="02040503050406030204" pitchFamily="18" charset="0"/>
                                  <a:ea typeface="Monterchi"/>
                                  <a:cs typeface="Monterchi"/>
                                  <a:sym typeface="Monterchi"/>
                                </a:rPr>
                              </m:ctrlPr>
                            </m:sSupPr>
                            <m:e>
                              <m:r>
                                <a:rPr lang="en-PH" sz="5500" b="0" i="1" smtClean="0">
                                  <a:solidFill>
                                    <a:srgbClr val="1C2B2B"/>
                                  </a:solidFill>
                                  <a:latin typeface="Cambria Math" panose="02040503050406030204" pitchFamily="18" charset="0"/>
                                  <a:ea typeface="Monterchi"/>
                                  <a:cs typeface="Monterchi"/>
                                  <a:sym typeface="Monterchi"/>
                                </a:rPr>
                                <m:t>𝑎</m:t>
                              </m:r>
                            </m:e>
                            <m:sup>
                              <m:r>
                                <a:rPr lang="en-PH" sz="5500" b="0" i="1" smtClean="0">
                                  <a:solidFill>
                                    <a:srgbClr val="1C2B2B"/>
                                  </a:solidFill>
                                  <a:latin typeface="Cambria Math" panose="02040503050406030204" pitchFamily="18" charset="0"/>
                                  <a:ea typeface="Monterchi"/>
                                  <a:cs typeface="Monterchi"/>
                                  <a:sym typeface="Monterchi"/>
                                </a:rPr>
                                <m:t>2</m:t>
                              </m:r>
                            </m:sup>
                          </m:sSup>
                        </m:den>
                      </m:f>
                    </m:oMath>
                  </m:oMathPara>
                </a14:m>
                <a:endParaRPr lang="en-US" sz="5500" dirty="0">
                  <a:solidFill>
                    <a:srgbClr val="1C2B2B"/>
                  </a:solidFill>
                  <a:latin typeface="Monterchi"/>
                  <a:ea typeface="Monterchi"/>
                  <a:cs typeface="Monterchi"/>
                  <a:sym typeface="Monterchi"/>
                </a:endParaRPr>
              </a:p>
            </p:txBody>
          </p:sp>
        </mc:Choice>
        <mc:Fallback xmlns="">
          <p:sp>
            <p:nvSpPr>
              <p:cNvPr id="10" name="TextBox 9">
                <a:extLst>
                  <a:ext uri="{FF2B5EF4-FFF2-40B4-BE49-F238E27FC236}">
                    <a16:creationId xmlns:a16="http://schemas.microsoft.com/office/drawing/2014/main" id="{FC4385E6-FC5F-8B87-9A56-614A45366DFB}"/>
                  </a:ext>
                </a:extLst>
              </p:cNvPr>
              <p:cNvSpPr txBox="1">
                <a:spLocks noRot="1" noChangeAspect="1" noMove="1" noResize="1" noEditPoints="1" noAdjustHandles="1" noChangeArrowheads="1" noChangeShapeType="1" noTextEdit="1"/>
              </p:cNvSpPr>
              <p:nvPr/>
            </p:nvSpPr>
            <p:spPr>
              <a:xfrm>
                <a:off x="3579576" y="388223"/>
                <a:ext cx="10516564" cy="3103350"/>
              </a:xfrm>
              <a:prstGeom prst="rect">
                <a:avLst/>
              </a:prstGeom>
              <a:blipFill>
                <a:blip r:embed="rId5"/>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76EE915-7EFC-13F1-EED8-8A48A431198A}"/>
                  </a:ext>
                </a:extLst>
              </p:cNvPr>
              <p:cNvSpPr txBox="1"/>
              <p:nvPr/>
            </p:nvSpPr>
            <p:spPr>
              <a:xfrm>
                <a:off x="-381000" y="3036337"/>
                <a:ext cx="10516564" cy="3768852"/>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rad>
                        <m:radPr>
                          <m:degHide m:val="on"/>
                          <m:ctrlPr>
                            <a:rPr lang="en-PH" sz="5500" b="0" i="1" smtClean="0">
                              <a:solidFill>
                                <a:srgbClr val="1C2B2B"/>
                              </a:solidFill>
                              <a:latin typeface="Cambria Math" panose="02040503050406030204" pitchFamily="18" charset="0"/>
                              <a:sym typeface="Monterchi"/>
                            </a:rPr>
                          </m:ctrlPr>
                        </m:radPr>
                        <m:deg/>
                        <m:e>
                          <m:sSup>
                            <m:sSupPr>
                              <m:ctrlPr>
                                <a:rPr lang="en-PH" sz="5500" b="0" i="1" smtClean="0">
                                  <a:solidFill>
                                    <a:srgbClr val="1C2B2B"/>
                                  </a:solidFill>
                                  <a:latin typeface="Cambria Math" panose="02040503050406030204" pitchFamily="18" charset="0"/>
                                  <a:sym typeface="Monterchi"/>
                                </a:rPr>
                              </m:ctrlPr>
                            </m:sSupPr>
                            <m:e>
                              <m:d>
                                <m:dPr>
                                  <m:ctrlPr>
                                    <a:rPr lang="en-PH" sz="5500" b="0" i="1" smtClean="0">
                                      <a:solidFill>
                                        <a:srgbClr val="1C2B2B"/>
                                      </a:solidFill>
                                      <a:latin typeface="Cambria Math" panose="02040503050406030204" pitchFamily="18" charset="0"/>
                                      <a:sym typeface="Monterchi"/>
                                    </a:rPr>
                                  </m:ctrlPr>
                                </m:dPr>
                                <m:e>
                                  <m:r>
                                    <a:rPr lang="en-PH" sz="5500" b="0" i="1" smtClean="0">
                                      <a:solidFill>
                                        <a:srgbClr val="1C2B2B"/>
                                      </a:solidFill>
                                      <a:latin typeface="Cambria Math" panose="02040503050406030204" pitchFamily="18" charset="0"/>
                                      <a:sym typeface="Monterchi"/>
                                    </a:rPr>
                                    <m:t>𝑥</m:t>
                                  </m:r>
                                  <m:r>
                                    <a:rPr lang="en-PH" sz="5500" b="0" i="1" smtClean="0">
                                      <a:solidFill>
                                        <a:srgbClr val="1C2B2B"/>
                                      </a:solidFill>
                                      <a:latin typeface="Cambria Math" panose="02040503050406030204" pitchFamily="18" charset="0"/>
                                      <a:sym typeface="Monterchi"/>
                                    </a:rPr>
                                    <m:t>+</m:t>
                                  </m:r>
                                  <m:f>
                                    <m:fPr>
                                      <m:ctrlPr>
                                        <a:rPr lang="en-PH" sz="5500" b="0" i="1" smtClean="0">
                                          <a:solidFill>
                                            <a:srgbClr val="1C2B2B"/>
                                          </a:solidFill>
                                          <a:latin typeface="Cambria Math" panose="02040503050406030204" pitchFamily="18" charset="0"/>
                                          <a:sym typeface="Monterchi"/>
                                        </a:rPr>
                                      </m:ctrlPr>
                                    </m:fPr>
                                    <m:num>
                                      <m:r>
                                        <a:rPr lang="en-PH" sz="5500" b="0" i="1" smtClean="0">
                                          <a:solidFill>
                                            <a:srgbClr val="1C2B2B"/>
                                          </a:solidFill>
                                          <a:latin typeface="Cambria Math" panose="02040503050406030204" pitchFamily="18" charset="0"/>
                                          <a:sym typeface="Monterchi"/>
                                        </a:rPr>
                                        <m:t>𝑏</m:t>
                                      </m:r>
                                    </m:num>
                                    <m:den>
                                      <m:r>
                                        <a:rPr lang="en-PH" sz="5500" b="0" i="1" smtClean="0">
                                          <a:solidFill>
                                            <a:srgbClr val="1C2B2B"/>
                                          </a:solidFill>
                                          <a:latin typeface="Cambria Math" panose="02040503050406030204" pitchFamily="18" charset="0"/>
                                          <a:sym typeface="Monterchi"/>
                                        </a:rPr>
                                        <m:t>2</m:t>
                                      </m:r>
                                      <m:r>
                                        <a:rPr lang="en-PH" sz="5500" b="0" i="1" smtClean="0">
                                          <a:solidFill>
                                            <a:srgbClr val="1C2B2B"/>
                                          </a:solidFill>
                                          <a:latin typeface="Cambria Math" panose="02040503050406030204" pitchFamily="18" charset="0"/>
                                          <a:sym typeface="Monterchi"/>
                                        </a:rPr>
                                        <m:t>𝑎</m:t>
                                      </m:r>
                                    </m:den>
                                  </m:f>
                                </m:e>
                              </m:d>
                            </m:e>
                            <m:sup>
                              <m:r>
                                <a:rPr lang="en-PH" sz="5500" b="0" i="1" smtClean="0">
                                  <a:solidFill>
                                    <a:srgbClr val="1C2B2B"/>
                                  </a:solidFill>
                                  <a:latin typeface="Cambria Math" panose="02040503050406030204" pitchFamily="18" charset="0"/>
                                  <a:sym typeface="Monterchi"/>
                                </a:rPr>
                                <m:t>2</m:t>
                              </m:r>
                            </m:sup>
                          </m:sSup>
                        </m:e>
                      </m:rad>
                      <m:r>
                        <a:rPr lang="en-PH" sz="5500" b="0" i="1" smtClean="0">
                          <a:solidFill>
                            <a:srgbClr val="1C2B2B"/>
                          </a:solidFill>
                          <a:latin typeface="Cambria Math" panose="02040503050406030204" pitchFamily="18" charset="0"/>
                          <a:ea typeface="Monterchi"/>
                          <a:cs typeface="Monterchi"/>
                          <a:sym typeface="Monterchi"/>
                        </a:rPr>
                        <m:t>=± </m:t>
                      </m:r>
                      <m:rad>
                        <m:radPr>
                          <m:degHide m:val="on"/>
                          <m:ctrlPr>
                            <a:rPr lang="en-PH" sz="5500" b="0" i="1" smtClean="0">
                              <a:solidFill>
                                <a:srgbClr val="1C2B2B"/>
                              </a:solidFill>
                              <a:latin typeface="Cambria Math" panose="02040503050406030204" pitchFamily="18" charset="0"/>
                              <a:sym typeface="Monterchi"/>
                            </a:rPr>
                          </m:ctrlPr>
                        </m:radPr>
                        <m:deg/>
                        <m:e>
                          <m:f>
                            <m:fPr>
                              <m:ctrlPr>
                                <a:rPr lang="en-PH" sz="5500" b="0" i="1" smtClean="0">
                                  <a:solidFill>
                                    <a:srgbClr val="1C2B2B"/>
                                  </a:solidFill>
                                  <a:latin typeface="Cambria Math" panose="02040503050406030204" pitchFamily="18" charset="0"/>
                                  <a:sym typeface="Monterchi"/>
                                </a:rPr>
                              </m:ctrlPr>
                            </m:fPr>
                            <m:num>
                              <m:sSup>
                                <m:sSupPr>
                                  <m:ctrlPr>
                                    <a:rPr lang="en-PH" sz="5500" b="0" i="1" smtClean="0">
                                      <a:solidFill>
                                        <a:srgbClr val="1C2B2B"/>
                                      </a:solidFill>
                                      <a:latin typeface="Cambria Math" panose="02040503050406030204" pitchFamily="18" charset="0"/>
                                      <a:sym typeface="Monterchi"/>
                                    </a:rPr>
                                  </m:ctrlPr>
                                </m:sSupPr>
                                <m:e>
                                  <m:r>
                                    <a:rPr lang="en-PH" sz="5500" b="0" i="1" smtClean="0">
                                      <a:solidFill>
                                        <a:srgbClr val="1C2B2B"/>
                                      </a:solidFill>
                                      <a:latin typeface="Cambria Math" panose="02040503050406030204" pitchFamily="18" charset="0"/>
                                      <a:sym typeface="Monterchi"/>
                                    </a:rPr>
                                    <m:t>𝑏</m:t>
                                  </m:r>
                                </m:e>
                                <m:sup>
                                  <m:r>
                                    <a:rPr lang="en-PH" sz="5500" b="0" i="1" smtClean="0">
                                      <a:solidFill>
                                        <a:srgbClr val="1C2B2B"/>
                                      </a:solidFill>
                                      <a:latin typeface="Cambria Math" panose="02040503050406030204" pitchFamily="18" charset="0"/>
                                      <a:sym typeface="Monterchi"/>
                                    </a:rPr>
                                    <m:t>2</m:t>
                                  </m:r>
                                </m:sup>
                              </m:sSup>
                              <m:r>
                                <a:rPr lang="en-PH" sz="5500" b="0" i="1" smtClean="0">
                                  <a:solidFill>
                                    <a:srgbClr val="1C2B2B"/>
                                  </a:solidFill>
                                  <a:latin typeface="Cambria Math" panose="02040503050406030204" pitchFamily="18" charset="0"/>
                                  <a:sym typeface="Monterchi"/>
                                </a:rPr>
                                <m:t>−4</m:t>
                              </m:r>
                              <m:r>
                                <a:rPr lang="en-PH" sz="5500" b="0" i="1" smtClean="0">
                                  <a:solidFill>
                                    <a:srgbClr val="1C2B2B"/>
                                  </a:solidFill>
                                  <a:latin typeface="Cambria Math" panose="02040503050406030204" pitchFamily="18" charset="0"/>
                                  <a:sym typeface="Monterchi"/>
                                </a:rPr>
                                <m:t>𝑎𝑐</m:t>
                              </m:r>
                            </m:num>
                            <m:den>
                              <m:r>
                                <a:rPr lang="en-PH" sz="5500" b="0" i="1" smtClean="0">
                                  <a:solidFill>
                                    <a:srgbClr val="1C2B2B"/>
                                  </a:solidFill>
                                  <a:latin typeface="Cambria Math" panose="02040503050406030204" pitchFamily="18" charset="0"/>
                                  <a:sym typeface="Monterchi"/>
                                </a:rPr>
                                <m:t>4</m:t>
                              </m:r>
                              <m:sSup>
                                <m:sSupPr>
                                  <m:ctrlPr>
                                    <a:rPr lang="en-PH" sz="5500" b="0" i="1" smtClean="0">
                                      <a:solidFill>
                                        <a:srgbClr val="1C2B2B"/>
                                      </a:solidFill>
                                      <a:latin typeface="Cambria Math" panose="02040503050406030204" pitchFamily="18" charset="0"/>
                                      <a:sym typeface="Monterchi"/>
                                    </a:rPr>
                                  </m:ctrlPr>
                                </m:sSupPr>
                                <m:e>
                                  <m:r>
                                    <a:rPr lang="en-PH" sz="5500" b="0" i="1" smtClean="0">
                                      <a:solidFill>
                                        <a:srgbClr val="1C2B2B"/>
                                      </a:solidFill>
                                      <a:latin typeface="Cambria Math" panose="02040503050406030204" pitchFamily="18" charset="0"/>
                                      <a:sym typeface="Monterchi"/>
                                    </a:rPr>
                                    <m:t>𝑎</m:t>
                                  </m:r>
                                </m:e>
                                <m:sup>
                                  <m:r>
                                    <a:rPr lang="en-PH" sz="5500" b="0" i="1" smtClean="0">
                                      <a:solidFill>
                                        <a:srgbClr val="1C2B2B"/>
                                      </a:solidFill>
                                      <a:latin typeface="Cambria Math" panose="02040503050406030204" pitchFamily="18" charset="0"/>
                                      <a:sym typeface="Monterchi"/>
                                    </a:rPr>
                                    <m:t>2</m:t>
                                  </m:r>
                                </m:sup>
                              </m:sSup>
                            </m:den>
                          </m:f>
                        </m:e>
                      </m:rad>
                    </m:oMath>
                  </m:oMathPara>
                </a14:m>
                <a:endParaRPr lang="en-US" sz="5500" dirty="0">
                  <a:solidFill>
                    <a:srgbClr val="1C2B2B"/>
                  </a:solidFill>
                  <a:latin typeface="Monterchi"/>
                  <a:ea typeface="Monterchi"/>
                  <a:cs typeface="Monterchi"/>
                  <a:sym typeface="Monterchi"/>
                </a:endParaRPr>
              </a:p>
            </p:txBody>
          </p:sp>
        </mc:Choice>
        <mc:Fallback xmlns="">
          <p:sp>
            <p:nvSpPr>
              <p:cNvPr id="18" name="TextBox 17">
                <a:extLst>
                  <a:ext uri="{FF2B5EF4-FFF2-40B4-BE49-F238E27FC236}">
                    <a16:creationId xmlns:a16="http://schemas.microsoft.com/office/drawing/2014/main" id="{876EE915-7EFC-13F1-EED8-8A48A431198A}"/>
                  </a:ext>
                </a:extLst>
              </p:cNvPr>
              <p:cNvSpPr txBox="1">
                <a:spLocks noRot="1" noChangeAspect="1" noMove="1" noResize="1" noEditPoints="1" noAdjustHandles="1" noChangeArrowheads="1" noChangeShapeType="1" noTextEdit="1"/>
              </p:cNvSpPr>
              <p:nvPr/>
            </p:nvSpPr>
            <p:spPr>
              <a:xfrm>
                <a:off x="-381000" y="3036337"/>
                <a:ext cx="10516564" cy="3768852"/>
              </a:xfrm>
              <a:prstGeom prst="rect">
                <a:avLst/>
              </a:prstGeom>
              <a:blipFill>
                <a:blip r:embed="rId6"/>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A6B691C-0D59-625B-1DD2-3DA054779BBE}"/>
                  </a:ext>
                </a:extLst>
              </p:cNvPr>
              <p:cNvSpPr txBox="1"/>
              <p:nvPr/>
            </p:nvSpPr>
            <p:spPr>
              <a:xfrm>
                <a:off x="8517000" y="3279144"/>
                <a:ext cx="10516564" cy="3047373"/>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d>
                        <m:dPr>
                          <m:ctrlPr>
                            <a:rPr lang="en-PH" sz="5500" b="0" i="1" smtClean="0">
                              <a:solidFill>
                                <a:srgbClr val="1C2B2B"/>
                              </a:solidFill>
                              <a:latin typeface="Cambria Math" panose="02040503050406030204" pitchFamily="18" charset="0"/>
                              <a:sym typeface="Monterchi"/>
                            </a:rPr>
                          </m:ctrlPr>
                        </m:dPr>
                        <m:e>
                          <m:r>
                            <a:rPr lang="en-PH" sz="5500" b="0" i="1" smtClean="0">
                              <a:solidFill>
                                <a:srgbClr val="1C2B2B"/>
                              </a:solidFill>
                              <a:latin typeface="Cambria Math" panose="02040503050406030204" pitchFamily="18" charset="0"/>
                              <a:sym typeface="Monterchi"/>
                            </a:rPr>
                            <m:t>𝑥</m:t>
                          </m:r>
                          <m:r>
                            <a:rPr lang="en-PH" sz="5500" b="0" i="1" smtClean="0">
                              <a:solidFill>
                                <a:srgbClr val="1C2B2B"/>
                              </a:solidFill>
                              <a:latin typeface="Cambria Math" panose="02040503050406030204" pitchFamily="18" charset="0"/>
                              <a:sym typeface="Monterchi"/>
                            </a:rPr>
                            <m:t>+</m:t>
                          </m:r>
                          <m:f>
                            <m:fPr>
                              <m:ctrlPr>
                                <a:rPr lang="en-PH" sz="5500" b="0" i="1" smtClean="0">
                                  <a:solidFill>
                                    <a:srgbClr val="1C2B2B"/>
                                  </a:solidFill>
                                  <a:latin typeface="Cambria Math" panose="02040503050406030204" pitchFamily="18" charset="0"/>
                                  <a:sym typeface="Monterchi"/>
                                </a:rPr>
                              </m:ctrlPr>
                            </m:fPr>
                            <m:num>
                              <m:r>
                                <a:rPr lang="en-PH" sz="5500" b="0" i="1" smtClean="0">
                                  <a:solidFill>
                                    <a:srgbClr val="1C2B2B"/>
                                  </a:solidFill>
                                  <a:latin typeface="Cambria Math" panose="02040503050406030204" pitchFamily="18" charset="0"/>
                                  <a:sym typeface="Monterchi"/>
                                </a:rPr>
                                <m:t>𝑏</m:t>
                              </m:r>
                            </m:num>
                            <m:den>
                              <m:r>
                                <a:rPr lang="en-PH" sz="5500" b="0" i="1" smtClean="0">
                                  <a:solidFill>
                                    <a:srgbClr val="1C2B2B"/>
                                  </a:solidFill>
                                  <a:latin typeface="Cambria Math" panose="02040503050406030204" pitchFamily="18" charset="0"/>
                                  <a:sym typeface="Monterchi"/>
                                </a:rPr>
                                <m:t>2</m:t>
                              </m:r>
                              <m:r>
                                <a:rPr lang="en-PH" sz="5500" b="0" i="1" smtClean="0">
                                  <a:solidFill>
                                    <a:srgbClr val="1C2B2B"/>
                                  </a:solidFill>
                                  <a:latin typeface="Cambria Math" panose="02040503050406030204" pitchFamily="18" charset="0"/>
                                  <a:sym typeface="Monterchi"/>
                                </a:rPr>
                                <m:t>𝑎</m:t>
                              </m:r>
                            </m:den>
                          </m:f>
                        </m:e>
                      </m:d>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sym typeface="Monterchi"/>
                            </a:rPr>
                          </m:ctrlPr>
                        </m:fPr>
                        <m:num>
                          <m:rad>
                            <m:radPr>
                              <m:degHide m:val="on"/>
                              <m:ctrlPr>
                                <a:rPr lang="en-PH" sz="5500" b="0" i="1" smtClean="0">
                                  <a:solidFill>
                                    <a:srgbClr val="1C2B2B"/>
                                  </a:solidFill>
                                  <a:latin typeface="Cambria Math" panose="02040503050406030204" pitchFamily="18" charset="0"/>
                                  <a:sym typeface="Monterchi"/>
                                </a:rPr>
                              </m:ctrlPr>
                            </m:radPr>
                            <m:deg/>
                            <m:e>
                              <m:sSup>
                                <m:sSupPr>
                                  <m:ctrlPr>
                                    <a:rPr lang="en-PH" sz="5500" b="0" i="1" smtClean="0">
                                      <a:solidFill>
                                        <a:srgbClr val="1C2B2B"/>
                                      </a:solidFill>
                                      <a:latin typeface="Cambria Math" panose="02040503050406030204" pitchFamily="18" charset="0"/>
                                      <a:sym typeface="Monterchi"/>
                                    </a:rPr>
                                  </m:ctrlPr>
                                </m:sSupPr>
                                <m:e>
                                  <m:r>
                                    <a:rPr lang="en-PH" sz="5500" b="0" i="1" smtClean="0">
                                      <a:solidFill>
                                        <a:srgbClr val="1C2B2B"/>
                                      </a:solidFill>
                                      <a:latin typeface="Cambria Math" panose="02040503050406030204" pitchFamily="18" charset="0"/>
                                      <a:sym typeface="Monterchi"/>
                                    </a:rPr>
                                    <m:t>𝑏</m:t>
                                  </m:r>
                                </m:e>
                                <m:sup>
                                  <m:r>
                                    <a:rPr lang="en-PH" sz="5500" b="0" i="1" smtClean="0">
                                      <a:solidFill>
                                        <a:srgbClr val="1C2B2B"/>
                                      </a:solidFill>
                                      <a:latin typeface="Cambria Math" panose="02040503050406030204" pitchFamily="18" charset="0"/>
                                      <a:sym typeface="Monterchi"/>
                                    </a:rPr>
                                    <m:t>2</m:t>
                                  </m:r>
                                </m:sup>
                              </m:sSup>
                              <m:r>
                                <a:rPr lang="en-PH" sz="5500" b="0" i="1" smtClean="0">
                                  <a:solidFill>
                                    <a:srgbClr val="1C2B2B"/>
                                  </a:solidFill>
                                  <a:latin typeface="Cambria Math" panose="02040503050406030204" pitchFamily="18" charset="0"/>
                                  <a:sym typeface="Monterchi"/>
                                </a:rPr>
                                <m:t>−4</m:t>
                              </m:r>
                              <m:r>
                                <a:rPr lang="en-PH" sz="5500" b="0" i="1" smtClean="0">
                                  <a:solidFill>
                                    <a:srgbClr val="1C2B2B"/>
                                  </a:solidFill>
                                  <a:latin typeface="Cambria Math" panose="02040503050406030204" pitchFamily="18" charset="0"/>
                                  <a:sym typeface="Monterchi"/>
                                </a:rPr>
                                <m:t>𝑎𝑐</m:t>
                              </m:r>
                            </m:e>
                          </m:rad>
                        </m:num>
                        <m:den>
                          <m:r>
                            <a:rPr lang="en-PH" sz="5500" b="0" i="1" smtClean="0">
                              <a:solidFill>
                                <a:srgbClr val="1C2B2B"/>
                              </a:solidFill>
                              <a:latin typeface="Cambria Math" panose="02040503050406030204" pitchFamily="18" charset="0"/>
                              <a:sym typeface="Monterchi"/>
                            </a:rPr>
                            <m:t>2</m:t>
                          </m:r>
                          <m:r>
                            <a:rPr lang="en-PH" sz="5500" b="0" i="1" smtClean="0">
                              <a:solidFill>
                                <a:srgbClr val="1C2B2B"/>
                              </a:solidFill>
                              <a:latin typeface="Cambria Math" panose="02040503050406030204" pitchFamily="18" charset="0"/>
                              <a:sym typeface="Monterchi"/>
                            </a:rPr>
                            <m:t>𝑎</m:t>
                          </m:r>
                        </m:den>
                      </m:f>
                    </m:oMath>
                  </m:oMathPara>
                </a14:m>
                <a:endParaRPr lang="en-US" sz="5500" dirty="0">
                  <a:solidFill>
                    <a:srgbClr val="1C2B2B"/>
                  </a:solidFill>
                  <a:latin typeface="Monterchi"/>
                  <a:ea typeface="Monterchi"/>
                  <a:cs typeface="Monterchi"/>
                  <a:sym typeface="Monterchi"/>
                </a:endParaRPr>
              </a:p>
            </p:txBody>
          </p:sp>
        </mc:Choice>
        <mc:Fallback xmlns="">
          <p:sp>
            <p:nvSpPr>
              <p:cNvPr id="8" name="TextBox 7">
                <a:extLst>
                  <a:ext uri="{FF2B5EF4-FFF2-40B4-BE49-F238E27FC236}">
                    <a16:creationId xmlns:a16="http://schemas.microsoft.com/office/drawing/2014/main" id="{1A6B691C-0D59-625B-1DD2-3DA054779BBE}"/>
                  </a:ext>
                </a:extLst>
              </p:cNvPr>
              <p:cNvSpPr txBox="1">
                <a:spLocks noRot="1" noChangeAspect="1" noMove="1" noResize="1" noEditPoints="1" noAdjustHandles="1" noChangeArrowheads="1" noChangeShapeType="1" noTextEdit="1"/>
              </p:cNvSpPr>
              <p:nvPr/>
            </p:nvSpPr>
            <p:spPr>
              <a:xfrm>
                <a:off x="8517000" y="3279144"/>
                <a:ext cx="10516564" cy="3047373"/>
              </a:xfrm>
              <a:prstGeom prst="rect">
                <a:avLst/>
              </a:prstGeom>
              <a:blipFill>
                <a:blip r:embed="rId7"/>
                <a:stretch>
                  <a:fillRect/>
                </a:stretch>
              </a:blipFill>
            </p:spPr>
            <p:txBody>
              <a:bodyPr/>
              <a:lstStyle/>
              <a:p>
                <a:r>
                  <a:rPr lang="en-PH">
                    <a:noFill/>
                  </a:rPr>
                  <a:t> </a:t>
                </a:r>
              </a:p>
            </p:txBody>
          </p:sp>
        </mc:Fallback>
      </mc:AlternateContent>
      <p:sp>
        <p:nvSpPr>
          <p:cNvPr id="9" name="Arrow: Right 8">
            <a:extLst>
              <a:ext uri="{FF2B5EF4-FFF2-40B4-BE49-F238E27FC236}">
                <a16:creationId xmlns:a16="http://schemas.microsoft.com/office/drawing/2014/main" id="{1C80F6A2-63F3-48B7-7D43-1CEFDFC499D9}"/>
              </a:ext>
            </a:extLst>
          </p:cNvPr>
          <p:cNvSpPr/>
          <p:nvPr/>
        </p:nvSpPr>
        <p:spPr>
          <a:xfrm>
            <a:off x="9122768" y="4599193"/>
            <a:ext cx="551224" cy="1391491"/>
          </a:xfrm>
          <a:prstGeom prst="rightArrow">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5BA2882-D156-EEE8-8A6A-7C85E572D1BE}"/>
                  </a:ext>
                </a:extLst>
              </p:cNvPr>
              <p:cNvSpPr txBox="1"/>
              <p:nvPr/>
            </p:nvSpPr>
            <p:spPr>
              <a:xfrm>
                <a:off x="8639571" y="5990684"/>
                <a:ext cx="10516564" cy="2716706"/>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r>
                        <a:rPr lang="en-PH" sz="5500" b="0" i="1" smtClean="0">
                          <a:solidFill>
                            <a:srgbClr val="1C2B2B"/>
                          </a:solidFill>
                          <a:latin typeface="Cambria Math" panose="02040503050406030204" pitchFamily="18" charset="0"/>
                          <a:sym typeface="Monterchi"/>
                        </a:rPr>
                        <m:t>𝑥</m:t>
                      </m:r>
                      <m:r>
                        <a:rPr lang="en-PH" sz="5500" b="0" i="1" smtClean="0">
                          <a:solidFill>
                            <a:srgbClr val="1C2B2B"/>
                          </a:solidFill>
                          <a:latin typeface="Cambria Math" panose="02040503050406030204" pitchFamily="18" charset="0"/>
                          <a:sym typeface="Monterchi"/>
                        </a:rPr>
                        <m:t>=−</m:t>
                      </m:r>
                      <m:f>
                        <m:fPr>
                          <m:ctrlPr>
                            <a:rPr lang="en-PH" sz="5500" b="0" i="1" smtClean="0">
                              <a:solidFill>
                                <a:srgbClr val="1C2B2B"/>
                              </a:solidFill>
                              <a:latin typeface="Cambria Math" panose="02040503050406030204" pitchFamily="18" charset="0"/>
                              <a:sym typeface="Monterchi"/>
                            </a:rPr>
                          </m:ctrlPr>
                        </m:fPr>
                        <m:num>
                          <m:r>
                            <a:rPr lang="en-PH" sz="5500" b="0" i="1" smtClean="0">
                              <a:solidFill>
                                <a:srgbClr val="1C2B2B"/>
                              </a:solidFill>
                              <a:latin typeface="Cambria Math" panose="02040503050406030204" pitchFamily="18" charset="0"/>
                              <a:sym typeface="Monterchi"/>
                            </a:rPr>
                            <m:t>𝑏</m:t>
                          </m:r>
                        </m:num>
                        <m:den>
                          <m:r>
                            <a:rPr lang="en-PH" sz="5500" b="0" i="1" smtClean="0">
                              <a:solidFill>
                                <a:srgbClr val="1C2B2B"/>
                              </a:solidFill>
                              <a:latin typeface="Cambria Math" panose="02040503050406030204" pitchFamily="18" charset="0"/>
                              <a:sym typeface="Monterchi"/>
                            </a:rPr>
                            <m:t>2</m:t>
                          </m:r>
                          <m:r>
                            <a:rPr lang="en-PH" sz="5500" b="0" i="1" smtClean="0">
                              <a:solidFill>
                                <a:srgbClr val="1C2B2B"/>
                              </a:solidFill>
                              <a:latin typeface="Cambria Math" panose="02040503050406030204" pitchFamily="18" charset="0"/>
                              <a:sym typeface="Monterchi"/>
                            </a:rPr>
                            <m:t>𝑎</m:t>
                          </m:r>
                        </m:den>
                      </m:f>
                      <m:r>
                        <a:rPr lang="en-PH" sz="5500" b="0" i="1" smtClean="0">
                          <a:solidFill>
                            <a:srgbClr val="1C2B2B"/>
                          </a:solidFill>
                          <a:latin typeface="Cambria Math" panose="02040503050406030204" pitchFamily="18" charset="0"/>
                          <a:sym typeface="Monterchi"/>
                        </a:rPr>
                        <m:t>±</m:t>
                      </m:r>
                      <m:f>
                        <m:fPr>
                          <m:ctrlPr>
                            <a:rPr lang="en-PH" sz="5500" b="0" i="1" smtClean="0">
                              <a:solidFill>
                                <a:srgbClr val="1C2B2B"/>
                              </a:solidFill>
                              <a:latin typeface="Cambria Math" panose="02040503050406030204" pitchFamily="18" charset="0"/>
                              <a:sym typeface="Monterchi"/>
                            </a:rPr>
                          </m:ctrlPr>
                        </m:fPr>
                        <m:num>
                          <m:rad>
                            <m:radPr>
                              <m:degHide m:val="on"/>
                              <m:ctrlPr>
                                <a:rPr lang="en-PH" sz="5500" b="0" i="1" smtClean="0">
                                  <a:solidFill>
                                    <a:srgbClr val="1C2B2B"/>
                                  </a:solidFill>
                                  <a:latin typeface="Cambria Math" panose="02040503050406030204" pitchFamily="18" charset="0"/>
                                  <a:sym typeface="Monterchi"/>
                                </a:rPr>
                              </m:ctrlPr>
                            </m:radPr>
                            <m:deg/>
                            <m:e>
                              <m:sSup>
                                <m:sSupPr>
                                  <m:ctrlPr>
                                    <a:rPr lang="en-PH" sz="5500" b="0" i="1" smtClean="0">
                                      <a:solidFill>
                                        <a:srgbClr val="1C2B2B"/>
                                      </a:solidFill>
                                      <a:latin typeface="Cambria Math" panose="02040503050406030204" pitchFamily="18" charset="0"/>
                                      <a:sym typeface="Monterchi"/>
                                    </a:rPr>
                                  </m:ctrlPr>
                                </m:sSupPr>
                                <m:e>
                                  <m:r>
                                    <a:rPr lang="en-PH" sz="5500" b="0" i="1" smtClean="0">
                                      <a:solidFill>
                                        <a:srgbClr val="1C2B2B"/>
                                      </a:solidFill>
                                      <a:latin typeface="Cambria Math" panose="02040503050406030204" pitchFamily="18" charset="0"/>
                                      <a:sym typeface="Monterchi"/>
                                    </a:rPr>
                                    <m:t>𝑏</m:t>
                                  </m:r>
                                </m:e>
                                <m:sup>
                                  <m:r>
                                    <a:rPr lang="en-PH" sz="5500" b="0" i="1" smtClean="0">
                                      <a:solidFill>
                                        <a:srgbClr val="1C2B2B"/>
                                      </a:solidFill>
                                      <a:latin typeface="Cambria Math" panose="02040503050406030204" pitchFamily="18" charset="0"/>
                                      <a:sym typeface="Monterchi"/>
                                    </a:rPr>
                                    <m:t>2</m:t>
                                  </m:r>
                                </m:sup>
                              </m:sSup>
                              <m:r>
                                <a:rPr lang="en-PH" sz="5500" b="0" i="1" smtClean="0">
                                  <a:solidFill>
                                    <a:srgbClr val="1C2B2B"/>
                                  </a:solidFill>
                                  <a:latin typeface="Cambria Math" panose="02040503050406030204" pitchFamily="18" charset="0"/>
                                  <a:sym typeface="Monterchi"/>
                                </a:rPr>
                                <m:t>−4</m:t>
                              </m:r>
                              <m:r>
                                <a:rPr lang="en-PH" sz="5500" b="0" i="1" smtClean="0">
                                  <a:solidFill>
                                    <a:srgbClr val="1C2B2B"/>
                                  </a:solidFill>
                                  <a:latin typeface="Cambria Math" panose="02040503050406030204" pitchFamily="18" charset="0"/>
                                  <a:sym typeface="Monterchi"/>
                                </a:rPr>
                                <m:t>𝑎𝑐</m:t>
                              </m:r>
                            </m:e>
                          </m:rad>
                        </m:num>
                        <m:den>
                          <m:r>
                            <a:rPr lang="en-PH" sz="5500" b="0" i="1" smtClean="0">
                              <a:solidFill>
                                <a:srgbClr val="1C2B2B"/>
                              </a:solidFill>
                              <a:latin typeface="Cambria Math" panose="02040503050406030204" pitchFamily="18" charset="0"/>
                              <a:sym typeface="Monterchi"/>
                            </a:rPr>
                            <m:t>2</m:t>
                          </m:r>
                          <m:r>
                            <a:rPr lang="en-PH" sz="5500" b="0" i="1" smtClean="0">
                              <a:solidFill>
                                <a:srgbClr val="1C2B2B"/>
                              </a:solidFill>
                              <a:latin typeface="Cambria Math" panose="02040503050406030204" pitchFamily="18" charset="0"/>
                              <a:sym typeface="Monterchi"/>
                            </a:rPr>
                            <m:t>𝑎</m:t>
                          </m:r>
                        </m:den>
                      </m:f>
                    </m:oMath>
                  </m:oMathPara>
                </a14:m>
                <a:endParaRPr lang="en-US" sz="5500" dirty="0">
                  <a:solidFill>
                    <a:srgbClr val="1C2B2B"/>
                  </a:solidFill>
                  <a:latin typeface="Monterchi"/>
                  <a:ea typeface="Monterchi"/>
                  <a:cs typeface="Monterchi"/>
                  <a:sym typeface="Monterchi"/>
                </a:endParaRPr>
              </a:p>
            </p:txBody>
          </p:sp>
        </mc:Choice>
        <mc:Fallback xmlns="">
          <p:sp>
            <p:nvSpPr>
              <p:cNvPr id="11" name="TextBox 10">
                <a:extLst>
                  <a:ext uri="{FF2B5EF4-FFF2-40B4-BE49-F238E27FC236}">
                    <a16:creationId xmlns:a16="http://schemas.microsoft.com/office/drawing/2014/main" id="{05BA2882-D156-EEE8-8A6A-7C85E572D1BE}"/>
                  </a:ext>
                </a:extLst>
              </p:cNvPr>
              <p:cNvSpPr txBox="1">
                <a:spLocks noRot="1" noChangeAspect="1" noMove="1" noResize="1" noEditPoints="1" noAdjustHandles="1" noChangeArrowheads="1" noChangeShapeType="1" noTextEdit="1"/>
              </p:cNvSpPr>
              <p:nvPr/>
            </p:nvSpPr>
            <p:spPr>
              <a:xfrm>
                <a:off x="8639571" y="5990684"/>
                <a:ext cx="10516564" cy="2716706"/>
              </a:xfrm>
              <a:prstGeom prst="rect">
                <a:avLst/>
              </a:prstGeom>
              <a:blipFill>
                <a:blip r:embed="rId8"/>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24172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CDF00773-A1F0-11B9-83CA-7E2369E4555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DBE779D-75EB-935F-F166-6CC5F15D8D74}"/>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C5ECD5FD-036A-4588-42F9-0C3D478825B5}"/>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39295E4A-AF34-1DC8-BB5F-E078A071CF5B}"/>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2DDBDA89-F7A3-CE23-E7A8-85205F44B95F}"/>
              </a:ext>
            </a:extLst>
          </p:cNvPr>
          <p:cNvGrpSpPr/>
          <p:nvPr/>
        </p:nvGrpSpPr>
        <p:grpSpPr>
          <a:xfrm>
            <a:off x="380999" y="353752"/>
            <a:ext cx="17315429" cy="9579496"/>
            <a:chOff x="0" y="0"/>
            <a:chExt cx="3381238" cy="1870887"/>
          </a:xfrm>
        </p:grpSpPr>
        <p:sp>
          <p:nvSpPr>
            <p:cNvPr id="6" name="Freeform 6">
              <a:extLst>
                <a:ext uri="{FF2B5EF4-FFF2-40B4-BE49-F238E27FC236}">
                  <a16:creationId xmlns:a16="http://schemas.microsoft.com/office/drawing/2014/main" id="{5A8B46A0-73EF-946B-CC47-8845F6B209C4}"/>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02389174-9AD9-AAB7-5657-2EE2D735F077}"/>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B42389DD-89F9-E537-0B7F-8A769C7B2E0D}"/>
              </a:ext>
            </a:extLst>
          </p:cNvPr>
          <p:cNvSpPr/>
          <p:nvPr/>
        </p:nvSpPr>
        <p:spPr>
          <a:xfrm flipH="1">
            <a:off x="0" y="9440602"/>
            <a:ext cx="1170043" cy="1041481"/>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E52A48C-A5B2-27AB-EB73-CF5B97C18E7F}"/>
                  </a:ext>
                </a:extLst>
              </p:cNvPr>
              <p:cNvSpPr txBox="1"/>
              <p:nvPr/>
            </p:nvSpPr>
            <p:spPr>
              <a:xfrm>
                <a:off x="3579576" y="388223"/>
                <a:ext cx="10516564" cy="3103350"/>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sSup>
                        <m:sSupPr>
                          <m:ctrlPr>
                            <a:rPr lang="en-PH" sz="5500" b="0" i="1" smtClean="0">
                              <a:solidFill>
                                <a:srgbClr val="1C2B2B"/>
                              </a:solidFill>
                              <a:latin typeface="Cambria Math" panose="02040503050406030204" pitchFamily="18" charset="0"/>
                              <a:ea typeface="Monterchi"/>
                              <a:cs typeface="Monterchi"/>
                              <a:sym typeface="Monterchi"/>
                            </a:rPr>
                          </m:ctrlPr>
                        </m:sSupPr>
                        <m:e>
                          <m:d>
                            <m:dPr>
                              <m:ctrlPr>
                                <a:rPr lang="en-PH" sz="5500" b="0" i="1" smtClean="0">
                                  <a:solidFill>
                                    <a:srgbClr val="1C2B2B"/>
                                  </a:solidFill>
                                  <a:latin typeface="Cambria Math" panose="02040503050406030204" pitchFamily="18" charset="0"/>
                                  <a:ea typeface="Monterchi"/>
                                  <a:cs typeface="Monterchi"/>
                                  <a:sym typeface="Monterchi"/>
                                </a:rPr>
                              </m:ctrlPr>
                            </m:dPr>
                            <m:e>
                              <m:r>
                                <a:rPr lang="en-PH" sz="5500" b="0" i="1" smtClean="0">
                                  <a:solidFill>
                                    <a:srgbClr val="1C2B2B"/>
                                  </a:solidFill>
                                  <a:latin typeface="Cambria Math" panose="02040503050406030204" pitchFamily="18" charset="0"/>
                                  <a:ea typeface="Monterchi"/>
                                  <a:cs typeface="Monterchi"/>
                                  <a:sym typeface="Monterchi"/>
                                </a:rPr>
                                <m:t>𝑥</m:t>
                              </m:r>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r>
                                    <a:rPr lang="en-PH" sz="5500" b="0" i="1" smtClean="0">
                                      <a:solidFill>
                                        <a:srgbClr val="1C2B2B"/>
                                      </a:solidFill>
                                      <a:latin typeface="Cambria Math" panose="02040503050406030204" pitchFamily="18" charset="0"/>
                                      <a:ea typeface="Monterchi"/>
                                      <a:cs typeface="Monterchi"/>
                                      <a:sym typeface="Monterchi"/>
                                    </a:rPr>
                                    <m:t>𝑏</m:t>
                                  </m:r>
                                </m:num>
                                <m:den>
                                  <m:r>
                                    <a:rPr lang="en-PH" sz="5500" b="0" i="1" smtClean="0">
                                      <a:solidFill>
                                        <a:srgbClr val="1C2B2B"/>
                                      </a:solidFill>
                                      <a:latin typeface="Cambria Math" panose="02040503050406030204" pitchFamily="18" charset="0"/>
                                      <a:ea typeface="Monterchi"/>
                                      <a:cs typeface="Monterchi"/>
                                      <a:sym typeface="Monterchi"/>
                                    </a:rPr>
                                    <m:t>2</m:t>
                                  </m:r>
                                  <m:r>
                                    <a:rPr lang="en-PH" sz="5500" b="0" i="1" smtClean="0">
                                      <a:solidFill>
                                        <a:srgbClr val="1C2B2B"/>
                                      </a:solidFill>
                                      <a:latin typeface="Cambria Math" panose="02040503050406030204" pitchFamily="18" charset="0"/>
                                      <a:ea typeface="Monterchi"/>
                                      <a:cs typeface="Monterchi"/>
                                      <a:sym typeface="Monterchi"/>
                                    </a:rPr>
                                    <m:t>𝑎</m:t>
                                  </m:r>
                                </m:den>
                              </m:f>
                            </m:e>
                          </m:d>
                        </m:e>
                        <m:sup>
                          <m:r>
                            <a:rPr lang="en-PH" sz="5500" b="0" i="1" smtClean="0">
                              <a:solidFill>
                                <a:srgbClr val="1C2B2B"/>
                              </a:solidFill>
                              <a:latin typeface="Cambria Math" panose="02040503050406030204" pitchFamily="18" charset="0"/>
                              <a:ea typeface="Monterchi"/>
                              <a:cs typeface="Monterchi"/>
                              <a:sym typeface="Monterchi"/>
                            </a:rPr>
                            <m:t>2</m:t>
                          </m:r>
                        </m:sup>
                      </m:sSup>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ea typeface="Monterchi"/>
                              <a:cs typeface="Monterchi"/>
                              <a:sym typeface="Monterchi"/>
                            </a:rPr>
                          </m:ctrlPr>
                        </m:fPr>
                        <m:num>
                          <m:sSup>
                            <m:sSupPr>
                              <m:ctrlPr>
                                <a:rPr lang="en-PH" sz="5500" b="0" i="1" smtClean="0">
                                  <a:solidFill>
                                    <a:srgbClr val="1C2B2B"/>
                                  </a:solidFill>
                                  <a:latin typeface="Cambria Math" panose="02040503050406030204" pitchFamily="18" charset="0"/>
                                  <a:ea typeface="Monterchi"/>
                                  <a:cs typeface="Monterchi"/>
                                  <a:sym typeface="Monterchi"/>
                                </a:rPr>
                              </m:ctrlPr>
                            </m:sSupPr>
                            <m:e>
                              <m:r>
                                <a:rPr lang="en-PH" sz="5500" b="0" i="1" smtClean="0">
                                  <a:solidFill>
                                    <a:srgbClr val="1C2B2B"/>
                                  </a:solidFill>
                                  <a:latin typeface="Cambria Math" panose="02040503050406030204" pitchFamily="18" charset="0"/>
                                  <a:ea typeface="Monterchi"/>
                                  <a:cs typeface="Monterchi"/>
                                  <a:sym typeface="Monterchi"/>
                                </a:rPr>
                                <m:t>𝑏</m:t>
                              </m:r>
                            </m:e>
                            <m:sup>
                              <m:r>
                                <a:rPr lang="en-PH" sz="5500" b="0" i="1" smtClean="0">
                                  <a:solidFill>
                                    <a:srgbClr val="1C2B2B"/>
                                  </a:solidFill>
                                  <a:latin typeface="Cambria Math" panose="02040503050406030204" pitchFamily="18" charset="0"/>
                                  <a:ea typeface="Monterchi"/>
                                  <a:cs typeface="Monterchi"/>
                                  <a:sym typeface="Monterchi"/>
                                </a:rPr>
                                <m:t>2</m:t>
                              </m:r>
                            </m:sup>
                          </m:sSup>
                          <m:r>
                            <a:rPr lang="en-PH" sz="5500" b="0" i="1" smtClean="0">
                              <a:solidFill>
                                <a:srgbClr val="1C2B2B"/>
                              </a:solidFill>
                              <a:latin typeface="Cambria Math" panose="02040503050406030204" pitchFamily="18" charset="0"/>
                              <a:ea typeface="Monterchi"/>
                              <a:cs typeface="Monterchi"/>
                              <a:sym typeface="Monterchi"/>
                            </a:rPr>
                            <m:t>−4</m:t>
                          </m:r>
                          <m:r>
                            <a:rPr lang="en-PH" sz="5500" b="0" i="1" smtClean="0">
                              <a:solidFill>
                                <a:srgbClr val="1C2B2B"/>
                              </a:solidFill>
                              <a:latin typeface="Cambria Math" panose="02040503050406030204" pitchFamily="18" charset="0"/>
                              <a:ea typeface="Monterchi"/>
                              <a:cs typeface="Monterchi"/>
                              <a:sym typeface="Monterchi"/>
                            </a:rPr>
                            <m:t>𝑎𝑐</m:t>
                          </m:r>
                        </m:num>
                        <m:den>
                          <m:r>
                            <a:rPr lang="en-PH" sz="5500" b="0" i="1" smtClean="0">
                              <a:solidFill>
                                <a:srgbClr val="1C2B2B"/>
                              </a:solidFill>
                              <a:latin typeface="Cambria Math" panose="02040503050406030204" pitchFamily="18" charset="0"/>
                              <a:ea typeface="Monterchi"/>
                              <a:cs typeface="Monterchi"/>
                              <a:sym typeface="Monterchi"/>
                            </a:rPr>
                            <m:t>4</m:t>
                          </m:r>
                          <m:sSup>
                            <m:sSupPr>
                              <m:ctrlPr>
                                <a:rPr lang="en-PH" sz="5500" b="0" i="1" smtClean="0">
                                  <a:solidFill>
                                    <a:srgbClr val="1C2B2B"/>
                                  </a:solidFill>
                                  <a:latin typeface="Cambria Math" panose="02040503050406030204" pitchFamily="18" charset="0"/>
                                  <a:ea typeface="Monterchi"/>
                                  <a:cs typeface="Monterchi"/>
                                  <a:sym typeface="Monterchi"/>
                                </a:rPr>
                              </m:ctrlPr>
                            </m:sSupPr>
                            <m:e>
                              <m:r>
                                <a:rPr lang="en-PH" sz="5500" b="0" i="1" smtClean="0">
                                  <a:solidFill>
                                    <a:srgbClr val="1C2B2B"/>
                                  </a:solidFill>
                                  <a:latin typeface="Cambria Math" panose="02040503050406030204" pitchFamily="18" charset="0"/>
                                  <a:ea typeface="Monterchi"/>
                                  <a:cs typeface="Monterchi"/>
                                  <a:sym typeface="Monterchi"/>
                                </a:rPr>
                                <m:t>𝑎</m:t>
                              </m:r>
                            </m:e>
                            <m:sup>
                              <m:r>
                                <a:rPr lang="en-PH" sz="5500" b="0" i="1" smtClean="0">
                                  <a:solidFill>
                                    <a:srgbClr val="1C2B2B"/>
                                  </a:solidFill>
                                  <a:latin typeface="Cambria Math" panose="02040503050406030204" pitchFamily="18" charset="0"/>
                                  <a:ea typeface="Monterchi"/>
                                  <a:cs typeface="Monterchi"/>
                                  <a:sym typeface="Monterchi"/>
                                </a:rPr>
                                <m:t>2</m:t>
                              </m:r>
                            </m:sup>
                          </m:sSup>
                        </m:den>
                      </m:f>
                    </m:oMath>
                  </m:oMathPara>
                </a14:m>
                <a:endParaRPr lang="en-US" sz="5500" dirty="0">
                  <a:solidFill>
                    <a:srgbClr val="1C2B2B"/>
                  </a:solidFill>
                  <a:latin typeface="Monterchi"/>
                  <a:ea typeface="Monterchi"/>
                  <a:cs typeface="Monterchi"/>
                  <a:sym typeface="Monterchi"/>
                </a:endParaRPr>
              </a:p>
            </p:txBody>
          </p:sp>
        </mc:Choice>
        <mc:Fallback xmlns="">
          <p:sp>
            <p:nvSpPr>
              <p:cNvPr id="10" name="TextBox 9">
                <a:extLst>
                  <a:ext uri="{FF2B5EF4-FFF2-40B4-BE49-F238E27FC236}">
                    <a16:creationId xmlns:a16="http://schemas.microsoft.com/office/drawing/2014/main" id="{6E52A48C-A5B2-27AB-EB73-CF5B97C18E7F}"/>
                  </a:ext>
                </a:extLst>
              </p:cNvPr>
              <p:cNvSpPr txBox="1">
                <a:spLocks noRot="1" noChangeAspect="1" noMove="1" noResize="1" noEditPoints="1" noAdjustHandles="1" noChangeArrowheads="1" noChangeShapeType="1" noTextEdit="1"/>
              </p:cNvSpPr>
              <p:nvPr/>
            </p:nvSpPr>
            <p:spPr>
              <a:xfrm>
                <a:off x="3579576" y="388223"/>
                <a:ext cx="10516564" cy="3103350"/>
              </a:xfrm>
              <a:prstGeom prst="rect">
                <a:avLst/>
              </a:prstGeom>
              <a:blipFill>
                <a:blip r:embed="rId5"/>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529CD4D-B790-AB49-BF71-E90DFF9CDCE7}"/>
                  </a:ext>
                </a:extLst>
              </p:cNvPr>
              <p:cNvSpPr txBox="1"/>
              <p:nvPr/>
            </p:nvSpPr>
            <p:spPr>
              <a:xfrm>
                <a:off x="-381000" y="3036337"/>
                <a:ext cx="10516564" cy="3768852"/>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rad>
                        <m:radPr>
                          <m:degHide m:val="on"/>
                          <m:ctrlPr>
                            <a:rPr lang="en-PH" sz="5500" b="0" i="1" smtClean="0">
                              <a:solidFill>
                                <a:srgbClr val="1C2B2B"/>
                              </a:solidFill>
                              <a:latin typeface="Cambria Math" panose="02040503050406030204" pitchFamily="18" charset="0"/>
                              <a:sym typeface="Monterchi"/>
                            </a:rPr>
                          </m:ctrlPr>
                        </m:radPr>
                        <m:deg/>
                        <m:e>
                          <m:sSup>
                            <m:sSupPr>
                              <m:ctrlPr>
                                <a:rPr lang="en-PH" sz="5500" b="0" i="1" smtClean="0">
                                  <a:solidFill>
                                    <a:srgbClr val="1C2B2B"/>
                                  </a:solidFill>
                                  <a:latin typeface="Cambria Math" panose="02040503050406030204" pitchFamily="18" charset="0"/>
                                  <a:sym typeface="Monterchi"/>
                                </a:rPr>
                              </m:ctrlPr>
                            </m:sSupPr>
                            <m:e>
                              <m:d>
                                <m:dPr>
                                  <m:ctrlPr>
                                    <a:rPr lang="en-PH" sz="5500" b="0" i="1" smtClean="0">
                                      <a:solidFill>
                                        <a:srgbClr val="1C2B2B"/>
                                      </a:solidFill>
                                      <a:latin typeface="Cambria Math" panose="02040503050406030204" pitchFamily="18" charset="0"/>
                                      <a:sym typeface="Monterchi"/>
                                    </a:rPr>
                                  </m:ctrlPr>
                                </m:dPr>
                                <m:e>
                                  <m:r>
                                    <a:rPr lang="en-PH" sz="5500" b="0" i="1" smtClean="0">
                                      <a:solidFill>
                                        <a:srgbClr val="1C2B2B"/>
                                      </a:solidFill>
                                      <a:latin typeface="Cambria Math" panose="02040503050406030204" pitchFamily="18" charset="0"/>
                                      <a:sym typeface="Monterchi"/>
                                    </a:rPr>
                                    <m:t>𝑥</m:t>
                                  </m:r>
                                  <m:r>
                                    <a:rPr lang="en-PH" sz="5500" b="0" i="1" smtClean="0">
                                      <a:solidFill>
                                        <a:srgbClr val="1C2B2B"/>
                                      </a:solidFill>
                                      <a:latin typeface="Cambria Math" panose="02040503050406030204" pitchFamily="18" charset="0"/>
                                      <a:sym typeface="Monterchi"/>
                                    </a:rPr>
                                    <m:t>+</m:t>
                                  </m:r>
                                  <m:f>
                                    <m:fPr>
                                      <m:ctrlPr>
                                        <a:rPr lang="en-PH" sz="5500" b="0" i="1" smtClean="0">
                                          <a:solidFill>
                                            <a:srgbClr val="1C2B2B"/>
                                          </a:solidFill>
                                          <a:latin typeface="Cambria Math" panose="02040503050406030204" pitchFamily="18" charset="0"/>
                                          <a:sym typeface="Monterchi"/>
                                        </a:rPr>
                                      </m:ctrlPr>
                                    </m:fPr>
                                    <m:num>
                                      <m:r>
                                        <a:rPr lang="en-PH" sz="5500" b="0" i="1" smtClean="0">
                                          <a:solidFill>
                                            <a:srgbClr val="1C2B2B"/>
                                          </a:solidFill>
                                          <a:latin typeface="Cambria Math" panose="02040503050406030204" pitchFamily="18" charset="0"/>
                                          <a:sym typeface="Monterchi"/>
                                        </a:rPr>
                                        <m:t>𝑏</m:t>
                                      </m:r>
                                    </m:num>
                                    <m:den>
                                      <m:r>
                                        <a:rPr lang="en-PH" sz="5500" b="0" i="1" smtClean="0">
                                          <a:solidFill>
                                            <a:srgbClr val="1C2B2B"/>
                                          </a:solidFill>
                                          <a:latin typeface="Cambria Math" panose="02040503050406030204" pitchFamily="18" charset="0"/>
                                          <a:sym typeface="Monterchi"/>
                                        </a:rPr>
                                        <m:t>2</m:t>
                                      </m:r>
                                      <m:r>
                                        <a:rPr lang="en-PH" sz="5500" b="0" i="1" smtClean="0">
                                          <a:solidFill>
                                            <a:srgbClr val="1C2B2B"/>
                                          </a:solidFill>
                                          <a:latin typeface="Cambria Math" panose="02040503050406030204" pitchFamily="18" charset="0"/>
                                          <a:sym typeface="Monterchi"/>
                                        </a:rPr>
                                        <m:t>𝑎</m:t>
                                      </m:r>
                                    </m:den>
                                  </m:f>
                                </m:e>
                              </m:d>
                            </m:e>
                            <m:sup>
                              <m:r>
                                <a:rPr lang="en-PH" sz="5500" b="0" i="1" smtClean="0">
                                  <a:solidFill>
                                    <a:srgbClr val="1C2B2B"/>
                                  </a:solidFill>
                                  <a:latin typeface="Cambria Math" panose="02040503050406030204" pitchFamily="18" charset="0"/>
                                  <a:sym typeface="Monterchi"/>
                                </a:rPr>
                                <m:t>2</m:t>
                              </m:r>
                            </m:sup>
                          </m:sSup>
                        </m:e>
                      </m:rad>
                      <m:r>
                        <a:rPr lang="en-PH" sz="5500" b="0" i="1" smtClean="0">
                          <a:solidFill>
                            <a:srgbClr val="1C2B2B"/>
                          </a:solidFill>
                          <a:latin typeface="Cambria Math" panose="02040503050406030204" pitchFamily="18" charset="0"/>
                          <a:ea typeface="Monterchi"/>
                          <a:cs typeface="Monterchi"/>
                          <a:sym typeface="Monterchi"/>
                        </a:rPr>
                        <m:t>=± </m:t>
                      </m:r>
                      <m:rad>
                        <m:radPr>
                          <m:degHide m:val="on"/>
                          <m:ctrlPr>
                            <a:rPr lang="en-PH" sz="5500" b="0" i="1" smtClean="0">
                              <a:solidFill>
                                <a:srgbClr val="1C2B2B"/>
                              </a:solidFill>
                              <a:latin typeface="Cambria Math" panose="02040503050406030204" pitchFamily="18" charset="0"/>
                              <a:sym typeface="Monterchi"/>
                            </a:rPr>
                          </m:ctrlPr>
                        </m:radPr>
                        <m:deg/>
                        <m:e>
                          <m:f>
                            <m:fPr>
                              <m:ctrlPr>
                                <a:rPr lang="en-PH" sz="5500" b="0" i="1" smtClean="0">
                                  <a:solidFill>
                                    <a:srgbClr val="1C2B2B"/>
                                  </a:solidFill>
                                  <a:latin typeface="Cambria Math" panose="02040503050406030204" pitchFamily="18" charset="0"/>
                                  <a:sym typeface="Monterchi"/>
                                </a:rPr>
                              </m:ctrlPr>
                            </m:fPr>
                            <m:num>
                              <m:sSup>
                                <m:sSupPr>
                                  <m:ctrlPr>
                                    <a:rPr lang="en-PH" sz="5500" b="0" i="1" smtClean="0">
                                      <a:solidFill>
                                        <a:srgbClr val="1C2B2B"/>
                                      </a:solidFill>
                                      <a:latin typeface="Cambria Math" panose="02040503050406030204" pitchFamily="18" charset="0"/>
                                      <a:sym typeface="Monterchi"/>
                                    </a:rPr>
                                  </m:ctrlPr>
                                </m:sSupPr>
                                <m:e>
                                  <m:r>
                                    <a:rPr lang="en-PH" sz="5500" b="0" i="1" smtClean="0">
                                      <a:solidFill>
                                        <a:srgbClr val="1C2B2B"/>
                                      </a:solidFill>
                                      <a:latin typeface="Cambria Math" panose="02040503050406030204" pitchFamily="18" charset="0"/>
                                      <a:sym typeface="Monterchi"/>
                                    </a:rPr>
                                    <m:t>𝑏</m:t>
                                  </m:r>
                                </m:e>
                                <m:sup>
                                  <m:r>
                                    <a:rPr lang="en-PH" sz="5500" b="0" i="1" smtClean="0">
                                      <a:solidFill>
                                        <a:srgbClr val="1C2B2B"/>
                                      </a:solidFill>
                                      <a:latin typeface="Cambria Math" panose="02040503050406030204" pitchFamily="18" charset="0"/>
                                      <a:sym typeface="Monterchi"/>
                                    </a:rPr>
                                    <m:t>2</m:t>
                                  </m:r>
                                </m:sup>
                              </m:sSup>
                              <m:r>
                                <a:rPr lang="en-PH" sz="5500" b="0" i="1" smtClean="0">
                                  <a:solidFill>
                                    <a:srgbClr val="1C2B2B"/>
                                  </a:solidFill>
                                  <a:latin typeface="Cambria Math" panose="02040503050406030204" pitchFamily="18" charset="0"/>
                                  <a:sym typeface="Monterchi"/>
                                </a:rPr>
                                <m:t>−4</m:t>
                              </m:r>
                              <m:r>
                                <a:rPr lang="en-PH" sz="5500" b="0" i="1" smtClean="0">
                                  <a:solidFill>
                                    <a:srgbClr val="1C2B2B"/>
                                  </a:solidFill>
                                  <a:latin typeface="Cambria Math" panose="02040503050406030204" pitchFamily="18" charset="0"/>
                                  <a:sym typeface="Monterchi"/>
                                </a:rPr>
                                <m:t>𝑎𝑐</m:t>
                              </m:r>
                            </m:num>
                            <m:den>
                              <m:r>
                                <a:rPr lang="en-PH" sz="5500" b="0" i="1" smtClean="0">
                                  <a:solidFill>
                                    <a:srgbClr val="1C2B2B"/>
                                  </a:solidFill>
                                  <a:latin typeface="Cambria Math" panose="02040503050406030204" pitchFamily="18" charset="0"/>
                                  <a:sym typeface="Monterchi"/>
                                </a:rPr>
                                <m:t>4</m:t>
                              </m:r>
                              <m:sSup>
                                <m:sSupPr>
                                  <m:ctrlPr>
                                    <a:rPr lang="en-PH" sz="5500" b="0" i="1" smtClean="0">
                                      <a:solidFill>
                                        <a:srgbClr val="1C2B2B"/>
                                      </a:solidFill>
                                      <a:latin typeface="Cambria Math" panose="02040503050406030204" pitchFamily="18" charset="0"/>
                                      <a:sym typeface="Monterchi"/>
                                    </a:rPr>
                                  </m:ctrlPr>
                                </m:sSupPr>
                                <m:e>
                                  <m:r>
                                    <a:rPr lang="en-PH" sz="5500" b="0" i="1" smtClean="0">
                                      <a:solidFill>
                                        <a:srgbClr val="1C2B2B"/>
                                      </a:solidFill>
                                      <a:latin typeface="Cambria Math" panose="02040503050406030204" pitchFamily="18" charset="0"/>
                                      <a:sym typeface="Monterchi"/>
                                    </a:rPr>
                                    <m:t>𝑎</m:t>
                                  </m:r>
                                </m:e>
                                <m:sup>
                                  <m:r>
                                    <a:rPr lang="en-PH" sz="5500" b="0" i="1" smtClean="0">
                                      <a:solidFill>
                                        <a:srgbClr val="1C2B2B"/>
                                      </a:solidFill>
                                      <a:latin typeface="Cambria Math" panose="02040503050406030204" pitchFamily="18" charset="0"/>
                                      <a:sym typeface="Monterchi"/>
                                    </a:rPr>
                                    <m:t>2</m:t>
                                  </m:r>
                                </m:sup>
                              </m:sSup>
                            </m:den>
                          </m:f>
                        </m:e>
                      </m:rad>
                    </m:oMath>
                  </m:oMathPara>
                </a14:m>
                <a:endParaRPr lang="en-US" sz="5500" dirty="0">
                  <a:solidFill>
                    <a:srgbClr val="1C2B2B"/>
                  </a:solidFill>
                  <a:latin typeface="Monterchi"/>
                  <a:ea typeface="Monterchi"/>
                  <a:cs typeface="Monterchi"/>
                  <a:sym typeface="Monterchi"/>
                </a:endParaRPr>
              </a:p>
            </p:txBody>
          </p:sp>
        </mc:Choice>
        <mc:Fallback xmlns="">
          <p:sp>
            <p:nvSpPr>
              <p:cNvPr id="18" name="TextBox 17">
                <a:extLst>
                  <a:ext uri="{FF2B5EF4-FFF2-40B4-BE49-F238E27FC236}">
                    <a16:creationId xmlns:a16="http://schemas.microsoft.com/office/drawing/2014/main" id="{2529CD4D-B790-AB49-BF71-E90DFF9CDCE7}"/>
                  </a:ext>
                </a:extLst>
              </p:cNvPr>
              <p:cNvSpPr txBox="1">
                <a:spLocks noRot="1" noChangeAspect="1" noMove="1" noResize="1" noEditPoints="1" noAdjustHandles="1" noChangeArrowheads="1" noChangeShapeType="1" noTextEdit="1"/>
              </p:cNvSpPr>
              <p:nvPr/>
            </p:nvSpPr>
            <p:spPr>
              <a:xfrm>
                <a:off x="-381000" y="3036337"/>
                <a:ext cx="10516564" cy="3768852"/>
              </a:xfrm>
              <a:prstGeom prst="rect">
                <a:avLst/>
              </a:prstGeom>
              <a:blipFill>
                <a:blip r:embed="rId6"/>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DAE721A-530B-F483-F565-521AB685584D}"/>
                  </a:ext>
                </a:extLst>
              </p:cNvPr>
              <p:cNvSpPr txBox="1"/>
              <p:nvPr/>
            </p:nvSpPr>
            <p:spPr>
              <a:xfrm>
                <a:off x="8517000" y="3279144"/>
                <a:ext cx="10516564" cy="3047373"/>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d>
                        <m:dPr>
                          <m:ctrlPr>
                            <a:rPr lang="en-PH" sz="5500" b="0" i="1" smtClean="0">
                              <a:solidFill>
                                <a:srgbClr val="1C2B2B"/>
                              </a:solidFill>
                              <a:latin typeface="Cambria Math" panose="02040503050406030204" pitchFamily="18" charset="0"/>
                              <a:sym typeface="Monterchi"/>
                            </a:rPr>
                          </m:ctrlPr>
                        </m:dPr>
                        <m:e>
                          <m:r>
                            <a:rPr lang="en-PH" sz="5500" b="0" i="1" smtClean="0">
                              <a:solidFill>
                                <a:srgbClr val="1C2B2B"/>
                              </a:solidFill>
                              <a:latin typeface="Cambria Math" panose="02040503050406030204" pitchFamily="18" charset="0"/>
                              <a:sym typeface="Monterchi"/>
                            </a:rPr>
                            <m:t>𝑥</m:t>
                          </m:r>
                          <m:r>
                            <a:rPr lang="en-PH" sz="5500" b="0" i="1" smtClean="0">
                              <a:solidFill>
                                <a:srgbClr val="1C2B2B"/>
                              </a:solidFill>
                              <a:latin typeface="Cambria Math" panose="02040503050406030204" pitchFamily="18" charset="0"/>
                              <a:sym typeface="Monterchi"/>
                            </a:rPr>
                            <m:t>+</m:t>
                          </m:r>
                          <m:f>
                            <m:fPr>
                              <m:ctrlPr>
                                <a:rPr lang="en-PH" sz="5500" b="0" i="1" smtClean="0">
                                  <a:solidFill>
                                    <a:srgbClr val="1C2B2B"/>
                                  </a:solidFill>
                                  <a:latin typeface="Cambria Math" panose="02040503050406030204" pitchFamily="18" charset="0"/>
                                  <a:sym typeface="Monterchi"/>
                                </a:rPr>
                              </m:ctrlPr>
                            </m:fPr>
                            <m:num>
                              <m:r>
                                <a:rPr lang="en-PH" sz="5500" b="0" i="1" smtClean="0">
                                  <a:solidFill>
                                    <a:srgbClr val="1C2B2B"/>
                                  </a:solidFill>
                                  <a:latin typeface="Cambria Math" panose="02040503050406030204" pitchFamily="18" charset="0"/>
                                  <a:sym typeface="Monterchi"/>
                                </a:rPr>
                                <m:t>𝑏</m:t>
                              </m:r>
                            </m:num>
                            <m:den>
                              <m:r>
                                <a:rPr lang="en-PH" sz="5500" b="0" i="1" smtClean="0">
                                  <a:solidFill>
                                    <a:srgbClr val="1C2B2B"/>
                                  </a:solidFill>
                                  <a:latin typeface="Cambria Math" panose="02040503050406030204" pitchFamily="18" charset="0"/>
                                  <a:sym typeface="Monterchi"/>
                                </a:rPr>
                                <m:t>2</m:t>
                              </m:r>
                              <m:r>
                                <a:rPr lang="en-PH" sz="5500" b="0" i="1" smtClean="0">
                                  <a:solidFill>
                                    <a:srgbClr val="1C2B2B"/>
                                  </a:solidFill>
                                  <a:latin typeface="Cambria Math" panose="02040503050406030204" pitchFamily="18" charset="0"/>
                                  <a:sym typeface="Monterchi"/>
                                </a:rPr>
                                <m:t>𝑎</m:t>
                              </m:r>
                            </m:den>
                          </m:f>
                        </m:e>
                      </m:d>
                      <m:r>
                        <a:rPr lang="en-PH" sz="5500" b="0" i="1" smtClean="0">
                          <a:solidFill>
                            <a:srgbClr val="1C2B2B"/>
                          </a:solidFill>
                          <a:latin typeface="Cambria Math" panose="02040503050406030204" pitchFamily="18" charset="0"/>
                          <a:ea typeface="Monterchi"/>
                          <a:cs typeface="Monterchi"/>
                          <a:sym typeface="Monterchi"/>
                        </a:rPr>
                        <m:t>=±</m:t>
                      </m:r>
                      <m:f>
                        <m:fPr>
                          <m:ctrlPr>
                            <a:rPr lang="en-PH" sz="5500" b="0" i="1" smtClean="0">
                              <a:solidFill>
                                <a:srgbClr val="1C2B2B"/>
                              </a:solidFill>
                              <a:latin typeface="Cambria Math" panose="02040503050406030204" pitchFamily="18" charset="0"/>
                              <a:sym typeface="Monterchi"/>
                            </a:rPr>
                          </m:ctrlPr>
                        </m:fPr>
                        <m:num>
                          <m:rad>
                            <m:radPr>
                              <m:degHide m:val="on"/>
                              <m:ctrlPr>
                                <a:rPr lang="en-PH" sz="5500" b="0" i="1" smtClean="0">
                                  <a:solidFill>
                                    <a:srgbClr val="1C2B2B"/>
                                  </a:solidFill>
                                  <a:latin typeface="Cambria Math" panose="02040503050406030204" pitchFamily="18" charset="0"/>
                                  <a:sym typeface="Monterchi"/>
                                </a:rPr>
                              </m:ctrlPr>
                            </m:radPr>
                            <m:deg/>
                            <m:e>
                              <m:sSup>
                                <m:sSupPr>
                                  <m:ctrlPr>
                                    <a:rPr lang="en-PH" sz="5500" b="0" i="1" smtClean="0">
                                      <a:solidFill>
                                        <a:srgbClr val="1C2B2B"/>
                                      </a:solidFill>
                                      <a:latin typeface="Cambria Math" panose="02040503050406030204" pitchFamily="18" charset="0"/>
                                      <a:sym typeface="Monterchi"/>
                                    </a:rPr>
                                  </m:ctrlPr>
                                </m:sSupPr>
                                <m:e>
                                  <m:r>
                                    <a:rPr lang="en-PH" sz="5500" b="0" i="1" smtClean="0">
                                      <a:solidFill>
                                        <a:srgbClr val="1C2B2B"/>
                                      </a:solidFill>
                                      <a:latin typeface="Cambria Math" panose="02040503050406030204" pitchFamily="18" charset="0"/>
                                      <a:sym typeface="Monterchi"/>
                                    </a:rPr>
                                    <m:t>𝑏</m:t>
                                  </m:r>
                                </m:e>
                                <m:sup>
                                  <m:r>
                                    <a:rPr lang="en-PH" sz="5500" b="0" i="1" smtClean="0">
                                      <a:solidFill>
                                        <a:srgbClr val="1C2B2B"/>
                                      </a:solidFill>
                                      <a:latin typeface="Cambria Math" panose="02040503050406030204" pitchFamily="18" charset="0"/>
                                      <a:sym typeface="Monterchi"/>
                                    </a:rPr>
                                    <m:t>2</m:t>
                                  </m:r>
                                </m:sup>
                              </m:sSup>
                              <m:r>
                                <a:rPr lang="en-PH" sz="5500" b="0" i="1" smtClean="0">
                                  <a:solidFill>
                                    <a:srgbClr val="1C2B2B"/>
                                  </a:solidFill>
                                  <a:latin typeface="Cambria Math" panose="02040503050406030204" pitchFamily="18" charset="0"/>
                                  <a:sym typeface="Monterchi"/>
                                </a:rPr>
                                <m:t>−4</m:t>
                              </m:r>
                              <m:r>
                                <a:rPr lang="en-PH" sz="5500" b="0" i="1" smtClean="0">
                                  <a:solidFill>
                                    <a:srgbClr val="1C2B2B"/>
                                  </a:solidFill>
                                  <a:latin typeface="Cambria Math" panose="02040503050406030204" pitchFamily="18" charset="0"/>
                                  <a:sym typeface="Monterchi"/>
                                </a:rPr>
                                <m:t>𝑎𝑐</m:t>
                              </m:r>
                            </m:e>
                          </m:rad>
                        </m:num>
                        <m:den>
                          <m:r>
                            <a:rPr lang="en-PH" sz="5500" b="0" i="1" smtClean="0">
                              <a:solidFill>
                                <a:srgbClr val="1C2B2B"/>
                              </a:solidFill>
                              <a:latin typeface="Cambria Math" panose="02040503050406030204" pitchFamily="18" charset="0"/>
                              <a:sym typeface="Monterchi"/>
                            </a:rPr>
                            <m:t>2</m:t>
                          </m:r>
                          <m:r>
                            <a:rPr lang="en-PH" sz="5500" b="0" i="1" smtClean="0">
                              <a:solidFill>
                                <a:srgbClr val="1C2B2B"/>
                              </a:solidFill>
                              <a:latin typeface="Cambria Math" panose="02040503050406030204" pitchFamily="18" charset="0"/>
                              <a:sym typeface="Monterchi"/>
                            </a:rPr>
                            <m:t>𝑎</m:t>
                          </m:r>
                        </m:den>
                      </m:f>
                    </m:oMath>
                  </m:oMathPara>
                </a14:m>
                <a:endParaRPr lang="en-US" sz="5500" dirty="0">
                  <a:solidFill>
                    <a:srgbClr val="1C2B2B"/>
                  </a:solidFill>
                  <a:latin typeface="Monterchi"/>
                  <a:ea typeface="Monterchi"/>
                  <a:cs typeface="Monterchi"/>
                  <a:sym typeface="Monterchi"/>
                </a:endParaRPr>
              </a:p>
            </p:txBody>
          </p:sp>
        </mc:Choice>
        <mc:Fallback xmlns="">
          <p:sp>
            <p:nvSpPr>
              <p:cNvPr id="8" name="TextBox 7">
                <a:extLst>
                  <a:ext uri="{FF2B5EF4-FFF2-40B4-BE49-F238E27FC236}">
                    <a16:creationId xmlns:a16="http://schemas.microsoft.com/office/drawing/2014/main" id="{9DAE721A-530B-F483-F565-521AB685584D}"/>
                  </a:ext>
                </a:extLst>
              </p:cNvPr>
              <p:cNvSpPr txBox="1">
                <a:spLocks noRot="1" noChangeAspect="1" noMove="1" noResize="1" noEditPoints="1" noAdjustHandles="1" noChangeArrowheads="1" noChangeShapeType="1" noTextEdit="1"/>
              </p:cNvSpPr>
              <p:nvPr/>
            </p:nvSpPr>
            <p:spPr>
              <a:xfrm>
                <a:off x="8517000" y="3279144"/>
                <a:ext cx="10516564" cy="3047373"/>
              </a:xfrm>
              <a:prstGeom prst="rect">
                <a:avLst/>
              </a:prstGeom>
              <a:blipFill>
                <a:blip r:embed="rId7"/>
                <a:stretch>
                  <a:fillRect/>
                </a:stretch>
              </a:blipFill>
            </p:spPr>
            <p:txBody>
              <a:bodyPr/>
              <a:lstStyle/>
              <a:p>
                <a:r>
                  <a:rPr lang="en-PH">
                    <a:noFill/>
                  </a:rPr>
                  <a:t> </a:t>
                </a:r>
              </a:p>
            </p:txBody>
          </p:sp>
        </mc:Fallback>
      </mc:AlternateContent>
      <p:sp>
        <p:nvSpPr>
          <p:cNvPr id="9" name="Arrow: Right 8">
            <a:extLst>
              <a:ext uri="{FF2B5EF4-FFF2-40B4-BE49-F238E27FC236}">
                <a16:creationId xmlns:a16="http://schemas.microsoft.com/office/drawing/2014/main" id="{14CE4E0F-67C1-6800-BA1D-20921F45B962}"/>
              </a:ext>
            </a:extLst>
          </p:cNvPr>
          <p:cNvSpPr/>
          <p:nvPr/>
        </p:nvSpPr>
        <p:spPr>
          <a:xfrm>
            <a:off x="9122768" y="4599193"/>
            <a:ext cx="551224" cy="1391491"/>
          </a:xfrm>
          <a:prstGeom prst="rightArrow">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273725D-EEB8-472C-54A0-9CC327975F26}"/>
                  </a:ext>
                </a:extLst>
              </p:cNvPr>
              <p:cNvSpPr txBox="1"/>
              <p:nvPr/>
            </p:nvSpPr>
            <p:spPr>
              <a:xfrm>
                <a:off x="-578430" y="6451277"/>
                <a:ext cx="10516564" cy="2716706"/>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r>
                        <a:rPr lang="en-PH" sz="5500" b="0" i="1" smtClean="0">
                          <a:solidFill>
                            <a:srgbClr val="1C2B2B"/>
                          </a:solidFill>
                          <a:latin typeface="Cambria Math" panose="02040503050406030204" pitchFamily="18" charset="0"/>
                          <a:sym typeface="Monterchi"/>
                        </a:rPr>
                        <m:t>𝑥</m:t>
                      </m:r>
                      <m:r>
                        <a:rPr lang="en-PH" sz="5500" b="0" i="1" smtClean="0">
                          <a:solidFill>
                            <a:srgbClr val="1C2B2B"/>
                          </a:solidFill>
                          <a:latin typeface="Cambria Math" panose="02040503050406030204" pitchFamily="18" charset="0"/>
                          <a:sym typeface="Monterchi"/>
                        </a:rPr>
                        <m:t>=−</m:t>
                      </m:r>
                      <m:f>
                        <m:fPr>
                          <m:ctrlPr>
                            <a:rPr lang="en-PH" sz="5500" b="0" i="1" smtClean="0">
                              <a:solidFill>
                                <a:srgbClr val="1C2B2B"/>
                              </a:solidFill>
                              <a:latin typeface="Cambria Math" panose="02040503050406030204" pitchFamily="18" charset="0"/>
                              <a:sym typeface="Monterchi"/>
                            </a:rPr>
                          </m:ctrlPr>
                        </m:fPr>
                        <m:num>
                          <m:r>
                            <a:rPr lang="en-PH" sz="5500" b="0" i="1" smtClean="0">
                              <a:solidFill>
                                <a:srgbClr val="1C2B2B"/>
                              </a:solidFill>
                              <a:latin typeface="Cambria Math" panose="02040503050406030204" pitchFamily="18" charset="0"/>
                              <a:sym typeface="Monterchi"/>
                            </a:rPr>
                            <m:t>𝑏</m:t>
                          </m:r>
                        </m:num>
                        <m:den>
                          <m:r>
                            <a:rPr lang="en-PH" sz="5500" b="0" i="1" smtClean="0">
                              <a:solidFill>
                                <a:srgbClr val="1C2B2B"/>
                              </a:solidFill>
                              <a:latin typeface="Cambria Math" panose="02040503050406030204" pitchFamily="18" charset="0"/>
                              <a:sym typeface="Monterchi"/>
                            </a:rPr>
                            <m:t>2</m:t>
                          </m:r>
                          <m:r>
                            <a:rPr lang="en-PH" sz="5500" b="0" i="1" smtClean="0">
                              <a:solidFill>
                                <a:srgbClr val="1C2B2B"/>
                              </a:solidFill>
                              <a:latin typeface="Cambria Math" panose="02040503050406030204" pitchFamily="18" charset="0"/>
                              <a:sym typeface="Monterchi"/>
                            </a:rPr>
                            <m:t>𝑎</m:t>
                          </m:r>
                        </m:den>
                      </m:f>
                      <m:r>
                        <a:rPr lang="en-PH" sz="5500" b="0" i="1" smtClean="0">
                          <a:solidFill>
                            <a:srgbClr val="1C2B2B"/>
                          </a:solidFill>
                          <a:latin typeface="Cambria Math" panose="02040503050406030204" pitchFamily="18" charset="0"/>
                          <a:sym typeface="Monterchi"/>
                        </a:rPr>
                        <m:t>±</m:t>
                      </m:r>
                      <m:f>
                        <m:fPr>
                          <m:ctrlPr>
                            <a:rPr lang="en-PH" sz="5500" b="0" i="1" smtClean="0">
                              <a:solidFill>
                                <a:srgbClr val="1C2B2B"/>
                              </a:solidFill>
                              <a:latin typeface="Cambria Math" panose="02040503050406030204" pitchFamily="18" charset="0"/>
                              <a:sym typeface="Monterchi"/>
                            </a:rPr>
                          </m:ctrlPr>
                        </m:fPr>
                        <m:num>
                          <m:rad>
                            <m:radPr>
                              <m:degHide m:val="on"/>
                              <m:ctrlPr>
                                <a:rPr lang="en-PH" sz="5500" b="0" i="1" smtClean="0">
                                  <a:solidFill>
                                    <a:srgbClr val="1C2B2B"/>
                                  </a:solidFill>
                                  <a:latin typeface="Cambria Math" panose="02040503050406030204" pitchFamily="18" charset="0"/>
                                  <a:sym typeface="Monterchi"/>
                                </a:rPr>
                              </m:ctrlPr>
                            </m:radPr>
                            <m:deg/>
                            <m:e>
                              <m:sSup>
                                <m:sSupPr>
                                  <m:ctrlPr>
                                    <a:rPr lang="en-PH" sz="5500" b="0" i="1" smtClean="0">
                                      <a:solidFill>
                                        <a:srgbClr val="1C2B2B"/>
                                      </a:solidFill>
                                      <a:latin typeface="Cambria Math" panose="02040503050406030204" pitchFamily="18" charset="0"/>
                                      <a:sym typeface="Monterchi"/>
                                    </a:rPr>
                                  </m:ctrlPr>
                                </m:sSupPr>
                                <m:e>
                                  <m:r>
                                    <a:rPr lang="en-PH" sz="5500" b="0" i="1" smtClean="0">
                                      <a:solidFill>
                                        <a:srgbClr val="1C2B2B"/>
                                      </a:solidFill>
                                      <a:latin typeface="Cambria Math" panose="02040503050406030204" pitchFamily="18" charset="0"/>
                                      <a:sym typeface="Monterchi"/>
                                    </a:rPr>
                                    <m:t>𝑏</m:t>
                                  </m:r>
                                </m:e>
                                <m:sup>
                                  <m:r>
                                    <a:rPr lang="en-PH" sz="5500" b="0" i="1" smtClean="0">
                                      <a:solidFill>
                                        <a:srgbClr val="1C2B2B"/>
                                      </a:solidFill>
                                      <a:latin typeface="Cambria Math" panose="02040503050406030204" pitchFamily="18" charset="0"/>
                                      <a:sym typeface="Monterchi"/>
                                    </a:rPr>
                                    <m:t>2</m:t>
                                  </m:r>
                                </m:sup>
                              </m:sSup>
                              <m:r>
                                <a:rPr lang="en-PH" sz="5500" b="0" i="1" smtClean="0">
                                  <a:solidFill>
                                    <a:srgbClr val="1C2B2B"/>
                                  </a:solidFill>
                                  <a:latin typeface="Cambria Math" panose="02040503050406030204" pitchFamily="18" charset="0"/>
                                  <a:sym typeface="Monterchi"/>
                                </a:rPr>
                                <m:t>−4</m:t>
                              </m:r>
                              <m:r>
                                <a:rPr lang="en-PH" sz="5500" b="0" i="1" smtClean="0">
                                  <a:solidFill>
                                    <a:srgbClr val="1C2B2B"/>
                                  </a:solidFill>
                                  <a:latin typeface="Cambria Math" panose="02040503050406030204" pitchFamily="18" charset="0"/>
                                  <a:sym typeface="Monterchi"/>
                                </a:rPr>
                                <m:t>𝑎𝑐</m:t>
                              </m:r>
                            </m:e>
                          </m:rad>
                        </m:num>
                        <m:den>
                          <m:r>
                            <a:rPr lang="en-PH" sz="5500" b="0" i="1" smtClean="0">
                              <a:solidFill>
                                <a:srgbClr val="1C2B2B"/>
                              </a:solidFill>
                              <a:latin typeface="Cambria Math" panose="02040503050406030204" pitchFamily="18" charset="0"/>
                              <a:sym typeface="Monterchi"/>
                            </a:rPr>
                            <m:t>2</m:t>
                          </m:r>
                          <m:r>
                            <a:rPr lang="en-PH" sz="5500" b="0" i="1" smtClean="0">
                              <a:solidFill>
                                <a:srgbClr val="1C2B2B"/>
                              </a:solidFill>
                              <a:latin typeface="Cambria Math" panose="02040503050406030204" pitchFamily="18" charset="0"/>
                              <a:sym typeface="Monterchi"/>
                            </a:rPr>
                            <m:t>𝑎</m:t>
                          </m:r>
                        </m:den>
                      </m:f>
                    </m:oMath>
                  </m:oMathPara>
                </a14:m>
                <a:endParaRPr lang="en-US" sz="5500" dirty="0">
                  <a:solidFill>
                    <a:srgbClr val="1C2B2B"/>
                  </a:solidFill>
                  <a:latin typeface="Monterchi"/>
                  <a:ea typeface="Monterchi"/>
                  <a:cs typeface="Monterchi"/>
                  <a:sym typeface="Monterchi"/>
                </a:endParaRPr>
              </a:p>
            </p:txBody>
          </p:sp>
        </mc:Choice>
        <mc:Fallback xmlns="">
          <p:sp>
            <p:nvSpPr>
              <p:cNvPr id="11" name="TextBox 10">
                <a:extLst>
                  <a:ext uri="{FF2B5EF4-FFF2-40B4-BE49-F238E27FC236}">
                    <a16:creationId xmlns:a16="http://schemas.microsoft.com/office/drawing/2014/main" id="{5273725D-EEB8-472C-54A0-9CC327975F26}"/>
                  </a:ext>
                </a:extLst>
              </p:cNvPr>
              <p:cNvSpPr txBox="1">
                <a:spLocks noRot="1" noChangeAspect="1" noMove="1" noResize="1" noEditPoints="1" noAdjustHandles="1" noChangeArrowheads="1" noChangeShapeType="1" noTextEdit="1"/>
              </p:cNvSpPr>
              <p:nvPr/>
            </p:nvSpPr>
            <p:spPr>
              <a:xfrm>
                <a:off x="-578430" y="6451277"/>
                <a:ext cx="10516564" cy="2716706"/>
              </a:xfrm>
              <a:prstGeom prst="rect">
                <a:avLst/>
              </a:prstGeom>
              <a:blipFill>
                <a:blip r:embed="rId8"/>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46FB71C-3F96-7116-A814-83EE1C77F5DD}"/>
                  </a:ext>
                </a:extLst>
              </p:cNvPr>
              <p:cNvSpPr txBox="1"/>
              <p:nvPr/>
            </p:nvSpPr>
            <p:spPr>
              <a:xfrm>
                <a:off x="7770857" y="6447231"/>
                <a:ext cx="10516564" cy="2708434"/>
              </a:xfrm>
              <a:prstGeom prst="rect">
                <a:avLst/>
              </a:prstGeom>
            </p:spPr>
            <p:txBody>
              <a:bodyPr wrap="square" lIns="0" tIns="0" rIns="0" bIns="0" rtlCol="0" anchor="t">
                <a:spAutoFit/>
              </a:bodyPr>
              <a:lstStyle/>
              <a:p>
                <a:pPr marL="431799" lvl="1" algn="just">
                  <a:lnSpc>
                    <a:spcPct val="150000"/>
                  </a:lnSpc>
                </a:pPr>
                <a14:m>
                  <m:oMathPara xmlns:m="http://schemas.openxmlformats.org/officeDocument/2006/math">
                    <m:oMathParaPr>
                      <m:jc m:val="centerGroup"/>
                    </m:oMathParaPr>
                    <m:oMath xmlns:m="http://schemas.openxmlformats.org/officeDocument/2006/math">
                      <m:r>
                        <a:rPr lang="en-PH" sz="5500" b="0" i="1" smtClean="0">
                          <a:solidFill>
                            <a:srgbClr val="1C2B2B"/>
                          </a:solidFill>
                          <a:latin typeface="Cambria Math" panose="02040503050406030204" pitchFamily="18" charset="0"/>
                          <a:sym typeface="Monterchi"/>
                        </a:rPr>
                        <m:t>𝑥</m:t>
                      </m:r>
                      <m:r>
                        <a:rPr lang="en-PH" sz="5500" b="0" i="1" smtClean="0">
                          <a:solidFill>
                            <a:srgbClr val="1C2B2B"/>
                          </a:solidFill>
                          <a:latin typeface="Cambria Math" panose="02040503050406030204" pitchFamily="18" charset="0"/>
                          <a:sym typeface="Monterchi"/>
                        </a:rPr>
                        <m:t>=</m:t>
                      </m:r>
                      <m:f>
                        <m:fPr>
                          <m:ctrlPr>
                            <a:rPr lang="en-PH" sz="5500" b="0" i="1" smtClean="0">
                              <a:solidFill>
                                <a:srgbClr val="1C2B2B"/>
                              </a:solidFill>
                              <a:latin typeface="Cambria Math" panose="02040503050406030204" pitchFamily="18" charset="0"/>
                              <a:sym typeface="Monterchi"/>
                            </a:rPr>
                          </m:ctrlPr>
                        </m:fPr>
                        <m:num>
                          <m:r>
                            <a:rPr lang="en-PH" sz="5500" b="0" i="1" smtClean="0">
                              <a:solidFill>
                                <a:srgbClr val="1C2B2B"/>
                              </a:solidFill>
                              <a:latin typeface="Cambria Math" panose="02040503050406030204" pitchFamily="18" charset="0"/>
                              <a:sym typeface="Monterchi"/>
                            </a:rPr>
                            <m:t>−</m:t>
                          </m:r>
                          <m:r>
                            <a:rPr lang="en-PH" sz="5500" b="0" i="1" smtClean="0">
                              <a:solidFill>
                                <a:srgbClr val="1C2B2B"/>
                              </a:solidFill>
                              <a:latin typeface="Cambria Math" panose="02040503050406030204" pitchFamily="18" charset="0"/>
                              <a:sym typeface="Monterchi"/>
                            </a:rPr>
                            <m:t>𝑏</m:t>
                          </m:r>
                          <m:r>
                            <a:rPr lang="en-PH" sz="5500" b="0" i="1" smtClean="0">
                              <a:solidFill>
                                <a:srgbClr val="1C2B2B"/>
                              </a:solidFill>
                              <a:latin typeface="Cambria Math" panose="02040503050406030204" pitchFamily="18" charset="0"/>
                              <a:sym typeface="Monterchi"/>
                            </a:rPr>
                            <m:t>±</m:t>
                          </m:r>
                          <m:rad>
                            <m:radPr>
                              <m:degHide m:val="on"/>
                              <m:ctrlPr>
                                <a:rPr lang="en-PH" sz="5500" b="0" i="1" smtClean="0">
                                  <a:solidFill>
                                    <a:srgbClr val="1C2B2B"/>
                                  </a:solidFill>
                                  <a:latin typeface="Cambria Math" panose="02040503050406030204" pitchFamily="18" charset="0"/>
                                  <a:sym typeface="Monterchi"/>
                                </a:rPr>
                              </m:ctrlPr>
                            </m:radPr>
                            <m:deg/>
                            <m:e>
                              <m:sSup>
                                <m:sSupPr>
                                  <m:ctrlPr>
                                    <a:rPr lang="en-PH" sz="5500" b="0" i="1" smtClean="0">
                                      <a:solidFill>
                                        <a:srgbClr val="1C2B2B"/>
                                      </a:solidFill>
                                      <a:latin typeface="Cambria Math" panose="02040503050406030204" pitchFamily="18" charset="0"/>
                                      <a:sym typeface="Monterchi"/>
                                    </a:rPr>
                                  </m:ctrlPr>
                                </m:sSupPr>
                                <m:e>
                                  <m:r>
                                    <a:rPr lang="en-PH" sz="5500" b="0" i="1" smtClean="0">
                                      <a:solidFill>
                                        <a:srgbClr val="1C2B2B"/>
                                      </a:solidFill>
                                      <a:latin typeface="Cambria Math" panose="02040503050406030204" pitchFamily="18" charset="0"/>
                                      <a:sym typeface="Monterchi"/>
                                    </a:rPr>
                                    <m:t>𝑏</m:t>
                                  </m:r>
                                </m:e>
                                <m:sup>
                                  <m:r>
                                    <a:rPr lang="en-PH" sz="5500" b="0" i="1" smtClean="0">
                                      <a:solidFill>
                                        <a:srgbClr val="1C2B2B"/>
                                      </a:solidFill>
                                      <a:latin typeface="Cambria Math" panose="02040503050406030204" pitchFamily="18" charset="0"/>
                                      <a:sym typeface="Monterchi"/>
                                    </a:rPr>
                                    <m:t>2</m:t>
                                  </m:r>
                                </m:sup>
                              </m:sSup>
                              <m:r>
                                <a:rPr lang="en-PH" sz="5500" b="0" i="1" smtClean="0">
                                  <a:solidFill>
                                    <a:srgbClr val="1C2B2B"/>
                                  </a:solidFill>
                                  <a:latin typeface="Cambria Math" panose="02040503050406030204" pitchFamily="18" charset="0"/>
                                  <a:sym typeface="Monterchi"/>
                                </a:rPr>
                                <m:t>−4</m:t>
                              </m:r>
                              <m:r>
                                <a:rPr lang="en-PH" sz="5500" b="0" i="1" smtClean="0">
                                  <a:solidFill>
                                    <a:srgbClr val="1C2B2B"/>
                                  </a:solidFill>
                                  <a:latin typeface="Cambria Math" panose="02040503050406030204" pitchFamily="18" charset="0"/>
                                  <a:sym typeface="Monterchi"/>
                                </a:rPr>
                                <m:t>𝑎𝑐</m:t>
                              </m:r>
                            </m:e>
                          </m:rad>
                        </m:num>
                        <m:den>
                          <m:r>
                            <a:rPr lang="en-PH" sz="5500" b="0" i="1" smtClean="0">
                              <a:solidFill>
                                <a:srgbClr val="1C2B2B"/>
                              </a:solidFill>
                              <a:latin typeface="Cambria Math" panose="02040503050406030204" pitchFamily="18" charset="0"/>
                              <a:sym typeface="Monterchi"/>
                            </a:rPr>
                            <m:t>2</m:t>
                          </m:r>
                          <m:r>
                            <a:rPr lang="en-PH" sz="5500" b="0" i="1" smtClean="0">
                              <a:solidFill>
                                <a:srgbClr val="1C2B2B"/>
                              </a:solidFill>
                              <a:latin typeface="Cambria Math" panose="02040503050406030204" pitchFamily="18" charset="0"/>
                              <a:sym typeface="Monterchi"/>
                            </a:rPr>
                            <m:t>𝑎</m:t>
                          </m:r>
                        </m:den>
                      </m:f>
                    </m:oMath>
                  </m:oMathPara>
                </a14:m>
                <a:endParaRPr lang="en-US" sz="5500" dirty="0">
                  <a:solidFill>
                    <a:srgbClr val="1C2B2B"/>
                  </a:solidFill>
                  <a:latin typeface="Monterchi"/>
                  <a:ea typeface="Monterchi"/>
                  <a:cs typeface="Monterchi"/>
                  <a:sym typeface="Monterchi"/>
                </a:endParaRPr>
              </a:p>
            </p:txBody>
          </p:sp>
        </mc:Choice>
        <mc:Fallback xmlns="">
          <p:sp>
            <p:nvSpPr>
              <p:cNvPr id="12" name="TextBox 11">
                <a:extLst>
                  <a:ext uri="{FF2B5EF4-FFF2-40B4-BE49-F238E27FC236}">
                    <a16:creationId xmlns:a16="http://schemas.microsoft.com/office/drawing/2014/main" id="{646FB71C-3F96-7116-A814-83EE1C77F5DD}"/>
                  </a:ext>
                </a:extLst>
              </p:cNvPr>
              <p:cNvSpPr txBox="1">
                <a:spLocks noRot="1" noChangeAspect="1" noMove="1" noResize="1" noEditPoints="1" noAdjustHandles="1" noChangeArrowheads="1" noChangeShapeType="1" noTextEdit="1"/>
              </p:cNvSpPr>
              <p:nvPr/>
            </p:nvSpPr>
            <p:spPr>
              <a:xfrm>
                <a:off x="7770857" y="6447231"/>
                <a:ext cx="10516564" cy="2708434"/>
              </a:xfrm>
              <a:prstGeom prst="rect">
                <a:avLst/>
              </a:prstGeom>
              <a:blipFill>
                <a:blip r:embed="rId9"/>
                <a:stretch>
                  <a:fillRect/>
                </a:stretch>
              </a:blipFill>
            </p:spPr>
            <p:txBody>
              <a:bodyPr/>
              <a:lstStyle/>
              <a:p>
                <a:r>
                  <a:rPr lang="en-PH">
                    <a:noFill/>
                  </a:rPr>
                  <a:t> </a:t>
                </a:r>
              </a:p>
            </p:txBody>
          </p:sp>
        </mc:Fallback>
      </mc:AlternateContent>
      <p:sp>
        <p:nvSpPr>
          <p:cNvPr id="13" name="Arrow: Right 12">
            <a:extLst>
              <a:ext uri="{FF2B5EF4-FFF2-40B4-BE49-F238E27FC236}">
                <a16:creationId xmlns:a16="http://schemas.microsoft.com/office/drawing/2014/main" id="{A4EA3B69-3E30-21B1-4651-1561F6EEE6C4}"/>
              </a:ext>
            </a:extLst>
          </p:cNvPr>
          <p:cNvSpPr/>
          <p:nvPr/>
        </p:nvSpPr>
        <p:spPr>
          <a:xfrm>
            <a:off x="8592776" y="7611013"/>
            <a:ext cx="551224" cy="1391491"/>
          </a:xfrm>
          <a:prstGeom prst="rightArrow">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4" name="Rectangle 13">
            <a:extLst>
              <a:ext uri="{FF2B5EF4-FFF2-40B4-BE49-F238E27FC236}">
                <a16:creationId xmlns:a16="http://schemas.microsoft.com/office/drawing/2014/main" id="{D886CF92-D2B1-93DF-85FE-0C47B6B77AA5}"/>
              </a:ext>
            </a:extLst>
          </p:cNvPr>
          <p:cNvSpPr/>
          <p:nvPr/>
        </p:nvSpPr>
        <p:spPr>
          <a:xfrm>
            <a:off x="9398380" y="6805189"/>
            <a:ext cx="7135478" cy="2412249"/>
          </a:xfrm>
          <a:prstGeom prst="rect">
            <a:avLst/>
          </a:prstGeom>
          <a:noFill/>
          <a:ln w="5715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514812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heel(1)">
                                      <p:cBhvr>
                                        <p:cTn id="19"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56907DE2-CBEE-9BAD-D1A2-087C067C6E1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B5AE8F8-4F38-5721-EAAB-1791BF25D74F}"/>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BE1F41CF-AA89-0A33-06D4-7510CA415EEC}"/>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A8E98AF7-EFFF-42E5-9806-E1D5375E3A54}"/>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22" name="Group 21">
            <a:extLst>
              <a:ext uri="{FF2B5EF4-FFF2-40B4-BE49-F238E27FC236}">
                <a16:creationId xmlns:a16="http://schemas.microsoft.com/office/drawing/2014/main" id="{3883BF1F-B3F2-B999-A2DC-41FC5D47F32A}"/>
              </a:ext>
            </a:extLst>
          </p:cNvPr>
          <p:cNvGrpSpPr/>
          <p:nvPr/>
        </p:nvGrpSpPr>
        <p:grpSpPr>
          <a:xfrm>
            <a:off x="2793351" y="1177261"/>
            <a:ext cx="12838139" cy="7932477"/>
            <a:chOff x="2724931" y="1177261"/>
            <a:chExt cx="12838139" cy="7932477"/>
          </a:xfrm>
        </p:grpSpPr>
        <p:grpSp>
          <p:nvGrpSpPr>
            <p:cNvPr id="5" name="Group 5">
              <a:extLst>
                <a:ext uri="{FF2B5EF4-FFF2-40B4-BE49-F238E27FC236}">
                  <a16:creationId xmlns:a16="http://schemas.microsoft.com/office/drawing/2014/main" id="{2514FF2A-585E-8D76-D4AA-36E88C6690BB}"/>
                </a:ext>
              </a:extLst>
            </p:cNvPr>
            <p:cNvGrpSpPr/>
            <p:nvPr/>
          </p:nvGrpSpPr>
          <p:grpSpPr>
            <a:xfrm>
              <a:off x="2724931" y="1861553"/>
              <a:ext cx="12838139" cy="7248185"/>
              <a:chOff x="0" y="-38100"/>
              <a:chExt cx="3381238" cy="1908987"/>
            </a:xfrm>
          </p:grpSpPr>
          <p:sp>
            <p:nvSpPr>
              <p:cNvPr id="6" name="Freeform 6">
                <a:extLst>
                  <a:ext uri="{FF2B5EF4-FFF2-40B4-BE49-F238E27FC236}">
                    <a16:creationId xmlns:a16="http://schemas.microsoft.com/office/drawing/2014/main" id="{9E555D86-DDA9-4836-7747-0C5E008585B1}"/>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68A64C72-72C3-89DE-41AC-48D65CCE5FBF}"/>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8E608459-61E3-2C73-0F3E-07C74BA59AF6}"/>
                </a:ext>
              </a:extLst>
            </p:cNvPr>
            <p:cNvGrpSpPr/>
            <p:nvPr/>
          </p:nvGrpSpPr>
          <p:grpSpPr>
            <a:xfrm>
              <a:off x="4057932" y="1177261"/>
              <a:ext cx="10227067" cy="1657907"/>
              <a:chOff x="0" y="0"/>
              <a:chExt cx="2693549" cy="436650"/>
            </a:xfrm>
          </p:grpSpPr>
          <p:sp>
            <p:nvSpPr>
              <p:cNvPr id="9" name="Freeform 9">
                <a:extLst>
                  <a:ext uri="{FF2B5EF4-FFF2-40B4-BE49-F238E27FC236}">
                    <a16:creationId xmlns:a16="http://schemas.microsoft.com/office/drawing/2014/main" id="{809A2D9D-57B7-676D-531E-0BAE7917D210}"/>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8FE299F3-C007-89D9-5B70-F3EE1B74E2A1}"/>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9" name="TextBox 19">
              <a:extLst>
                <a:ext uri="{FF2B5EF4-FFF2-40B4-BE49-F238E27FC236}">
                  <a16:creationId xmlns:a16="http://schemas.microsoft.com/office/drawing/2014/main" id="{03ED4D44-FE11-B7F9-DF65-3E249F1623E0}"/>
                </a:ext>
              </a:extLst>
            </p:cNvPr>
            <p:cNvSpPr txBox="1"/>
            <p:nvPr/>
          </p:nvSpPr>
          <p:spPr>
            <a:xfrm>
              <a:off x="4334551" y="1414511"/>
              <a:ext cx="9655072" cy="1038746"/>
            </a:xfrm>
            <a:prstGeom prst="rect">
              <a:avLst/>
            </a:prstGeom>
          </p:spPr>
          <p:txBody>
            <a:bodyPr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Quadratic Formula</a:t>
              </a:r>
            </a:p>
          </p:txBody>
        </p:sp>
      </p:grpSp>
      <mc:AlternateContent xmlns:mc="http://schemas.openxmlformats.org/markup-compatibility/2006" xmlns:a14="http://schemas.microsoft.com/office/drawing/2010/main">
        <mc:Choice Requires="a14">
          <p:sp>
            <p:nvSpPr>
              <p:cNvPr id="11" name="TextBox 18">
                <a:extLst>
                  <a:ext uri="{FF2B5EF4-FFF2-40B4-BE49-F238E27FC236}">
                    <a16:creationId xmlns:a16="http://schemas.microsoft.com/office/drawing/2014/main" id="{CB256607-7075-D2E1-DA71-003536170955}"/>
                  </a:ext>
                </a:extLst>
              </p:cNvPr>
              <p:cNvSpPr txBox="1"/>
              <p:nvPr/>
            </p:nvSpPr>
            <p:spPr>
              <a:xfrm>
                <a:off x="3429000" y="4049249"/>
                <a:ext cx="9448800" cy="2815001"/>
              </a:xfrm>
              <a:prstGeom prst="rect">
                <a:avLst/>
              </a:prstGeom>
            </p:spPr>
            <p:txBody>
              <a:bodyPr wrap="square" lIns="0" tIns="0" rIns="0" bIns="0" rtlCol="0" anchor="t">
                <a:spAutoFit/>
              </a:bodyPr>
              <a:lstStyle/>
              <a:p>
                <a:pPr marL="971545" lvl="1" indent="-485773">
                  <a:lnSpc>
                    <a:spcPct val="150000"/>
                  </a:lnSpc>
                  <a:buFont typeface="Arial"/>
                  <a:buChar char="•"/>
                </a:pPr>
                <a:endParaRPr/>
              </a:p>
              <a:p>
                <a:pPr marL="971545" lvl="1" indent="-485773">
                  <a:lnSpc>
                    <a:spcPct val="150000"/>
                  </a:lnSpc>
                  <a:buFont typeface="Arial"/>
                  <a:buChar char="•"/>
                </a:pPr>
                <a:endParaRPr/>
              </a:p>
            </p:txBody>
          </p:sp>
        </mc:Choice>
        <mc:Fallback xmlns="">
          <p:sp>
            <p:nvSpPr>
              <p:cNvPr id="11" name="TextBox 18">
                <a:extLst>
                  <a:ext uri="{FF2B5EF4-FFF2-40B4-BE49-F238E27FC236}">
                    <a16:creationId xmlns:a16="http://schemas.microsoft.com/office/drawing/2014/main" id="{CB256607-7075-D2E1-DA71-003536170955}"/>
                  </a:ext>
                </a:extLst>
              </p:cNvPr>
              <p:cNvSpPr txBox="1">
                <a:spLocks noRot="1" noChangeAspect="1" noMove="1" noResize="1" noEditPoints="1" noAdjustHandles="1" noChangeArrowheads="1" noChangeShapeType="1" noTextEdit="1"/>
              </p:cNvSpPr>
              <p:nvPr/>
            </p:nvSpPr>
            <p:spPr>
              <a:xfrm>
                <a:off x="3429000" y="4049249"/>
                <a:ext cx="9448800" cy="2815001"/>
              </a:xfrm>
              <a:prstGeom prst="rect">
                <a:avLst/>
              </a:prstGeom>
              <a:blipFill>
                <a:blip r:embed="rId4"/>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4225277-1C90-88F6-322C-6EB51677B76F}"/>
                  </a:ext>
                </a:extLst>
              </p:cNvPr>
              <p:cNvSpPr txBox="1"/>
              <p:nvPr/>
            </p:nvSpPr>
            <p:spPr>
              <a:xfrm>
                <a:off x="3625697" y="4696721"/>
                <a:ext cx="11658600" cy="2140522"/>
              </a:xfrm>
              <a:prstGeom prst="rect">
                <a:avLst/>
              </a:prstGeom>
            </p:spPr>
            <p:txBody>
              <a:bodyPr wrap="square" lIns="0" tIns="0" rIns="0" bIns="0" rtlCol="0" anchor="t">
                <a:spAutoFit/>
              </a:bodyPr>
              <a:lstStyle/>
              <a:p>
                <a:pPr marL="431799" lvl="1" algn="just"/>
                <a14:m>
                  <m:oMathPara xmlns:m="http://schemas.openxmlformats.org/officeDocument/2006/math">
                    <m:oMathParaPr>
                      <m:jc m:val="centerGroup"/>
                    </m:oMathParaPr>
                    <m:oMath xmlns:m="http://schemas.openxmlformats.org/officeDocument/2006/math">
                      <m:r>
                        <a:rPr lang="en-PH" sz="6500" b="0" i="1" smtClean="0">
                          <a:solidFill>
                            <a:srgbClr val="1C2B2B"/>
                          </a:solidFill>
                          <a:latin typeface="Cambria Math" panose="02040503050406030204" pitchFamily="18" charset="0"/>
                          <a:ea typeface="Monterchi"/>
                          <a:cs typeface="Monterchi"/>
                          <a:sym typeface="Monterchi"/>
                        </a:rPr>
                        <m:t>𝑥</m:t>
                      </m:r>
                      <m:r>
                        <a:rPr lang="en-PH" sz="6500" b="0" i="1" smtClean="0">
                          <a:solidFill>
                            <a:srgbClr val="1C2B2B"/>
                          </a:solidFill>
                          <a:latin typeface="Cambria Math" panose="02040503050406030204" pitchFamily="18" charset="0"/>
                          <a:ea typeface="Monterchi"/>
                          <a:cs typeface="Monterchi"/>
                          <a:sym typeface="Monterchi"/>
                        </a:rPr>
                        <m:t>=</m:t>
                      </m:r>
                      <m:f>
                        <m:fPr>
                          <m:ctrlPr>
                            <a:rPr lang="en-PH" sz="6500" b="0" i="1" smtClean="0">
                              <a:solidFill>
                                <a:srgbClr val="1C2B2B"/>
                              </a:solidFill>
                              <a:latin typeface="Cambria Math" panose="02040503050406030204" pitchFamily="18" charset="0"/>
                              <a:sym typeface="Monterchi"/>
                            </a:rPr>
                          </m:ctrlPr>
                        </m:fPr>
                        <m:num>
                          <m:r>
                            <a:rPr lang="en-PH" sz="6500" b="0" i="1" smtClean="0">
                              <a:solidFill>
                                <a:srgbClr val="1C2B2B"/>
                              </a:solidFill>
                              <a:latin typeface="Cambria Math" panose="02040503050406030204" pitchFamily="18" charset="0"/>
                              <a:sym typeface="Monterchi"/>
                            </a:rPr>
                            <m:t>−</m:t>
                          </m:r>
                          <m:r>
                            <a:rPr lang="en-PH" sz="6500" b="0" i="1" smtClean="0">
                              <a:solidFill>
                                <a:srgbClr val="1C2B2B"/>
                              </a:solidFill>
                              <a:latin typeface="Cambria Math" panose="02040503050406030204" pitchFamily="18" charset="0"/>
                              <a:sym typeface="Monterchi"/>
                            </a:rPr>
                            <m:t>𝑏</m:t>
                          </m:r>
                          <m:r>
                            <a:rPr lang="en-PH" sz="6500" b="0" i="1" smtClean="0">
                              <a:solidFill>
                                <a:srgbClr val="1C2B2B"/>
                              </a:solidFill>
                              <a:latin typeface="Cambria Math" panose="02040503050406030204" pitchFamily="18" charset="0"/>
                              <a:sym typeface="Monterchi"/>
                            </a:rPr>
                            <m:t>±</m:t>
                          </m:r>
                          <m:rad>
                            <m:radPr>
                              <m:degHide m:val="on"/>
                              <m:ctrlPr>
                                <a:rPr lang="en-PH" sz="6500" b="0" i="1" smtClean="0">
                                  <a:solidFill>
                                    <a:srgbClr val="1C2B2B"/>
                                  </a:solidFill>
                                  <a:latin typeface="Cambria Math" panose="02040503050406030204" pitchFamily="18" charset="0"/>
                                  <a:sym typeface="Monterchi"/>
                                </a:rPr>
                              </m:ctrlPr>
                            </m:radPr>
                            <m:deg/>
                            <m:e>
                              <m:sSup>
                                <m:sSupPr>
                                  <m:ctrlPr>
                                    <a:rPr lang="en-PH" sz="6500" b="0" i="1" smtClean="0">
                                      <a:solidFill>
                                        <a:srgbClr val="1C2B2B"/>
                                      </a:solidFill>
                                      <a:latin typeface="Cambria Math" panose="02040503050406030204" pitchFamily="18" charset="0"/>
                                      <a:sym typeface="Monterchi"/>
                                    </a:rPr>
                                  </m:ctrlPr>
                                </m:sSupPr>
                                <m:e>
                                  <m:r>
                                    <a:rPr lang="en-PH" sz="6500" b="0" i="1" smtClean="0">
                                      <a:solidFill>
                                        <a:srgbClr val="1C2B2B"/>
                                      </a:solidFill>
                                      <a:latin typeface="Cambria Math" panose="02040503050406030204" pitchFamily="18" charset="0"/>
                                      <a:sym typeface="Monterchi"/>
                                    </a:rPr>
                                    <m:t>𝑏</m:t>
                                  </m:r>
                                </m:e>
                                <m:sup>
                                  <m:r>
                                    <a:rPr lang="en-PH" sz="6500" b="0" i="1" smtClean="0">
                                      <a:solidFill>
                                        <a:srgbClr val="1C2B2B"/>
                                      </a:solidFill>
                                      <a:latin typeface="Cambria Math" panose="02040503050406030204" pitchFamily="18" charset="0"/>
                                      <a:sym typeface="Monterchi"/>
                                    </a:rPr>
                                    <m:t>2</m:t>
                                  </m:r>
                                </m:sup>
                              </m:sSup>
                              <m:r>
                                <a:rPr lang="en-PH" sz="6500" b="0" i="1" smtClean="0">
                                  <a:solidFill>
                                    <a:srgbClr val="1C2B2B"/>
                                  </a:solidFill>
                                  <a:latin typeface="Cambria Math" panose="02040503050406030204" pitchFamily="18" charset="0"/>
                                  <a:sym typeface="Monterchi"/>
                                </a:rPr>
                                <m:t>−4</m:t>
                              </m:r>
                              <m:r>
                                <a:rPr lang="en-PH" sz="6500" b="0" i="1" smtClean="0">
                                  <a:solidFill>
                                    <a:srgbClr val="1C2B2B"/>
                                  </a:solidFill>
                                  <a:latin typeface="Cambria Math" panose="02040503050406030204" pitchFamily="18" charset="0"/>
                                  <a:sym typeface="Monterchi"/>
                                </a:rPr>
                                <m:t>𝑎𝑐</m:t>
                              </m:r>
                            </m:e>
                          </m:rad>
                          <m:r>
                            <a:rPr lang="en-PH" sz="6500" b="0" i="1" smtClean="0">
                              <a:solidFill>
                                <a:srgbClr val="1C2B2B"/>
                              </a:solidFill>
                              <a:latin typeface="Cambria Math" panose="02040503050406030204" pitchFamily="18" charset="0"/>
                              <a:sym typeface="Monterchi"/>
                            </a:rPr>
                            <m:t>  </m:t>
                          </m:r>
                        </m:num>
                        <m:den>
                          <m:r>
                            <a:rPr lang="en-PH" sz="6500" b="0" i="1" smtClean="0">
                              <a:solidFill>
                                <a:srgbClr val="1C2B2B"/>
                              </a:solidFill>
                              <a:latin typeface="Cambria Math" panose="02040503050406030204" pitchFamily="18" charset="0"/>
                              <a:sym typeface="Monterchi"/>
                            </a:rPr>
                            <m:t>2</m:t>
                          </m:r>
                          <m:r>
                            <a:rPr lang="en-PH" sz="6500" b="0" i="1" smtClean="0">
                              <a:solidFill>
                                <a:srgbClr val="1C2B2B"/>
                              </a:solidFill>
                              <a:latin typeface="Cambria Math" panose="02040503050406030204" pitchFamily="18" charset="0"/>
                              <a:sym typeface="Monterchi"/>
                            </a:rPr>
                            <m:t>𝑎</m:t>
                          </m:r>
                        </m:den>
                      </m:f>
                    </m:oMath>
                  </m:oMathPara>
                </a14:m>
                <a:endParaRPr lang="en-US" sz="6500" dirty="0">
                  <a:solidFill>
                    <a:srgbClr val="1C2B2B"/>
                  </a:solidFill>
                  <a:latin typeface="Monterchi"/>
                  <a:ea typeface="Monterchi"/>
                  <a:cs typeface="Monterchi"/>
                  <a:sym typeface="Monterchi"/>
                </a:endParaRPr>
              </a:p>
            </p:txBody>
          </p:sp>
        </mc:Choice>
        <mc:Fallback xmlns="">
          <p:sp>
            <p:nvSpPr>
              <p:cNvPr id="13" name="TextBox 12">
                <a:extLst>
                  <a:ext uri="{FF2B5EF4-FFF2-40B4-BE49-F238E27FC236}">
                    <a16:creationId xmlns:a16="http://schemas.microsoft.com/office/drawing/2014/main" id="{F4225277-1C90-88F6-322C-6EB51677B76F}"/>
                  </a:ext>
                </a:extLst>
              </p:cNvPr>
              <p:cNvSpPr txBox="1">
                <a:spLocks noRot="1" noChangeAspect="1" noMove="1" noResize="1" noEditPoints="1" noAdjustHandles="1" noChangeArrowheads="1" noChangeShapeType="1" noTextEdit="1"/>
              </p:cNvSpPr>
              <p:nvPr/>
            </p:nvSpPr>
            <p:spPr>
              <a:xfrm>
                <a:off x="3625697" y="4696721"/>
                <a:ext cx="11658600" cy="2140522"/>
              </a:xfrm>
              <a:prstGeom prst="rect">
                <a:avLst/>
              </a:prstGeom>
              <a:blipFill>
                <a:blip r:embed="rId5"/>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4" name="TextBox 12">
                <a:extLst>
                  <a:ext uri="{FF2B5EF4-FFF2-40B4-BE49-F238E27FC236}">
                    <a16:creationId xmlns:a16="http://schemas.microsoft.com/office/drawing/2014/main" id="{5089F09B-E362-DE46-DECE-BDF3A898E4DD}"/>
                  </a:ext>
                </a:extLst>
              </p:cNvPr>
              <p:cNvSpPr txBox="1"/>
              <p:nvPr/>
            </p:nvSpPr>
            <p:spPr>
              <a:xfrm>
                <a:off x="2921466" y="3535788"/>
                <a:ext cx="12308225" cy="718145"/>
              </a:xfrm>
              <a:prstGeom prst="rect">
                <a:avLst/>
              </a:prstGeom>
            </p:spPr>
            <p:txBody>
              <a:bodyPr wrap="square" lIns="0" tIns="0" rIns="0" bIns="0" rtlCol="0" anchor="t">
                <a:spAutoFit/>
              </a:bodyPr>
              <a:lstStyle/>
              <a:p>
                <a:pPr marL="431799" lvl="1" algn="just">
                  <a:lnSpc>
                    <a:spcPts val="5599"/>
                  </a:lnSpc>
                </a:pPr>
                <a:r>
                  <a:rPr lang="en-PH" sz="4000" dirty="0">
                    <a:solidFill>
                      <a:srgbClr val="1C2B2B"/>
                    </a:solidFill>
                    <a:latin typeface="Monterchi"/>
                    <a:ea typeface="Monterchi"/>
                    <a:cs typeface="Monterchi"/>
                    <a:sym typeface="Monterchi"/>
                  </a:rPr>
                  <a:t>In the quadratic equation, </a:t>
                </a:r>
                <a14:m>
                  <m:oMath xmlns:m="http://schemas.openxmlformats.org/officeDocument/2006/math">
                    <m:r>
                      <a:rPr lang="en-PH" sz="4000" b="0" i="1" smtClean="0">
                        <a:solidFill>
                          <a:srgbClr val="1C2B2B"/>
                        </a:solidFill>
                        <a:latin typeface="Cambria Math" panose="02040503050406030204" pitchFamily="18" charset="0"/>
                        <a:ea typeface="Monterchi"/>
                        <a:cs typeface="Monterchi"/>
                        <a:sym typeface="Monterchi"/>
                      </a:rPr>
                      <m:t>𝑎</m:t>
                    </m:r>
                    <m:sSup>
                      <m:sSupPr>
                        <m:ctrlPr>
                          <a:rPr lang="en-PH" sz="4000" b="0" i="1" smtClean="0">
                            <a:solidFill>
                              <a:srgbClr val="1C2B2B"/>
                            </a:solidFill>
                            <a:latin typeface="Cambria Math" panose="02040503050406030204" pitchFamily="18" charset="0"/>
                            <a:ea typeface="Monterchi"/>
                            <a:cs typeface="Monterchi"/>
                            <a:sym typeface="Monterchi"/>
                          </a:rPr>
                        </m:ctrlPr>
                      </m:sSupPr>
                      <m:e>
                        <m:r>
                          <a:rPr lang="en-PH" sz="4000" b="0" i="1" smtClean="0">
                            <a:solidFill>
                              <a:srgbClr val="1C2B2B"/>
                            </a:solidFill>
                            <a:latin typeface="Cambria Math" panose="02040503050406030204" pitchFamily="18" charset="0"/>
                            <a:ea typeface="Monterchi"/>
                            <a:cs typeface="Monterchi"/>
                            <a:sym typeface="Monterchi"/>
                          </a:rPr>
                          <m:t>𝑥</m:t>
                        </m:r>
                      </m:e>
                      <m:sup>
                        <m:r>
                          <a:rPr lang="en-PH" sz="4000" b="0" i="1" smtClean="0">
                            <a:solidFill>
                              <a:srgbClr val="1C2B2B"/>
                            </a:solidFill>
                            <a:latin typeface="Cambria Math" panose="02040503050406030204" pitchFamily="18" charset="0"/>
                            <a:ea typeface="Monterchi"/>
                            <a:cs typeface="Monterchi"/>
                            <a:sym typeface="Monterchi"/>
                          </a:rPr>
                          <m:t>2</m:t>
                        </m:r>
                      </m:sup>
                    </m:sSup>
                    <m:r>
                      <a:rPr lang="en-PH" sz="4000" b="0" i="1" smtClean="0">
                        <a:solidFill>
                          <a:srgbClr val="1C2B2B"/>
                        </a:solidFill>
                        <a:latin typeface="Cambria Math" panose="02040503050406030204" pitchFamily="18" charset="0"/>
                        <a:ea typeface="Monterchi"/>
                        <a:cs typeface="Monterchi"/>
                        <a:sym typeface="Monterchi"/>
                      </a:rPr>
                      <m:t>+</m:t>
                    </m:r>
                    <m:r>
                      <a:rPr lang="en-PH" sz="4000" b="0" i="1" smtClean="0">
                        <a:solidFill>
                          <a:srgbClr val="1C2B2B"/>
                        </a:solidFill>
                        <a:latin typeface="Cambria Math" panose="02040503050406030204" pitchFamily="18" charset="0"/>
                        <a:ea typeface="Monterchi"/>
                        <a:cs typeface="Monterchi"/>
                        <a:sym typeface="Monterchi"/>
                      </a:rPr>
                      <m:t>𝑏𝑥</m:t>
                    </m:r>
                    <m:r>
                      <a:rPr lang="en-PH" sz="4000" b="0" i="1" smtClean="0">
                        <a:solidFill>
                          <a:srgbClr val="1C2B2B"/>
                        </a:solidFill>
                        <a:latin typeface="Cambria Math" panose="02040503050406030204" pitchFamily="18" charset="0"/>
                        <a:ea typeface="Monterchi"/>
                        <a:cs typeface="Monterchi"/>
                        <a:sym typeface="Monterchi"/>
                      </a:rPr>
                      <m:t>+</m:t>
                    </m:r>
                    <m:r>
                      <a:rPr lang="en-PH" sz="4000" b="0" i="1" smtClean="0">
                        <a:solidFill>
                          <a:srgbClr val="1C2B2B"/>
                        </a:solidFill>
                        <a:latin typeface="Cambria Math" panose="02040503050406030204" pitchFamily="18" charset="0"/>
                        <a:ea typeface="Monterchi"/>
                        <a:cs typeface="Monterchi"/>
                        <a:sym typeface="Monterchi"/>
                      </a:rPr>
                      <m:t>𝑐</m:t>
                    </m:r>
                    <m:r>
                      <a:rPr lang="en-PH" sz="4000" b="0" i="1" smtClean="0">
                        <a:solidFill>
                          <a:srgbClr val="1C2B2B"/>
                        </a:solidFill>
                        <a:latin typeface="Cambria Math" panose="02040503050406030204" pitchFamily="18" charset="0"/>
                        <a:ea typeface="Monterchi"/>
                        <a:cs typeface="Monterchi"/>
                        <a:sym typeface="Monterchi"/>
                      </a:rPr>
                      <m:t>=0, </m:t>
                    </m:r>
                  </m:oMath>
                </a14:m>
                <a:r>
                  <a:rPr lang="en-US" sz="4000" dirty="0">
                    <a:solidFill>
                      <a:srgbClr val="1C2B2B"/>
                    </a:solidFill>
                    <a:latin typeface="Monterchi"/>
                    <a:ea typeface="Monterchi"/>
                    <a:cs typeface="Monterchi"/>
                    <a:sym typeface="Monterchi"/>
                  </a:rPr>
                  <a:t>where </a:t>
                </a:r>
                <a14:m>
                  <m:oMath xmlns:m="http://schemas.openxmlformats.org/officeDocument/2006/math">
                    <m:r>
                      <a:rPr lang="en-PH" sz="4000" b="0" i="1" smtClean="0">
                        <a:solidFill>
                          <a:srgbClr val="1C2B2B"/>
                        </a:solidFill>
                        <a:latin typeface="Cambria Math" panose="02040503050406030204" pitchFamily="18" charset="0"/>
                        <a:ea typeface="Monterchi"/>
                        <a:cs typeface="Monterchi"/>
                        <a:sym typeface="Monterchi"/>
                      </a:rPr>
                      <m:t>𝑎</m:t>
                    </m:r>
                    <m:r>
                      <a:rPr lang="en-PH" sz="4000" b="0" i="1" smtClean="0">
                        <a:solidFill>
                          <a:srgbClr val="1C2B2B"/>
                        </a:solidFill>
                        <a:latin typeface="Cambria Math" panose="02040503050406030204" pitchFamily="18" charset="0"/>
                        <a:ea typeface="Monterchi"/>
                        <a:cs typeface="Monterchi"/>
                        <a:sym typeface="Monterchi"/>
                      </a:rPr>
                      <m:t>≠0.</m:t>
                    </m:r>
                    <m:r>
                      <a:rPr lang="en-PH" sz="4000" b="0" i="0" smtClean="0">
                        <a:solidFill>
                          <a:srgbClr val="1C2B2B"/>
                        </a:solidFill>
                        <a:latin typeface="Cambria Math" panose="02040503050406030204" pitchFamily="18" charset="0"/>
                        <a:ea typeface="Monterchi"/>
                        <a:cs typeface="Monterchi"/>
                        <a:sym typeface="Monterchi"/>
                      </a:rPr>
                      <m:t> </m:t>
                    </m:r>
                  </m:oMath>
                </a14:m>
                <a:endParaRPr lang="en-US" sz="4000" dirty="0">
                  <a:solidFill>
                    <a:srgbClr val="1C2B2B"/>
                  </a:solidFill>
                  <a:latin typeface="Monterchi"/>
                  <a:ea typeface="Monterchi"/>
                  <a:cs typeface="Monterchi"/>
                  <a:sym typeface="Monterchi"/>
                </a:endParaRPr>
              </a:p>
            </p:txBody>
          </p:sp>
        </mc:Choice>
        <mc:Fallback xmlns="">
          <p:sp>
            <p:nvSpPr>
              <p:cNvPr id="14" name="TextBox 12">
                <a:extLst>
                  <a:ext uri="{FF2B5EF4-FFF2-40B4-BE49-F238E27FC236}">
                    <a16:creationId xmlns:a16="http://schemas.microsoft.com/office/drawing/2014/main" id="{5089F09B-E362-DE46-DECE-BDF3A898E4DD}"/>
                  </a:ext>
                </a:extLst>
              </p:cNvPr>
              <p:cNvSpPr txBox="1">
                <a:spLocks noRot="1" noChangeAspect="1" noMove="1" noResize="1" noEditPoints="1" noAdjustHandles="1" noChangeArrowheads="1" noChangeShapeType="1" noTextEdit="1"/>
              </p:cNvSpPr>
              <p:nvPr/>
            </p:nvSpPr>
            <p:spPr>
              <a:xfrm>
                <a:off x="2921466" y="3535788"/>
                <a:ext cx="12308225" cy="718145"/>
              </a:xfrm>
              <a:prstGeom prst="rect">
                <a:avLst/>
              </a:prstGeom>
              <a:blipFill>
                <a:blip r:embed="rId6"/>
                <a:stretch>
                  <a:fillRect t="-1695" b="-47458"/>
                </a:stretch>
              </a:blipFill>
            </p:spPr>
            <p:txBody>
              <a:bodyPr/>
              <a:lstStyle/>
              <a:p>
                <a:r>
                  <a:rPr lang="en-PH">
                    <a:noFill/>
                  </a:rPr>
                  <a:t> </a:t>
                </a:r>
              </a:p>
            </p:txBody>
          </p:sp>
        </mc:Fallback>
      </mc:AlternateContent>
    </p:spTree>
    <p:extLst>
      <p:ext uri="{BB962C8B-B14F-4D97-AF65-F5344CB8AC3E}">
        <p14:creationId xmlns:p14="http://schemas.microsoft.com/office/powerpoint/2010/main" val="832079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4F71177B-B651-4239-6AC0-C64B883555E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408CF04-786D-A095-51D1-4A8F043B91D1}"/>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A1F9F55B-B3F8-5B49-0C6F-33041C50424B}"/>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9D2627E6-9E2E-D7D7-74DA-D19F41B2880B}"/>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22" name="Group 21">
            <a:extLst>
              <a:ext uri="{FF2B5EF4-FFF2-40B4-BE49-F238E27FC236}">
                <a16:creationId xmlns:a16="http://schemas.microsoft.com/office/drawing/2014/main" id="{2E4079E9-4BBF-8E5D-718A-148DAB4BEFC3}"/>
              </a:ext>
            </a:extLst>
          </p:cNvPr>
          <p:cNvGrpSpPr/>
          <p:nvPr/>
        </p:nvGrpSpPr>
        <p:grpSpPr>
          <a:xfrm>
            <a:off x="2724931" y="1177261"/>
            <a:ext cx="12838139" cy="7932477"/>
            <a:chOff x="2724931" y="1177261"/>
            <a:chExt cx="12838139" cy="7932477"/>
          </a:xfrm>
        </p:grpSpPr>
        <p:grpSp>
          <p:nvGrpSpPr>
            <p:cNvPr id="5" name="Group 5">
              <a:extLst>
                <a:ext uri="{FF2B5EF4-FFF2-40B4-BE49-F238E27FC236}">
                  <a16:creationId xmlns:a16="http://schemas.microsoft.com/office/drawing/2014/main" id="{13B5936B-F5AF-EF8D-DAAD-61FFE218A21C}"/>
                </a:ext>
              </a:extLst>
            </p:cNvPr>
            <p:cNvGrpSpPr/>
            <p:nvPr/>
          </p:nvGrpSpPr>
          <p:grpSpPr>
            <a:xfrm>
              <a:off x="2724931" y="1861553"/>
              <a:ext cx="12838139" cy="7248185"/>
              <a:chOff x="0" y="-38100"/>
              <a:chExt cx="3381238" cy="1908987"/>
            </a:xfrm>
          </p:grpSpPr>
          <p:sp>
            <p:nvSpPr>
              <p:cNvPr id="6" name="Freeform 6">
                <a:extLst>
                  <a:ext uri="{FF2B5EF4-FFF2-40B4-BE49-F238E27FC236}">
                    <a16:creationId xmlns:a16="http://schemas.microsoft.com/office/drawing/2014/main" id="{9C64C9D9-2E54-7049-1722-2FDBC740EA88}"/>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5D9F62C9-C9C3-C9B2-A896-E1783AD8F147}"/>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D04967C1-E8B5-495B-B083-E6FF40E0B0B7}"/>
                </a:ext>
              </a:extLst>
            </p:cNvPr>
            <p:cNvGrpSpPr/>
            <p:nvPr/>
          </p:nvGrpSpPr>
          <p:grpSpPr>
            <a:xfrm>
              <a:off x="4057932" y="1177261"/>
              <a:ext cx="10227067" cy="1657907"/>
              <a:chOff x="0" y="0"/>
              <a:chExt cx="2693549" cy="436650"/>
            </a:xfrm>
          </p:grpSpPr>
          <p:sp>
            <p:nvSpPr>
              <p:cNvPr id="9" name="Freeform 9">
                <a:extLst>
                  <a:ext uri="{FF2B5EF4-FFF2-40B4-BE49-F238E27FC236}">
                    <a16:creationId xmlns:a16="http://schemas.microsoft.com/office/drawing/2014/main" id="{0549F730-3616-1FFE-6C19-EF5DBAF55EFA}"/>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35302D3F-9CC0-2C55-9FC6-D55C5DA6EE12}"/>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E5C99DDF-CD7E-5BF3-6D6D-2E6956820925}"/>
                </a:ext>
              </a:extLst>
            </p:cNvPr>
            <p:cNvSpPr txBox="1"/>
            <p:nvPr/>
          </p:nvSpPr>
          <p:spPr>
            <a:xfrm>
              <a:off x="2768195" y="3041456"/>
              <a:ext cx="12308225" cy="718145"/>
            </a:xfrm>
            <a:prstGeom prst="rect">
              <a:avLst/>
            </a:prstGeom>
          </p:spPr>
          <p:txBody>
            <a:bodyPr wrap="square" lIns="0" tIns="0" rIns="0" bIns="0" rtlCol="0" anchor="t">
              <a:spAutoFit/>
            </a:bodyPr>
            <a:lstStyle/>
            <a:p>
              <a:pPr marL="431799" lvl="1" algn="just">
                <a:lnSpc>
                  <a:spcPts val="5599"/>
                </a:lnSpc>
              </a:pPr>
              <a:r>
                <a:rPr lang="en-PH" sz="4000" dirty="0">
                  <a:solidFill>
                    <a:srgbClr val="1C2B2B"/>
                  </a:solidFill>
                  <a:latin typeface="Monterchi"/>
                  <a:ea typeface="Monterchi"/>
                  <a:cs typeface="Monterchi"/>
                  <a:sym typeface="Monterchi"/>
                </a:rPr>
                <a:t>Solve the quadratic equations using the quadratic formula.   </a:t>
              </a:r>
              <a:endParaRPr lang="en-US" sz="4000" dirty="0">
                <a:solidFill>
                  <a:srgbClr val="1C2B2B"/>
                </a:solidFill>
                <a:latin typeface="Monterchi"/>
                <a:ea typeface="Monterchi"/>
                <a:cs typeface="Monterchi"/>
                <a:sym typeface="Monterchi"/>
              </a:endParaRPr>
            </a:p>
          </p:txBody>
        </p:sp>
        <p:sp>
          <p:nvSpPr>
            <p:cNvPr id="19" name="TextBox 19">
              <a:extLst>
                <a:ext uri="{FF2B5EF4-FFF2-40B4-BE49-F238E27FC236}">
                  <a16:creationId xmlns:a16="http://schemas.microsoft.com/office/drawing/2014/main" id="{3D6EF240-AAFD-F68A-7815-EED0050ED945}"/>
                </a:ext>
              </a:extLst>
            </p:cNvPr>
            <p:cNvSpPr txBox="1"/>
            <p:nvPr/>
          </p:nvSpPr>
          <p:spPr>
            <a:xfrm>
              <a:off x="4334551" y="1414511"/>
              <a:ext cx="9655072" cy="1038746"/>
            </a:xfrm>
            <a:prstGeom prst="rect">
              <a:avLst/>
            </a:prstGeom>
          </p:spPr>
          <p:txBody>
            <a:bodyPr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Let’s Try This!</a:t>
              </a:r>
            </a:p>
          </p:txBody>
        </p:sp>
      </p:grpSp>
      <p:sp>
        <p:nvSpPr>
          <p:cNvPr id="11" name="TextBox 18">
            <a:extLst>
              <a:ext uri="{FF2B5EF4-FFF2-40B4-BE49-F238E27FC236}">
                <a16:creationId xmlns:a16="http://schemas.microsoft.com/office/drawing/2014/main" id="{D32F09B9-2851-797F-31C3-38EBC7CE6084}"/>
              </a:ext>
            </a:extLst>
          </p:cNvPr>
          <p:cNvSpPr txBox="1"/>
          <p:nvPr/>
        </p:nvSpPr>
        <p:spPr>
          <a:xfrm>
            <a:off x="3429000" y="4049249"/>
            <a:ext cx="9448800" cy="2815001"/>
          </a:xfrm>
          <a:prstGeom prst="rect">
            <a:avLst/>
          </a:prstGeom>
        </p:spPr>
        <p:txBody>
          <a:bodyPr wrap="square" lIns="0" tIns="0" rIns="0" bIns="0" rtlCol="0" anchor="t">
            <a:spAutoFit/>
          </a:bodyPr>
          <a:lstStyle/>
          <a:p>
            <a:pPr marL="971545" lvl="1" indent="-485773">
              <a:lnSpc>
                <a:spcPct val="150000"/>
              </a:lnSpc>
              <a:buFont typeface="Arial"/>
              <a:buChar char="•"/>
            </a:pPr>
            <a:endParaRPr/>
          </a:p>
          <a:p>
            <a:pPr marL="971545" lvl="1" indent="-485773">
              <a:lnSpc>
                <a:spcPct val="150000"/>
              </a:lnSpc>
              <a:buFont typeface="Arial"/>
              <a:buChar char="•"/>
            </a:pPr>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AB9CDFC-F237-5883-B517-9D190738387D}"/>
                  </a:ext>
                </a:extLst>
              </p:cNvPr>
              <p:cNvSpPr txBox="1"/>
              <p:nvPr/>
            </p:nvSpPr>
            <p:spPr>
              <a:xfrm>
                <a:off x="3314700" y="3856498"/>
                <a:ext cx="11658600" cy="4424288"/>
              </a:xfrm>
              <a:prstGeom prst="rect">
                <a:avLst/>
              </a:prstGeom>
            </p:spPr>
            <p:txBody>
              <a:bodyPr wrap="square" lIns="0" tIns="0" rIns="0" bIns="0" rtlCol="0" anchor="t">
                <a:spAutoFit/>
              </a:bodyPr>
              <a:lstStyle/>
              <a:p>
                <a:pPr marL="1003299" lvl="1" indent="-571500" algn="just">
                  <a:lnSpc>
                    <a:spcPct val="200000"/>
                  </a:lnSpc>
                  <a:buFont typeface="Arial" panose="020B0604020202020204" pitchFamily="34" charset="0"/>
                  <a:buChar char="•"/>
                </a:pPr>
                <a14:m>
                  <m:oMath xmlns:m="http://schemas.openxmlformats.org/officeDocument/2006/math">
                    <m:sSup>
                      <m:sSupPr>
                        <m:ctrlPr>
                          <a:rPr lang="en-PH" sz="5000" b="0" i="1" smtClean="0">
                            <a:solidFill>
                              <a:srgbClr val="1C2B2B"/>
                            </a:solidFill>
                            <a:latin typeface="Cambria Math" panose="02040503050406030204" pitchFamily="18" charset="0"/>
                            <a:ea typeface="Monterchi"/>
                            <a:cs typeface="Monterchi"/>
                            <a:sym typeface="Monterchi"/>
                          </a:rPr>
                        </m:ctrlPr>
                      </m:sSupPr>
                      <m:e>
                        <m:r>
                          <a:rPr lang="en-PH" sz="5000" b="0" i="1" smtClean="0">
                            <a:solidFill>
                              <a:srgbClr val="1C2B2B"/>
                            </a:solidFill>
                            <a:latin typeface="Cambria Math" panose="02040503050406030204" pitchFamily="18" charset="0"/>
                            <a:ea typeface="Monterchi"/>
                            <a:cs typeface="Monterchi"/>
                            <a:sym typeface="Monterchi"/>
                          </a:rPr>
                          <m:t>𝑥</m:t>
                        </m:r>
                      </m:e>
                      <m:sup>
                        <m:r>
                          <a:rPr lang="en-PH" sz="5000" b="0" i="1" smtClean="0">
                            <a:solidFill>
                              <a:srgbClr val="1C2B2B"/>
                            </a:solidFill>
                            <a:latin typeface="Cambria Math" panose="02040503050406030204" pitchFamily="18" charset="0"/>
                            <a:ea typeface="Monterchi"/>
                            <a:cs typeface="Monterchi"/>
                            <a:sym typeface="Monterchi"/>
                          </a:rPr>
                          <m:t>2</m:t>
                        </m:r>
                      </m:sup>
                    </m:sSup>
                    <m:r>
                      <a:rPr lang="en-PH" sz="5000" b="0" i="1" smtClean="0">
                        <a:solidFill>
                          <a:srgbClr val="1C2B2B"/>
                        </a:solidFill>
                        <a:latin typeface="Cambria Math" panose="02040503050406030204" pitchFamily="18" charset="0"/>
                        <a:ea typeface="Monterchi"/>
                        <a:cs typeface="Monterchi"/>
                        <a:sym typeface="Monterchi"/>
                      </a:rPr>
                      <m:t>+4</m:t>
                    </m:r>
                    <m:r>
                      <a:rPr lang="en-PH" sz="5000" b="0" i="1" smtClean="0">
                        <a:solidFill>
                          <a:srgbClr val="1C2B2B"/>
                        </a:solidFill>
                        <a:latin typeface="Cambria Math" panose="02040503050406030204" pitchFamily="18" charset="0"/>
                        <a:ea typeface="Monterchi"/>
                        <a:cs typeface="Monterchi"/>
                        <a:sym typeface="Monterchi"/>
                      </a:rPr>
                      <m:t>𝑥</m:t>
                    </m:r>
                    <m:r>
                      <a:rPr lang="en-PH" sz="5000" b="0" i="1" smtClean="0">
                        <a:solidFill>
                          <a:srgbClr val="1C2B2B"/>
                        </a:solidFill>
                        <a:latin typeface="Cambria Math" panose="02040503050406030204" pitchFamily="18" charset="0"/>
                        <a:ea typeface="Monterchi"/>
                        <a:cs typeface="Monterchi"/>
                        <a:sym typeface="Monterchi"/>
                      </a:rPr>
                      <m:t>+1=0</m:t>
                    </m:r>
                  </m:oMath>
                </a14:m>
                <a:endParaRPr lang="en-US" sz="5000" dirty="0">
                  <a:solidFill>
                    <a:srgbClr val="1C2B2B"/>
                  </a:solidFill>
                  <a:latin typeface="Monterchi"/>
                  <a:ea typeface="Monterchi"/>
                  <a:cs typeface="Monterchi"/>
                  <a:sym typeface="Monterchi"/>
                </a:endParaRPr>
              </a:p>
              <a:p>
                <a:pPr marL="1003299" lvl="1" indent="-571500" algn="just">
                  <a:lnSpc>
                    <a:spcPct val="200000"/>
                  </a:lnSpc>
                  <a:buFont typeface="Arial" panose="020B0604020202020204" pitchFamily="34" charset="0"/>
                  <a:buChar char="•"/>
                </a:pPr>
                <a14:m>
                  <m:oMath xmlns:m="http://schemas.openxmlformats.org/officeDocument/2006/math">
                    <m:sSup>
                      <m:sSupPr>
                        <m:ctrlPr>
                          <a:rPr lang="en-PH" sz="5000" b="0" i="1" smtClean="0">
                            <a:solidFill>
                              <a:srgbClr val="1C2B2B"/>
                            </a:solidFill>
                            <a:latin typeface="Cambria Math" panose="02040503050406030204" pitchFamily="18" charset="0"/>
                            <a:ea typeface="Monterchi"/>
                            <a:cs typeface="Monterchi"/>
                            <a:sym typeface="Monterchi"/>
                          </a:rPr>
                        </m:ctrlPr>
                      </m:sSupPr>
                      <m:e>
                        <m:r>
                          <a:rPr lang="en-PH" sz="5000" b="0" i="1" smtClean="0">
                            <a:solidFill>
                              <a:srgbClr val="1C2B2B"/>
                            </a:solidFill>
                            <a:latin typeface="Cambria Math" panose="02040503050406030204" pitchFamily="18" charset="0"/>
                            <a:ea typeface="Monterchi"/>
                            <a:cs typeface="Monterchi"/>
                            <a:sym typeface="Monterchi"/>
                          </a:rPr>
                          <m:t>𝑥</m:t>
                        </m:r>
                      </m:e>
                      <m:sup>
                        <m:r>
                          <a:rPr lang="en-PH" sz="5000" b="0" i="1" smtClean="0">
                            <a:solidFill>
                              <a:srgbClr val="1C2B2B"/>
                            </a:solidFill>
                            <a:latin typeface="Cambria Math" panose="02040503050406030204" pitchFamily="18" charset="0"/>
                            <a:ea typeface="Monterchi"/>
                            <a:cs typeface="Monterchi"/>
                            <a:sym typeface="Monterchi"/>
                          </a:rPr>
                          <m:t>2</m:t>
                        </m:r>
                      </m:sup>
                    </m:sSup>
                    <m:r>
                      <a:rPr lang="en-PH" sz="5000" b="0" i="1" smtClean="0">
                        <a:solidFill>
                          <a:srgbClr val="1C2B2B"/>
                        </a:solidFill>
                        <a:latin typeface="Cambria Math" panose="02040503050406030204" pitchFamily="18" charset="0"/>
                        <a:ea typeface="Monterchi"/>
                        <a:cs typeface="Monterchi"/>
                        <a:sym typeface="Monterchi"/>
                      </a:rPr>
                      <m:t>+8</m:t>
                    </m:r>
                    <m:r>
                      <a:rPr lang="en-PH" sz="5000" b="0" i="1" smtClean="0">
                        <a:solidFill>
                          <a:srgbClr val="1C2B2B"/>
                        </a:solidFill>
                        <a:latin typeface="Cambria Math" panose="02040503050406030204" pitchFamily="18" charset="0"/>
                        <a:ea typeface="Monterchi"/>
                        <a:cs typeface="Monterchi"/>
                        <a:sym typeface="Monterchi"/>
                      </a:rPr>
                      <m:t>𝑥</m:t>
                    </m:r>
                    <m:r>
                      <a:rPr lang="en-PH" sz="5000" b="0" i="1" smtClean="0">
                        <a:solidFill>
                          <a:srgbClr val="1C2B2B"/>
                        </a:solidFill>
                        <a:latin typeface="Cambria Math" panose="02040503050406030204" pitchFamily="18" charset="0"/>
                        <a:ea typeface="Monterchi"/>
                        <a:cs typeface="Monterchi"/>
                        <a:sym typeface="Monterchi"/>
                      </a:rPr>
                      <m:t>−20=0</m:t>
                    </m:r>
                  </m:oMath>
                </a14:m>
                <a:endParaRPr lang="en-PH" sz="5000" b="0" dirty="0">
                  <a:solidFill>
                    <a:srgbClr val="1C2B2B"/>
                  </a:solidFill>
                  <a:latin typeface="Monterchi"/>
                  <a:ea typeface="Monterchi"/>
                  <a:cs typeface="Monterchi"/>
                  <a:sym typeface="Monterchi"/>
                </a:endParaRPr>
              </a:p>
              <a:p>
                <a:pPr marL="1003299" lvl="1" indent="-571500" algn="just">
                  <a:lnSpc>
                    <a:spcPct val="200000"/>
                  </a:lnSpc>
                  <a:buFont typeface="Arial" panose="020B0604020202020204" pitchFamily="34" charset="0"/>
                  <a:buChar char="•"/>
                </a:pPr>
                <a14:m>
                  <m:oMath xmlns:m="http://schemas.openxmlformats.org/officeDocument/2006/math">
                    <m:r>
                      <a:rPr lang="en-PH" sz="5000" b="0" i="1" smtClean="0">
                        <a:solidFill>
                          <a:srgbClr val="1C2B2B"/>
                        </a:solidFill>
                        <a:latin typeface="Cambria Math" panose="02040503050406030204" pitchFamily="18" charset="0"/>
                        <a:ea typeface="Monterchi"/>
                        <a:cs typeface="Monterchi"/>
                        <a:sym typeface="Monterchi"/>
                      </a:rPr>
                      <m:t>2</m:t>
                    </m:r>
                    <m:sSup>
                      <m:sSupPr>
                        <m:ctrlPr>
                          <a:rPr lang="en-PH" sz="5000" b="0" i="1" smtClean="0">
                            <a:solidFill>
                              <a:srgbClr val="1C2B2B"/>
                            </a:solidFill>
                            <a:latin typeface="Cambria Math" panose="02040503050406030204" pitchFamily="18" charset="0"/>
                            <a:ea typeface="Monterchi"/>
                            <a:cs typeface="Monterchi"/>
                            <a:sym typeface="Monterchi"/>
                          </a:rPr>
                        </m:ctrlPr>
                      </m:sSupPr>
                      <m:e>
                        <m:r>
                          <a:rPr lang="en-PH" sz="5000" b="0" i="1" smtClean="0">
                            <a:solidFill>
                              <a:srgbClr val="1C2B2B"/>
                            </a:solidFill>
                            <a:latin typeface="Cambria Math" panose="02040503050406030204" pitchFamily="18" charset="0"/>
                            <a:ea typeface="Monterchi"/>
                            <a:cs typeface="Monterchi"/>
                            <a:sym typeface="Monterchi"/>
                          </a:rPr>
                          <m:t>𝑥</m:t>
                        </m:r>
                      </m:e>
                      <m:sup>
                        <m:r>
                          <a:rPr lang="en-PH" sz="5000" b="0" i="1" smtClean="0">
                            <a:solidFill>
                              <a:srgbClr val="1C2B2B"/>
                            </a:solidFill>
                            <a:latin typeface="Cambria Math" panose="02040503050406030204" pitchFamily="18" charset="0"/>
                            <a:ea typeface="Monterchi"/>
                            <a:cs typeface="Monterchi"/>
                            <a:sym typeface="Monterchi"/>
                          </a:rPr>
                          <m:t>2</m:t>
                        </m:r>
                      </m:sup>
                    </m:sSup>
                    <m:r>
                      <a:rPr lang="en-PH" sz="5000" b="0" i="1" smtClean="0">
                        <a:solidFill>
                          <a:srgbClr val="1C2B2B"/>
                        </a:solidFill>
                        <a:latin typeface="Cambria Math" panose="02040503050406030204" pitchFamily="18" charset="0"/>
                        <a:ea typeface="Monterchi"/>
                        <a:cs typeface="Monterchi"/>
                        <a:sym typeface="Monterchi"/>
                      </a:rPr>
                      <m:t>−3</m:t>
                    </m:r>
                    <m:r>
                      <a:rPr lang="en-PH" sz="5000" b="0" i="1" smtClean="0">
                        <a:solidFill>
                          <a:srgbClr val="1C2B2B"/>
                        </a:solidFill>
                        <a:latin typeface="Cambria Math" panose="02040503050406030204" pitchFamily="18" charset="0"/>
                        <a:ea typeface="Monterchi"/>
                        <a:cs typeface="Monterchi"/>
                        <a:sym typeface="Monterchi"/>
                      </a:rPr>
                      <m:t>𝑥</m:t>
                    </m:r>
                    <m:r>
                      <a:rPr lang="en-PH" sz="5000" b="0" i="1" smtClean="0">
                        <a:solidFill>
                          <a:srgbClr val="1C2B2B"/>
                        </a:solidFill>
                        <a:latin typeface="Cambria Math" panose="02040503050406030204" pitchFamily="18" charset="0"/>
                        <a:ea typeface="Monterchi"/>
                        <a:cs typeface="Monterchi"/>
                        <a:sym typeface="Monterchi"/>
                      </a:rPr>
                      <m:t>−9=0 </m:t>
                    </m:r>
                  </m:oMath>
                </a14:m>
                <a:endParaRPr lang="en-US" sz="5000" dirty="0">
                  <a:solidFill>
                    <a:srgbClr val="1C2B2B"/>
                  </a:solidFill>
                  <a:latin typeface="Monterchi"/>
                  <a:ea typeface="Monterchi"/>
                  <a:cs typeface="Monterchi"/>
                  <a:sym typeface="Monterchi"/>
                </a:endParaRPr>
              </a:p>
            </p:txBody>
          </p:sp>
        </mc:Choice>
        <mc:Fallback xmlns="">
          <p:sp>
            <p:nvSpPr>
              <p:cNvPr id="13" name="TextBox 12">
                <a:extLst>
                  <a:ext uri="{FF2B5EF4-FFF2-40B4-BE49-F238E27FC236}">
                    <a16:creationId xmlns:a16="http://schemas.microsoft.com/office/drawing/2014/main" id="{BAB9CDFC-F237-5883-B517-9D190738387D}"/>
                  </a:ext>
                </a:extLst>
              </p:cNvPr>
              <p:cNvSpPr txBox="1">
                <a:spLocks noRot="1" noChangeAspect="1" noMove="1" noResize="1" noEditPoints="1" noAdjustHandles="1" noChangeArrowheads="1" noChangeShapeType="1" noTextEdit="1"/>
              </p:cNvSpPr>
              <p:nvPr/>
            </p:nvSpPr>
            <p:spPr>
              <a:xfrm>
                <a:off x="3314700" y="3856498"/>
                <a:ext cx="11658600" cy="4424288"/>
              </a:xfrm>
              <a:prstGeom prst="rect">
                <a:avLst/>
              </a:prstGeom>
              <a:blipFill>
                <a:blip r:embed="rId4"/>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715085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93BEAABE-9019-FC7F-2D4C-4D93354C43E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72D0F7B-2F0F-BCB1-975B-28FB73A361D6}"/>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BA16A7AE-679E-8AFD-C4BA-3EB34E43D936}"/>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B79D619F-28D2-6A8A-15E9-68F2AB28FBD2}"/>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22" name="Group 21">
            <a:extLst>
              <a:ext uri="{FF2B5EF4-FFF2-40B4-BE49-F238E27FC236}">
                <a16:creationId xmlns:a16="http://schemas.microsoft.com/office/drawing/2014/main" id="{2A723047-A39D-D8C1-63C2-29E407B52684}"/>
              </a:ext>
            </a:extLst>
          </p:cNvPr>
          <p:cNvGrpSpPr/>
          <p:nvPr/>
        </p:nvGrpSpPr>
        <p:grpSpPr>
          <a:xfrm>
            <a:off x="2724931" y="1177261"/>
            <a:ext cx="12838139" cy="7932477"/>
            <a:chOff x="2724931" y="1177261"/>
            <a:chExt cx="12838139" cy="7932477"/>
          </a:xfrm>
        </p:grpSpPr>
        <p:grpSp>
          <p:nvGrpSpPr>
            <p:cNvPr id="5" name="Group 5">
              <a:extLst>
                <a:ext uri="{FF2B5EF4-FFF2-40B4-BE49-F238E27FC236}">
                  <a16:creationId xmlns:a16="http://schemas.microsoft.com/office/drawing/2014/main" id="{A59DB542-88DD-4908-4AA3-F5AAA2BA886A}"/>
                </a:ext>
              </a:extLst>
            </p:cNvPr>
            <p:cNvGrpSpPr/>
            <p:nvPr/>
          </p:nvGrpSpPr>
          <p:grpSpPr>
            <a:xfrm>
              <a:off x="2724931" y="1861553"/>
              <a:ext cx="12838139" cy="7248185"/>
              <a:chOff x="0" y="-38100"/>
              <a:chExt cx="3381238" cy="1908987"/>
            </a:xfrm>
          </p:grpSpPr>
          <p:sp>
            <p:nvSpPr>
              <p:cNvPr id="6" name="Freeform 6">
                <a:extLst>
                  <a:ext uri="{FF2B5EF4-FFF2-40B4-BE49-F238E27FC236}">
                    <a16:creationId xmlns:a16="http://schemas.microsoft.com/office/drawing/2014/main" id="{68DB29DF-1DB9-CEFB-5825-C919770F3CCC}"/>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D05D09FE-424B-4398-1AC8-32B81DD19C93}"/>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D2317779-A9D4-095F-1EE8-C3E4FA302E4F}"/>
                </a:ext>
              </a:extLst>
            </p:cNvPr>
            <p:cNvGrpSpPr/>
            <p:nvPr/>
          </p:nvGrpSpPr>
          <p:grpSpPr>
            <a:xfrm>
              <a:off x="4057932" y="1177261"/>
              <a:ext cx="10227067" cy="1657907"/>
              <a:chOff x="0" y="0"/>
              <a:chExt cx="2693549" cy="436650"/>
            </a:xfrm>
          </p:grpSpPr>
          <p:sp>
            <p:nvSpPr>
              <p:cNvPr id="9" name="Freeform 9">
                <a:extLst>
                  <a:ext uri="{FF2B5EF4-FFF2-40B4-BE49-F238E27FC236}">
                    <a16:creationId xmlns:a16="http://schemas.microsoft.com/office/drawing/2014/main" id="{31461FAC-49DB-42CA-477F-B59FA01AE49F}"/>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7A0E4903-E5E2-6630-06A1-34BEB8157A86}"/>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33F68844-A4F2-CDCD-790C-173FDEF77EFC}"/>
                </a:ext>
              </a:extLst>
            </p:cNvPr>
            <p:cNvSpPr txBox="1"/>
            <p:nvPr/>
          </p:nvSpPr>
          <p:spPr>
            <a:xfrm>
              <a:off x="2768195" y="3041456"/>
              <a:ext cx="12308225" cy="718145"/>
            </a:xfrm>
            <a:prstGeom prst="rect">
              <a:avLst/>
            </a:prstGeom>
          </p:spPr>
          <p:txBody>
            <a:bodyPr wrap="square" lIns="0" tIns="0" rIns="0" bIns="0" rtlCol="0" anchor="t">
              <a:spAutoFit/>
            </a:bodyPr>
            <a:lstStyle/>
            <a:p>
              <a:pPr marL="431799" lvl="1" algn="just">
                <a:lnSpc>
                  <a:spcPts val="5599"/>
                </a:lnSpc>
              </a:pPr>
              <a:r>
                <a:rPr lang="en-PH" sz="4000" dirty="0">
                  <a:solidFill>
                    <a:srgbClr val="1C2B2B"/>
                  </a:solidFill>
                  <a:latin typeface="Monterchi"/>
                  <a:ea typeface="Monterchi"/>
                  <a:cs typeface="Monterchi"/>
                  <a:sym typeface="Monterchi"/>
                </a:rPr>
                <a:t>Solve the quadratic equation using the quadratic formula.   </a:t>
              </a:r>
              <a:endParaRPr lang="en-US" sz="4000" dirty="0">
                <a:solidFill>
                  <a:srgbClr val="1C2B2B"/>
                </a:solidFill>
                <a:latin typeface="Monterchi"/>
                <a:ea typeface="Monterchi"/>
                <a:cs typeface="Monterchi"/>
                <a:sym typeface="Monterchi"/>
              </a:endParaRPr>
            </a:p>
          </p:txBody>
        </p:sp>
        <p:sp>
          <p:nvSpPr>
            <p:cNvPr id="19" name="TextBox 19">
              <a:extLst>
                <a:ext uri="{FF2B5EF4-FFF2-40B4-BE49-F238E27FC236}">
                  <a16:creationId xmlns:a16="http://schemas.microsoft.com/office/drawing/2014/main" id="{6BDAF46E-1DCB-3682-0D3D-C200145E5D54}"/>
                </a:ext>
              </a:extLst>
            </p:cNvPr>
            <p:cNvSpPr txBox="1"/>
            <p:nvPr/>
          </p:nvSpPr>
          <p:spPr>
            <a:xfrm>
              <a:off x="4334551" y="1414511"/>
              <a:ext cx="9655072" cy="1038746"/>
            </a:xfrm>
            <a:prstGeom prst="rect">
              <a:avLst/>
            </a:prstGeom>
          </p:spPr>
          <p:txBody>
            <a:bodyPr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Your Turn!</a:t>
              </a:r>
            </a:p>
          </p:txBody>
        </p:sp>
      </p:grpSp>
      <p:sp>
        <p:nvSpPr>
          <p:cNvPr id="11" name="TextBox 18">
            <a:extLst>
              <a:ext uri="{FF2B5EF4-FFF2-40B4-BE49-F238E27FC236}">
                <a16:creationId xmlns:a16="http://schemas.microsoft.com/office/drawing/2014/main" id="{22EDB017-36D9-C744-63BE-DC2843C937BA}"/>
              </a:ext>
            </a:extLst>
          </p:cNvPr>
          <p:cNvSpPr txBox="1"/>
          <p:nvPr/>
        </p:nvSpPr>
        <p:spPr>
          <a:xfrm>
            <a:off x="3429000" y="4049249"/>
            <a:ext cx="9448800" cy="2815001"/>
          </a:xfrm>
          <a:prstGeom prst="rect">
            <a:avLst/>
          </a:prstGeom>
        </p:spPr>
        <p:txBody>
          <a:bodyPr wrap="square" lIns="0" tIns="0" rIns="0" bIns="0" rtlCol="0" anchor="t">
            <a:spAutoFit/>
          </a:bodyPr>
          <a:lstStyle/>
          <a:p>
            <a:pPr marL="971545" lvl="1" indent="-485773">
              <a:lnSpc>
                <a:spcPct val="150000"/>
              </a:lnSpc>
              <a:buFont typeface="Arial"/>
              <a:buChar char="•"/>
            </a:pPr>
            <a:endParaRPr/>
          </a:p>
          <a:p>
            <a:pPr marL="971545" lvl="1" indent="-485773">
              <a:lnSpc>
                <a:spcPct val="150000"/>
              </a:lnSpc>
              <a:buFont typeface="Arial"/>
              <a:buChar char="•"/>
            </a:pPr>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E10F6BE-7A8B-B549-F1F4-AA8D88A5CA6C}"/>
                  </a:ext>
                </a:extLst>
              </p:cNvPr>
              <p:cNvSpPr txBox="1"/>
              <p:nvPr/>
            </p:nvSpPr>
            <p:spPr>
              <a:xfrm>
                <a:off x="4572000" y="4065187"/>
                <a:ext cx="9950448" cy="2462213"/>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8000" b="0" i="1" smtClean="0">
                          <a:solidFill>
                            <a:srgbClr val="1C2B2B"/>
                          </a:solidFill>
                          <a:latin typeface="Cambria Math" panose="02040503050406030204" pitchFamily="18" charset="0"/>
                          <a:ea typeface="Monterchi"/>
                          <a:cs typeface="Monterchi"/>
                          <a:sym typeface="Monterchi"/>
                        </a:rPr>
                        <m:t>2</m:t>
                      </m:r>
                      <m:sSup>
                        <m:sSupPr>
                          <m:ctrlPr>
                            <a:rPr lang="en-PH" sz="8000" b="0" i="1" smtClean="0">
                              <a:solidFill>
                                <a:srgbClr val="1C2B2B"/>
                              </a:solidFill>
                              <a:latin typeface="Cambria Math" panose="02040503050406030204" pitchFamily="18" charset="0"/>
                              <a:ea typeface="Monterchi"/>
                              <a:cs typeface="Monterchi"/>
                              <a:sym typeface="Monterchi"/>
                            </a:rPr>
                          </m:ctrlPr>
                        </m:sSupPr>
                        <m:e>
                          <m:r>
                            <a:rPr lang="en-PH" sz="8000" b="0" i="1" smtClean="0">
                              <a:solidFill>
                                <a:srgbClr val="1C2B2B"/>
                              </a:solidFill>
                              <a:latin typeface="Cambria Math" panose="02040503050406030204" pitchFamily="18" charset="0"/>
                              <a:ea typeface="Monterchi"/>
                              <a:cs typeface="Monterchi"/>
                              <a:sym typeface="Monterchi"/>
                            </a:rPr>
                            <m:t>𝑥</m:t>
                          </m:r>
                        </m:e>
                        <m:sup>
                          <m:r>
                            <a:rPr lang="en-PH" sz="8000" b="0" i="1" smtClean="0">
                              <a:solidFill>
                                <a:srgbClr val="1C2B2B"/>
                              </a:solidFill>
                              <a:latin typeface="Cambria Math" panose="02040503050406030204" pitchFamily="18" charset="0"/>
                              <a:ea typeface="Monterchi"/>
                              <a:cs typeface="Monterchi"/>
                              <a:sym typeface="Monterchi"/>
                            </a:rPr>
                            <m:t>2</m:t>
                          </m:r>
                        </m:sup>
                      </m:sSup>
                      <m:r>
                        <a:rPr lang="en-PH" sz="8000" b="0" i="1" smtClean="0">
                          <a:solidFill>
                            <a:srgbClr val="1C2B2B"/>
                          </a:solidFill>
                          <a:latin typeface="Cambria Math" panose="02040503050406030204" pitchFamily="18" charset="0"/>
                          <a:ea typeface="Monterchi"/>
                          <a:cs typeface="Monterchi"/>
                          <a:sym typeface="Monterchi"/>
                        </a:rPr>
                        <m:t>−3</m:t>
                      </m:r>
                      <m:r>
                        <a:rPr lang="en-PH" sz="8000" b="0" i="1" smtClean="0">
                          <a:solidFill>
                            <a:srgbClr val="1C2B2B"/>
                          </a:solidFill>
                          <a:latin typeface="Cambria Math" panose="02040503050406030204" pitchFamily="18" charset="0"/>
                          <a:ea typeface="Monterchi"/>
                          <a:cs typeface="Monterchi"/>
                          <a:sym typeface="Monterchi"/>
                        </a:rPr>
                        <m:t>𝑥</m:t>
                      </m:r>
                      <m:r>
                        <a:rPr lang="en-PH" sz="8000" b="0" i="1" smtClean="0">
                          <a:solidFill>
                            <a:srgbClr val="1C2B2B"/>
                          </a:solidFill>
                          <a:latin typeface="Cambria Math" panose="02040503050406030204" pitchFamily="18" charset="0"/>
                          <a:ea typeface="Monterchi"/>
                          <a:cs typeface="Monterchi"/>
                          <a:sym typeface="Monterchi"/>
                        </a:rPr>
                        <m:t>−2=0</m:t>
                      </m:r>
                    </m:oMath>
                  </m:oMathPara>
                </a14:m>
                <a:endParaRPr lang="en-US" sz="8000" dirty="0">
                  <a:solidFill>
                    <a:srgbClr val="1C2B2B"/>
                  </a:solidFill>
                  <a:latin typeface="Monterchi"/>
                  <a:ea typeface="Monterchi"/>
                  <a:cs typeface="Monterchi"/>
                  <a:sym typeface="Monterchi"/>
                </a:endParaRPr>
              </a:p>
            </p:txBody>
          </p:sp>
        </mc:Choice>
        <mc:Fallback xmlns="">
          <p:sp>
            <p:nvSpPr>
              <p:cNvPr id="13" name="TextBox 12">
                <a:extLst>
                  <a:ext uri="{FF2B5EF4-FFF2-40B4-BE49-F238E27FC236}">
                    <a16:creationId xmlns:a16="http://schemas.microsoft.com/office/drawing/2014/main" id="{DE10F6BE-7A8B-B549-F1F4-AA8D88A5CA6C}"/>
                  </a:ext>
                </a:extLst>
              </p:cNvPr>
              <p:cNvSpPr txBox="1">
                <a:spLocks noRot="1" noChangeAspect="1" noMove="1" noResize="1" noEditPoints="1" noAdjustHandles="1" noChangeArrowheads="1" noChangeShapeType="1" noTextEdit="1"/>
              </p:cNvSpPr>
              <p:nvPr/>
            </p:nvSpPr>
            <p:spPr>
              <a:xfrm>
                <a:off x="4572000" y="4065187"/>
                <a:ext cx="9950448" cy="2462213"/>
              </a:xfrm>
              <a:prstGeom prst="rect">
                <a:avLst/>
              </a:prstGeom>
              <a:blipFill>
                <a:blip r:embed="rId4"/>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3646758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20435205-EB33-67A3-BD96-4046C06FA0E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4CD1D78-B903-7F13-D5E0-EE525DCD2F89}"/>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EB73BB57-6960-DA43-1360-FEA84F12E31B}"/>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dirty="0"/>
            </a:p>
          </p:txBody>
        </p:sp>
        <p:sp>
          <p:nvSpPr>
            <p:cNvPr id="4" name="Freeform 4">
              <a:extLst>
                <a:ext uri="{FF2B5EF4-FFF2-40B4-BE49-F238E27FC236}">
                  <a16:creationId xmlns:a16="http://schemas.microsoft.com/office/drawing/2014/main" id="{3409EA26-89E6-1F4E-349F-CA47F364980A}"/>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19D6DB96-E1DE-4900-FF02-BB95630C101D}"/>
              </a:ext>
            </a:extLst>
          </p:cNvPr>
          <p:cNvGrpSpPr/>
          <p:nvPr/>
        </p:nvGrpSpPr>
        <p:grpSpPr>
          <a:xfrm>
            <a:off x="1729664" y="1722124"/>
            <a:ext cx="13868398" cy="6469375"/>
            <a:chOff x="-185845" y="-38100"/>
            <a:chExt cx="3652582" cy="2016692"/>
          </a:xfrm>
        </p:grpSpPr>
        <p:sp>
          <p:nvSpPr>
            <p:cNvPr id="6" name="Freeform 6">
              <a:extLst>
                <a:ext uri="{FF2B5EF4-FFF2-40B4-BE49-F238E27FC236}">
                  <a16:creationId xmlns:a16="http://schemas.microsoft.com/office/drawing/2014/main" id="{76377B0E-5C9B-6AB4-642C-0BFF52F23B08}"/>
                </a:ext>
              </a:extLst>
            </p:cNvPr>
            <p:cNvSpPr/>
            <p:nvPr/>
          </p:nvSpPr>
          <p:spPr>
            <a:xfrm>
              <a:off x="-185845" y="69605"/>
              <a:ext cx="3652582" cy="19089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446025E6-104B-F259-52E5-D4B7F33408ED}"/>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49917415-EA07-2528-6D50-30E3434D7202}"/>
              </a:ext>
            </a:extLst>
          </p:cNvPr>
          <p:cNvGrpSpPr/>
          <p:nvPr/>
        </p:nvGrpSpPr>
        <p:grpSpPr>
          <a:xfrm>
            <a:off x="3676048" y="1152244"/>
            <a:ext cx="10227067" cy="1575865"/>
            <a:chOff x="0" y="0"/>
            <a:chExt cx="2693549" cy="436650"/>
          </a:xfrm>
        </p:grpSpPr>
        <p:sp>
          <p:nvSpPr>
            <p:cNvPr id="9" name="Freeform 9">
              <a:extLst>
                <a:ext uri="{FF2B5EF4-FFF2-40B4-BE49-F238E27FC236}">
                  <a16:creationId xmlns:a16="http://schemas.microsoft.com/office/drawing/2014/main" id="{D9A152D0-309B-B6B5-E2D5-4804CA16A58F}"/>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7D05C0D1-61A4-20FB-EBEB-4F879A796258}"/>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9B3D5BC8-C768-92E9-74C1-BDB2F54C7498}"/>
              </a:ext>
            </a:extLst>
          </p:cNvPr>
          <p:cNvSpPr txBox="1"/>
          <p:nvPr/>
        </p:nvSpPr>
        <p:spPr>
          <a:xfrm>
            <a:off x="1594815" y="2669375"/>
            <a:ext cx="13030200" cy="1038746"/>
          </a:xfrm>
          <a:prstGeom prst="rect">
            <a:avLst/>
          </a:prstGeom>
        </p:spPr>
        <p:txBody>
          <a:bodyPr wrap="square" lIns="0" tIns="0" rIns="0" bIns="0" rtlCol="0" anchor="t">
            <a:spAutoFit/>
          </a:bodyPr>
          <a:lstStyle/>
          <a:p>
            <a:pPr marL="431799" lvl="1" algn="just">
              <a:lnSpc>
                <a:spcPct val="150000"/>
              </a:lnSpc>
            </a:pPr>
            <a:r>
              <a:rPr lang="en-PH" sz="4500" dirty="0">
                <a:solidFill>
                  <a:srgbClr val="1C2B2B"/>
                </a:solidFill>
                <a:latin typeface="Monterchi"/>
                <a:ea typeface="Monterchi"/>
                <a:cs typeface="Monterchi"/>
                <a:sym typeface="Monterchi"/>
              </a:rPr>
              <a:t>Write the answer on your notebook. </a:t>
            </a:r>
            <a:endParaRPr lang="en-US" sz="4500" dirty="0">
              <a:solidFill>
                <a:srgbClr val="1C2B2B"/>
              </a:solidFill>
              <a:latin typeface="Monterchi"/>
              <a:ea typeface="Monterchi"/>
              <a:cs typeface="Monterchi"/>
              <a:sym typeface="Monterchi"/>
            </a:endParaRPr>
          </a:p>
        </p:txBody>
      </p:sp>
      <p:sp>
        <p:nvSpPr>
          <p:cNvPr id="19" name="TextBox 19">
            <a:extLst>
              <a:ext uri="{FF2B5EF4-FFF2-40B4-BE49-F238E27FC236}">
                <a16:creationId xmlns:a16="http://schemas.microsoft.com/office/drawing/2014/main" id="{1CB44DE3-6BFE-8CE4-09BC-488558C779F8}"/>
              </a:ext>
            </a:extLst>
          </p:cNvPr>
          <p:cNvSpPr txBox="1"/>
          <p:nvPr/>
        </p:nvSpPr>
        <p:spPr>
          <a:xfrm>
            <a:off x="4026827" y="1371694"/>
            <a:ext cx="9655072" cy="1038746"/>
          </a:xfrm>
          <a:prstGeom prst="rect">
            <a:avLst/>
          </a:prstGeom>
        </p:spPr>
        <p:txBody>
          <a:bodyPr wrap="square"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Exit Ticket</a:t>
            </a:r>
          </a:p>
        </p:txBody>
      </p:sp>
      <p:sp>
        <p:nvSpPr>
          <p:cNvPr id="11" name="TextBox 18">
            <a:extLst>
              <a:ext uri="{FF2B5EF4-FFF2-40B4-BE49-F238E27FC236}">
                <a16:creationId xmlns:a16="http://schemas.microsoft.com/office/drawing/2014/main" id="{2CC6B1AF-64FE-D84E-99F6-E416EC7D8E6F}"/>
              </a:ext>
            </a:extLst>
          </p:cNvPr>
          <p:cNvSpPr txBox="1"/>
          <p:nvPr/>
        </p:nvSpPr>
        <p:spPr>
          <a:xfrm>
            <a:off x="2689938" y="3742851"/>
            <a:ext cx="11844017" cy="3462486"/>
          </a:xfrm>
          <a:prstGeom prst="rect">
            <a:avLst/>
          </a:prstGeom>
        </p:spPr>
        <p:txBody>
          <a:bodyPr wrap="square" lIns="0" tIns="0" rIns="0" bIns="0" rtlCol="0" anchor="t">
            <a:spAutoFit/>
          </a:bodyPr>
          <a:lstStyle/>
          <a:p>
            <a:pPr marL="971545" lvl="1" indent="-485773" algn="l">
              <a:lnSpc>
                <a:spcPct val="150000"/>
              </a:lnSpc>
              <a:buFont typeface="Arial"/>
              <a:buChar char="•"/>
            </a:pPr>
            <a:r>
              <a:rPr lang="en-PH" sz="5000" b="0" dirty="0">
                <a:solidFill>
                  <a:srgbClr val="1C2B2B"/>
                </a:solidFill>
                <a:latin typeface="Monterchi"/>
                <a:ea typeface="Monterchi"/>
                <a:cs typeface="Monterchi"/>
                <a:sym typeface="Monterchi"/>
              </a:rPr>
              <a:t>One thing I learned about the quadratic formula is _____________________________.</a:t>
            </a:r>
          </a:p>
          <a:p>
            <a:pPr marL="971545" lvl="1" indent="-485773" algn="l">
              <a:lnSpc>
                <a:spcPct val="150000"/>
              </a:lnSpc>
              <a:buFont typeface="Arial"/>
              <a:buChar char="•"/>
            </a:pPr>
            <a:r>
              <a:rPr lang="en-PH" sz="5000" dirty="0">
                <a:solidFill>
                  <a:srgbClr val="1C2B2B"/>
                </a:solidFill>
                <a:latin typeface="Monterchi"/>
                <a:ea typeface="Monterchi"/>
                <a:cs typeface="Monterchi"/>
                <a:sym typeface="Monterchi"/>
              </a:rPr>
              <a:t>One question I still have is ___________________.</a:t>
            </a:r>
            <a:endParaRPr lang="en-PH" sz="5000" b="0" dirty="0">
              <a:solidFill>
                <a:srgbClr val="1C2B2B"/>
              </a:solidFill>
              <a:latin typeface="Monterchi"/>
              <a:ea typeface="Monterchi"/>
              <a:cs typeface="Monterchi"/>
              <a:sym typeface="Monterchi"/>
            </a:endParaRPr>
          </a:p>
        </p:txBody>
      </p:sp>
    </p:spTree>
    <p:extLst>
      <p:ext uri="{BB962C8B-B14F-4D97-AF65-F5344CB8AC3E}">
        <p14:creationId xmlns:p14="http://schemas.microsoft.com/office/powerpoint/2010/main" val="28117702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6A7E78"/>
        </a:solidFill>
        <a:effectLst/>
      </p:bgPr>
    </p:bg>
    <p:spTree>
      <p:nvGrpSpPr>
        <p:cNvPr id="1" name=""/>
        <p:cNvGrpSpPr/>
        <p:nvPr/>
      </p:nvGrpSpPr>
      <p:grpSpPr>
        <a:xfrm>
          <a:off x="0" y="0"/>
          <a:ext cx="0" cy="0"/>
          <a:chOff x="0" y="0"/>
          <a:chExt cx="0" cy="0"/>
        </a:xfrm>
      </p:grpSpPr>
      <p:grpSp>
        <p:nvGrpSpPr>
          <p:cNvPr id="2" name="Group 2"/>
          <p:cNvGrpSpPr/>
          <p:nvPr/>
        </p:nvGrpSpPr>
        <p:grpSpPr>
          <a:xfrm>
            <a:off x="-11208423" y="0"/>
            <a:ext cx="40704846" cy="10287000"/>
            <a:chOff x="0" y="0"/>
            <a:chExt cx="54273128" cy="13716000"/>
          </a:xfrm>
        </p:grpSpPr>
        <p:sp>
          <p:nvSpPr>
            <p:cNvPr id="3" name="Freeform 3"/>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PH"/>
            </a:p>
          </p:txBody>
        </p:sp>
      </p:grpSp>
      <p:grpSp>
        <p:nvGrpSpPr>
          <p:cNvPr id="5" name="Group 5"/>
          <p:cNvGrpSpPr/>
          <p:nvPr/>
        </p:nvGrpSpPr>
        <p:grpSpPr>
          <a:xfrm>
            <a:off x="1270208" y="2079876"/>
            <a:ext cx="15747584" cy="7178424"/>
            <a:chOff x="0" y="0"/>
            <a:chExt cx="4147512" cy="1890614"/>
          </a:xfrm>
        </p:grpSpPr>
        <p:sp>
          <p:nvSpPr>
            <p:cNvPr id="6" name="Freeform 6"/>
            <p:cNvSpPr/>
            <p:nvPr/>
          </p:nvSpPr>
          <p:spPr>
            <a:xfrm>
              <a:off x="0" y="0"/>
              <a:ext cx="4147512" cy="1890614"/>
            </a:xfrm>
            <a:custGeom>
              <a:avLst/>
              <a:gdLst/>
              <a:ahLst/>
              <a:cxnLst/>
              <a:rect l="l" t="t" r="r" b="b"/>
              <a:pathLst>
                <a:path w="4147512" h="1890614">
                  <a:moveTo>
                    <a:pt x="25073" y="0"/>
                  </a:moveTo>
                  <a:lnTo>
                    <a:pt x="4122439" y="0"/>
                  </a:lnTo>
                  <a:cubicBezTo>
                    <a:pt x="4136286" y="0"/>
                    <a:pt x="4147512" y="11226"/>
                    <a:pt x="4147512" y="25073"/>
                  </a:cubicBezTo>
                  <a:lnTo>
                    <a:pt x="4147512" y="1865541"/>
                  </a:lnTo>
                  <a:cubicBezTo>
                    <a:pt x="4147512" y="1879388"/>
                    <a:pt x="4136286" y="1890614"/>
                    <a:pt x="4122439" y="1890614"/>
                  </a:cubicBezTo>
                  <a:lnTo>
                    <a:pt x="25073" y="1890614"/>
                  </a:lnTo>
                  <a:cubicBezTo>
                    <a:pt x="11226" y="1890614"/>
                    <a:pt x="0" y="1879388"/>
                    <a:pt x="0" y="1865541"/>
                  </a:cubicBezTo>
                  <a:lnTo>
                    <a:pt x="0" y="25073"/>
                  </a:lnTo>
                  <a:cubicBezTo>
                    <a:pt x="0" y="11226"/>
                    <a:pt x="11226" y="0"/>
                    <a:pt x="25073" y="0"/>
                  </a:cubicBezTo>
                  <a:close/>
                </a:path>
              </a:pathLst>
            </a:custGeom>
            <a:solidFill>
              <a:srgbClr val="FFFFFF"/>
            </a:solidFill>
            <a:ln w="123825" cap="rnd">
              <a:solidFill>
                <a:srgbClr val="1C2B2B"/>
              </a:solidFill>
              <a:prstDash val="lgDash"/>
              <a:round/>
            </a:ln>
          </p:spPr>
          <p:txBody>
            <a:bodyPr/>
            <a:lstStyle/>
            <a:p>
              <a:endParaRPr lang="en-PH"/>
            </a:p>
          </p:txBody>
        </p:sp>
        <p:sp>
          <p:nvSpPr>
            <p:cNvPr id="7" name="TextBox 7"/>
            <p:cNvSpPr txBox="1"/>
            <p:nvPr/>
          </p:nvSpPr>
          <p:spPr>
            <a:xfrm>
              <a:off x="0" y="-38100"/>
              <a:ext cx="4147512" cy="1928714"/>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rot="-2029458">
            <a:off x="15231605" y="7265924"/>
            <a:ext cx="4055390" cy="3453841"/>
          </a:xfrm>
          <a:custGeom>
            <a:avLst/>
            <a:gdLst/>
            <a:ahLst/>
            <a:cxnLst/>
            <a:rect l="l" t="t" r="r" b="b"/>
            <a:pathLst>
              <a:path w="4055390" h="3453841">
                <a:moveTo>
                  <a:pt x="0" y="0"/>
                </a:moveTo>
                <a:lnTo>
                  <a:pt x="4055390" y="0"/>
                </a:lnTo>
                <a:lnTo>
                  <a:pt x="4055390" y="3453841"/>
                </a:lnTo>
                <a:lnTo>
                  <a:pt x="0" y="34538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9" name="Freeform 9"/>
          <p:cNvSpPr/>
          <p:nvPr/>
        </p:nvSpPr>
        <p:spPr>
          <a:xfrm rot="8795828">
            <a:off x="-1149908" y="-324704"/>
            <a:ext cx="4016275" cy="3365304"/>
          </a:xfrm>
          <a:custGeom>
            <a:avLst/>
            <a:gdLst/>
            <a:ahLst/>
            <a:cxnLst/>
            <a:rect l="l" t="t" r="r" b="b"/>
            <a:pathLst>
              <a:path w="4016275" h="3365304">
                <a:moveTo>
                  <a:pt x="0" y="0"/>
                </a:moveTo>
                <a:lnTo>
                  <a:pt x="4016274" y="0"/>
                </a:lnTo>
                <a:lnTo>
                  <a:pt x="4016274" y="3365303"/>
                </a:lnTo>
                <a:lnTo>
                  <a:pt x="0" y="33653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H"/>
          </a:p>
        </p:txBody>
      </p:sp>
      <p:sp>
        <p:nvSpPr>
          <p:cNvPr id="10" name="TextBox 10"/>
          <p:cNvSpPr txBox="1"/>
          <p:nvPr/>
        </p:nvSpPr>
        <p:spPr>
          <a:xfrm>
            <a:off x="1844772" y="3211779"/>
            <a:ext cx="14034634" cy="4616648"/>
          </a:xfrm>
          <a:prstGeom prst="rect">
            <a:avLst/>
          </a:prstGeom>
        </p:spPr>
        <p:txBody>
          <a:bodyPr wrap="square" lIns="0" tIns="0" rIns="0" bIns="0" rtlCol="0" anchor="t">
            <a:spAutoFit/>
          </a:bodyPr>
          <a:lstStyle/>
          <a:p>
            <a:pPr marL="431798" lvl="1" algn="just">
              <a:lnSpc>
                <a:spcPct val="150000"/>
              </a:lnSpc>
            </a:pPr>
            <a:r>
              <a:rPr lang="en-US" sz="5000" dirty="0">
                <a:solidFill>
                  <a:srgbClr val="1C2B2B"/>
                </a:solidFill>
                <a:latin typeface="Monterchi"/>
                <a:ea typeface="Monterchi"/>
                <a:cs typeface="Monterchi"/>
                <a:sym typeface="Monterchi"/>
              </a:rPr>
              <a:t>Just as not all quadratic equations can be solved using the same method, not all people learn or solve problems in the same way. How can respecting different ways of thinking help you become a better classmate?</a:t>
            </a:r>
          </a:p>
        </p:txBody>
      </p:sp>
      <p:grpSp>
        <p:nvGrpSpPr>
          <p:cNvPr id="11" name="Group 11"/>
          <p:cNvGrpSpPr/>
          <p:nvPr/>
        </p:nvGrpSpPr>
        <p:grpSpPr>
          <a:xfrm>
            <a:off x="4356023" y="1401982"/>
            <a:ext cx="11139413" cy="1355789"/>
            <a:chOff x="0" y="0"/>
            <a:chExt cx="2933837" cy="357080"/>
          </a:xfrm>
        </p:grpSpPr>
        <p:sp>
          <p:nvSpPr>
            <p:cNvPr id="12" name="Freeform 12"/>
            <p:cNvSpPr/>
            <p:nvPr/>
          </p:nvSpPr>
          <p:spPr>
            <a:xfrm>
              <a:off x="0" y="0"/>
              <a:ext cx="2933837" cy="357080"/>
            </a:xfrm>
            <a:custGeom>
              <a:avLst/>
              <a:gdLst/>
              <a:ahLst/>
              <a:cxnLst/>
              <a:rect l="l" t="t" r="r" b="b"/>
              <a:pathLst>
                <a:path w="2933837" h="357080">
                  <a:moveTo>
                    <a:pt x="13900" y="0"/>
                  </a:moveTo>
                  <a:lnTo>
                    <a:pt x="2919937" y="0"/>
                  </a:lnTo>
                  <a:cubicBezTo>
                    <a:pt x="2927614" y="0"/>
                    <a:pt x="2933837" y="6223"/>
                    <a:pt x="2933837" y="13900"/>
                  </a:cubicBezTo>
                  <a:lnTo>
                    <a:pt x="2933837" y="343180"/>
                  </a:lnTo>
                  <a:cubicBezTo>
                    <a:pt x="2933837" y="346867"/>
                    <a:pt x="2932373" y="350402"/>
                    <a:pt x="2929766" y="353009"/>
                  </a:cubicBezTo>
                  <a:cubicBezTo>
                    <a:pt x="2927159" y="355616"/>
                    <a:pt x="2923624" y="357080"/>
                    <a:pt x="2919937" y="357080"/>
                  </a:cubicBezTo>
                  <a:lnTo>
                    <a:pt x="13900" y="357080"/>
                  </a:lnTo>
                  <a:cubicBezTo>
                    <a:pt x="10214" y="357080"/>
                    <a:pt x="6678" y="355616"/>
                    <a:pt x="4071" y="353009"/>
                  </a:cubicBezTo>
                  <a:cubicBezTo>
                    <a:pt x="1464" y="350402"/>
                    <a:pt x="0" y="346867"/>
                    <a:pt x="0" y="343180"/>
                  </a:cubicBezTo>
                  <a:lnTo>
                    <a:pt x="0" y="13900"/>
                  </a:lnTo>
                  <a:cubicBezTo>
                    <a:pt x="0" y="6223"/>
                    <a:pt x="6223" y="0"/>
                    <a:pt x="13900" y="0"/>
                  </a:cubicBezTo>
                  <a:close/>
                </a:path>
              </a:pathLst>
            </a:custGeom>
            <a:solidFill>
              <a:srgbClr val="223939"/>
            </a:solidFill>
          </p:spPr>
          <p:txBody>
            <a:bodyPr/>
            <a:lstStyle/>
            <a:p>
              <a:endParaRPr lang="en-PH"/>
            </a:p>
          </p:txBody>
        </p:sp>
        <p:sp>
          <p:nvSpPr>
            <p:cNvPr id="13" name="TextBox 13"/>
            <p:cNvSpPr txBox="1"/>
            <p:nvPr/>
          </p:nvSpPr>
          <p:spPr>
            <a:xfrm>
              <a:off x="0" y="-38100"/>
              <a:ext cx="2933837" cy="39518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4727412" y="1822438"/>
            <a:ext cx="10396634" cy="990656"/>
          </a:xfrm>
          <a:prstGeom prst="rect">
            <a:avLst/>
          </a:prstGeom>
        </p:spPr>
        <p:txBody>
          <a:bodyPr lIns="0" tIns="0" rIns="0" bIns="0" rtlCol="0" anchor="t">
            <a:spAutoFit/>
          </a:bodyPr>
          <a:lstStyle/>
          <a:p>
            <a:pPr algn="ctr">
              <a:lnSpc>
                <a:spcPts val="6300"/>
              </a:lnSpc>
            </a:pPr>
            <a:r>
              <a:rPr lang="en-US" sz="10000" dirty="0">
                <a:solidFill>
                  <a:srgbClr val="E1E1E1"/>
                </a:solidFill>
                <a:latin typeface="Bugaki"/>
                <a:ea typeface="Bugaki"/>
                <a:cs typeface="Bugaki"/>
                <a:sym typeface="Bugaki"/>
              </a:rPr>
              <a:t>Respect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24AE54D3B7ABF4E94265188B1A3732A" ma:contentTypeVersion="10" ma:contentTypeDescription="Create a new document." ma:contentTypeScope="" ma:versionID="d59c04619bafb1e42b43ede57214fcd9">
  <xsd:schema xmlns:xsd="http://www.w3.org/2001/XMLSchema" xmlns:xs="http://www.w3.org/2001/XMLSchema" xmlns:p="http://schemas.microsoft.com/office/2006/metadata/properties" xmlns:ns2="9af8d393-aa17-400d-a7a8-b22c6a5247f0" xmlns:ns3="f06051ca-0ac7-4425-87d7-57354384b50f" targetNamespace="http://schemas.microsoft.com/office/2006/metadata/properties" ma:root="true" ma:fieldsID="972f344bc57fd1c457fb3445845fee4d" ns2:_="" ns3:_="">
    <xsd:import namespace="9af8d393-aa17-400d-a7a8-b22c6a5247f0"/>
    <xsd:import namespace="f06051ca-0ac7-4425-87d7-57354384b50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f8d393-aa17-400d-a7a8-b22c6a5247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da769e0-a300-417a-b7fa-e0277e530aa5"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6051ca-0ac7-4425-87d7-57354384b50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d8e6903-f70f-4293-bd91-5adc119538b8}" ma:internalName="TaxCatchAll" ma:showField="CatchAllData" ma:web="f06051ca-0ac7-4425-87d7-57354384b50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06051ca-0ac7-4425-87d7-57354384b50f" xsi:nil="true"/>
    <lcf76f155ced4ddcb4097134ff3c332f xmlns="9af8d393-aa17-400d-a7a8-b22c6a5247f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5C9CE0A-C81E-4EE6-B258-90533E67947A}"/>
</file>

<file path=customXml/itemProps2.xml><?xml version="1.0" encoding="utf-8"?>
<ds:datastoreItem xmlns:ds="http://schemas.openxmlformats.org/officeDocument/2006/customXml" ds:itemID="{DE92D165-6A22-452A-B5BF-57DB6DBB55CD}"/>
</file>

<file path=customXml/itemProps3.xml><?xml version="1.0" encoding="utf-8"?>
<ds:datastoreItem xmlns:ds="http://schemas.openxmlformats.org/officeDocument/2006/customXml" ds:itemID="{FFC14A77-B327-4745-9471-1CC43830440C}"/>
</file>

<file path=docProps/app.xml><?xml version="1.0" encoding="utf-8"?>
<Properties xmlns="http://schemas.openxmlformats.org/officeDocument/2006/extended-properties" xmlns:vt="http://schemas.openxmlformats.org/officeDocument/2006/docPropsVTypes">
  <TotalTime>1068</TotalTime>
  <Words>591</Words>
  <Application>Microsoft Office PowerPoint</Application>
  <PresentationFormat>Custom</PresentationFormat>
  <Paragraphs>83</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Borsok</vt:lpstr>
      <vt:lpstr>Cambria Math</vt:lpstr>
      <vt:lpstr>Monterchi Bold</vt:lpstr>
      <vt:lpstr>Bugaki</vt:lpstr>
      <vt:lpstr>Monterchi</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 Sets Theory Presentation</dc:title>
  <dc:creator>Joshua</dc:creator>
  <cp:lastModifiedBy>FAJARDO, JOSHUA S.</cp:lastModifiedBy>
  <cp:revision>7</cp:revision>
  <dcterms:created xsi:type="dcterms:W3CDTF">2006-08-16T00:00:00Z</dcterms:created>
  <dcterms:modified xsi:type="dcterms:W3CDTF">2026-07-14T04:01:02Z</dcterms:modified>
  <dc:identifier>DAHN2bCAxp0</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0x010100224AE54D3B7ABF4E94265188B1A3732A</vt:lpwstr>
  </property>
</Properties>
</file>