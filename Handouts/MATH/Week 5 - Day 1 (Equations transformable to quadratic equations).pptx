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5" r:id="rId4"/>
    <p:sldId id="294" r:id="rId5"/>
    <p:sldId id="289" r:id="rId6"/>
    <p:sldId id="302" r:id="rId7"/>
    <p:sldId id="311" r:id="rId8"/>
    <p:sldId id="312" r:id="rId9"/>
    <p:sldId id="313" r:id="rId10"/>
    <p:sldId id="315" r:id="rId11"/>
    <p:sldId id="303" r:id="rId12"/>
    <p:sldId id="304" r:id="rId13"/>
    <p:sldId id="298" r:id="rId14"/>
    <p:sldId id="281" r:id="rId15"/>
    <p:sldId id="262" r:id="rId16"/>
  </p:sldIdLst>
  <p:sldSz cx="18288000" cy="10287000"/>
  <p:notesSz cx="6858000" cy="9144000"/>
  <p:embeddedFontLst>
    <p:embeddedFont>
      <p:font typeface="Borsok" panose="02000503000000020002" charset="0"/>
      <p:regular r:id="rId17"/>
    </p:embeddedFont>
    <p:embeddedFont>
      <p:font typeface="Bugaki" panose="020B0604020202020204" charset="0"/>
      <p:regular r:id="rId18"/>
    </p:embeddedFont>
    <p:embeddedFont>
      <p:font typeface="Cambria Math" panose="02040503050406030204" pitchFamily="18" charset="0"/>
      <p:regular r:id="rId19"/>
    </p:embeddedFont>
    <p:embeddedFont>
      <p:font typeface="Monterchi" panose="020B0604020202020204" charset="0"/>
      <p:regular r:id="rId20"/>
    </p:embeddedFont>
    <p:embeddedFont>
      <p:font typeface="Monterchi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5659A0-1B2F-4B18-BBAE-EE3A8A0657DD}" v="329" dt="2026-07-23T15:04:50.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28" d="100"/>
          <a:sy n="28" d="100"/>
        </p:scale>
        <p:origin x="2242" y="11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 Id="rId30"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JARDO, JOSHUA S." userId="10ff038c-ae4c-47c6-aa47-eb9c2b1ee137" providerId="ADAL" clId="{A571E766-ECF9-4ACA-910F-E5F012930532}"/>
    <pc:docChg chg="undo custSel addSld delSld modSld sldOrd">
      <pc:chgData name="FAJARDO, JOSHUA S." userId="10ff038c-ae4c-47c6-aa47-eb9c2b1ee137" providerId="ADAL" clId="{A571E766-ECF9-4ACA-910F-E5F012930532}" dt="2026-07-23T15:04:50.225" v="981"/>
      <pc:docMkLst>
        <pc:docMk/>
      </pc:docMkLst>
      <pc:sldChg chg="modSp mod">
        <pc:chgData name="FAJARDO, JOSHUA S." userId="10ff038c-ae4c-47c6-aa47-eb9c2b1ee137" providerId="ADAL" clId="{A571E766-ECF9-4ACA-910F-E5F012930532}" dt="2026-07-23T14:16:34.525" v="9" actId="1076"/>
        <pc:sldMkLst>
          <pc:docMk/>
          <pc:sldMk cId="0" sldId="257"/>
        </pc:sldMkLst>
        <pc:spChg chg="mod">
          <ac:chgData name="FAJARDO, JOSHUA S." userId="10ff038c-ae4c-47c6-aa47-eb9c2b1ee137" providerId="ADAL" clId="{A571E766-ECF9-4ACA-910F-E5F012930532}" dt="2026-07-23T14:16:34.525" v="9" actId="1076"/>
          <ac:spMkLst>
            <pc:docMk/>
            <pc:sldMk cId="0" sldId="257"/>
            <ac:spMk id="13" creationId="{00000000-0000-0000-0000-000000000000}"/>
          </ac:spMkLst>
        </pc:spChg>
      </pc:sldChg>
      <pc:sldChg chg="modSp mod">
        <pc:chgData name="FAJARDO, JOSHUA S." userId="10ff038c-ae4c-47c6-aa47-eb9c2b1ee137" providerId="ADAL" clId="{A571E766-ECF9-4ACA-910F-E5F012930532}" dt="2026-07-23T14:55:30.322" v="915" actId="1076"/>
        <pc:sldMkLst>
          <pc:docMk/>
          <pc:sldMk cId="0" sldId="262"/>
        </pc:sldMkLst>
        <pc:spChg chg="mod">
          <ac:chgData name="FAJARDO, JOSHUA S." userId="10ff038c-ae4c-47c6-aa47-eb9c2b1ee137" providerId="ADAL" clId="{A571E766-ECF9-4ACA-910F-E5F012930532}" dt="2026-07-23T14:55:30.322" v="915" actId="1076"/>
          <ac:spMkLst>
            <pc:docMk/>
            <pc:sldMk cId="0" sldId="262"/>
            <ac:spMk id="10" creationId="{00000000-0000-0000-0000-000000000000}"/>
          </ac:spMkLst>
        </pc:spChg>
      </pc:sldChg>
      <pc:sldChg chg="modSp mod">
        <pc:chgData name="FAJARDO, JOSHUA S." userId="10ff038c-ae4c-47c6-aa47-eb9c2b1ee137" providerId="ADAL" clId="{A571E766-ECF9-4ACA-910F-E5F012930532}" dt="2026-07-23T14:16:45.529" v="31" actId="1076"/>
        <pc:sldMkLst>
          <pc:docMk/>
          <pc:sldMk cId="4165527585" sldId="275"/>
        </pc:sldMkLst>
        <pc:spChg chg="mod">
          <ac:chgData name="FAJARDO, JOSHUA S." userId="10ff038c-ae4c-47c6-aa47-eb9c2b1ee137" providerId="ADAL" clId="{A571E766-ECF9-4ACA-910F-E5F012930532}" dt="2026-07-23T14:16:45.529" v="31" actId="1076"/>
          <ac:spMkLst>
            <pc:docMk/>
            <pc:sldMk cId="4165527585" sldId="275"/>
            <ac:spMk id="12" creationId="{1505514E-67AB-4EB6-F513-6439266CD14B}"/>
          </ac:spMkLst>
        </pc:spChg>
      </pc:sldChg>
      <pc:sldChg chg="addSp modSp mod ord">
        <pc:chgData name="FAJARDO, JOSHUA S." userId="10ff038c-ae4c-47c6-aa47-eb9c2b1ee137" providerId="ADAL" clId="{A571E766-ECF9-4ACA-910F-E5F012930532}" dt="2026-07-23T14:54:56.285" v="908" actId="1076"/>
        <pc:sldMkLst>
          <pc:docMk/>
          <pc:sldMk cId="3839828529" sldId="281"/>
        </pc:sldMkLst>
        <pc:spChg chg="mod">
          <ac:chgData name="FAJARDO, JOSHUA S." userId="10ff038c-ae4c-47c6-aa47-eb9c2b1ee137" providerId="ADAL" clId="{A571E766-ECF9-4ACA-910F-E5F012930532}" dt="2026-07-23T14:54:56.285" v="908" actId="1076"/>
          <ac:spMkLst>
            <pc:docMk/>
            <pc:sldMk cId="3839828529" sldId="281"/>
            <ac:spMk id="11" creationId="{BB492340-B1E0-B36C-F919-A59CE5A4DBED}"/>
          </ac:spMkLst>
        </pc:spChg>
        <pc:spChg chg="add mod">
          <ac:chgData name="FAJARDO, JOSHUA S." userId="10ff038c-ae4c-47c6-aa47-eb9c2b1ee137" providerId="ADAL" clId="{A571E766-ECF9-4ACA-910F-E5F012930532}" dt="2026-07-23T14:54:53.010" v="907" actId="1076"/>
          <ac:spMkLst>
            <pc:docMk/>
            <pc:sldMk cId="3839828529" sldId="281"/>
            <ac:spMk id="13" creationId="{DED6BC67-2510-649C-3E75-D2DB847874C1}"/>
          </ac:spMkLst>
        </pc:spChg>
        <pc:spChg chg="mod">
          <ac:chgData name="FAJARDO, JOSHUA S." userId="10ff038c-ae4c-47c6-aa47-eb9c2b1ee137" providerId="ADAL" clId="{A571E766-ECF9-4ACA-910F-E5F012930532}" dt="2026-07-23T14:50:41.881" v="643" actId="20577"/>
          <ac:spMkLst>
            <pc:docMk/>
            <pc:sldMk cId="3839828529" sldId="281"/>
            <ac:spMk id="19" creationId="{EF743E79-1584-8205-92BE-415B8DDE5808}"/>
          </ac:spMkLst>
        </pc:spChg>
      </pc:sldChg>
      <pc:sldChg chg="modSp mod ord">
        <pc:chgData name="FAJARDO, JOSHUA S." userId="10ff038c-ae4c-47c6-aa47-eb9c2b1ee137" providerId="ADAL" clId="{A571E766-ECF9-4ACA-910F-E5F012930532}" dt="2026-07-23T14:20:06.950" v="215" actId="20577"/>
        <pc:sldMkLst>
          <pc:docMk/>
          <pc:sldMk cId="4256328002" sldId="289"/>
        </pc:sldMkLst>
        <pc:spChg chg="mod">
          <ac:chgData name="FAJARDO, JOSHUA S." userId="10ff038c-ae4c-47c6-aa47-eb9c2b1ee137" providerId="ADAL" clId="{A571E766-ECF9-4ACA-910F-E5F012930532}" dt="2026-07-23T14:19:55.065" v="207" actId="20577"/>
          <ac:spMkLst>
            <pc:docMk/>
            <pc:sldMk cId="4256328002" sldId="289"/>
            <ac:spMk id="12" creationId="{74D18DB6-E84B-8564-814B-4C3D4D301780}"/>
          </ac:spMkLst>
        </pc:spChg>
        <pc:spChg chg="mod">
          <ac:chgData name="FAJARDO, JOSHUA S." userId="10ff038c-ae4c-47c6-aa47-eb9c2b1ee137" providerId="ADAL" clId="{A571E766-ECF9-4ACA-910F-E5F012930532}" dt="2026-07-23T14:20:06.950" v="215" actId="20577"/>
          <ac:spMkLst>
            <pc:docMk/>
            <pc:sldMk cId="4256328002" sldId="289"/>
            <ac:spMk id="16" creationId="{53EF8D7F-A17E-FB9C-88D5-4B52F6F8832F}"/>
          </ac:spMkLst>
        </pc:spChg>
      </pc:sldChg>
      <pc:sldChg chg="del ord">
        <pc:chgData name="FAJARDO, JOSHUA S." userId="10ff038c-ae4c-47c6-aa47-eb9c2b1ee137" providerId="ADAL" clId="{A571E766-ECF9-4ACA-910F-E5F012930532}" dt="2026-07-23T14:55:01.485" v="909" actId="47"/>
        <pc:sldMkLst>
          <pc:docMk/>
          <pc:sldMk cId="926789465" sldId="291"/>
        </pc:sldMkLst>
      </pc:sldChg>
      <pc:sldChg chg="addSp modSp mod">
        <pc:chgData name="FAJARDO, JOSHUA S." userId="10ff038c-ae4c-47c6-aa47-eb9c2b1ee137" providerId="ADAL" clId="{A571E766-ECF9-4ACA-910F-E5F012930532}" dt="2026-07-23T14:19:11.671" v="156" actId="1076"/>
        <pc:sldMkLst>
          <pc:docMk/>
          <pc:sldMk cId="10279034" sldId="294"/>
        </pc:sldMkLst>
        <pc:spChg chg="mod">
          <ac:chgData name="FAJARDO, JOSHUA S." userId="10ff038c-ae4c-47c6-aa47-eb9c2b1ee137" providerId="ADAL" clId="{A571E766-ECF9-4ACA-910F-E5F012930532}" dt="2026-07-23T14:17:02.314" v="80" actId="20577"/>
          <ac:spMkLst>
            <pc:docMk/>
            <pc:sldMk cId="10279034" sldId="294"/>
            <ac:spMk id="11" creationId="{E0F46C32-F8E2-5E44-F0BA-6259FFA068CF}"/>
          </ac:spMkLst>
        </pc:spChg>
        <pc:spChg chg="mod">
          <ac:chgData name="FAJARDO, JOSHUA S." userId="10ff038c-ae4c-47c6-aa47-eb9c2b1ee137" providerId="ADAL" clId="{A571E766-ECF9-4ACA-910F-E5F012930532}" dt="2026-07-23T14:19:01.664" v="155" actId="255"/>
          <ac:spMkLst>
            <pc:docMk/>
            <pc:sldMk cId="10279034" sldId="294"/>
            <ac:spMk id="12" creationId="{510D0593-7EC4-AE58-4513-B7F796E00859}"/>
          </ac:spMkLst>
        </pc:spChg>
        <pc:spChg chg="add mod">
          <ac:chgData name="FAJARDO, JOSHUA S." userId="10ff038c-ae4c-47c6-aa47-eb9c2b1ee137" providerId="ADAL" clId="{A571E766-ECF9-4ACA-910F-E5F012930532}" dt="2026-07-23T14:19:11.671" v="156" actId="1076"/>
          <ac:spMkLst>
            <pc:docMk/>
            <pc:sldMk cId="10279034" sldId="294"/>
            <ac:spMk id="14" creationId="{ED3677C1-1BD3-AF58-2DDC-E1ABB3D49A52}"/>
          </ac:spMkLst>
        </pc:spChg>
        <pc:spChg chg="mod">
          <ac:chgData name="FAJARDO, JOSHUA S." userId="10ff038c-ae4c-47c6-aa47-eb9c2b1ee137" providerId="ADAL" clId="{A571E766-ECF9-4ACA-910F-E5F012930532}" dt="2026-07-23T14:17:34.554" v="136" actId="1076"/>
          <ac:spMkLst>
            <pc:docMk/>
            <pc:sldMk cId="10279034" sldId="294"/>
            <ac:spMk id="21" creationId="{867A055B-CA85-FE79-43F5-3062A2CC565D}"/>
          </ac:spMkLst>
        </pc:spChg>
        <pc:grpChg chg="mod">
          <ac:chgData name="FAJARDO, JOSHUA S." userId="10ff038c-ae4c-47c6-aa47-eb9c2b1ee137" providerId="ADAL" clId="{A571E766-ECF9-4ACA-910F-E5F012930532}" dt="2026-07-23T14:17:43.652" v="138" actId="14100"/>
          <ac:grpSpMkLst>
            <pc:docMk/>
            <pc:sldMk cId="10279034" sldId="294"/>
            <ac:grpSpMk id="5" creationId="{A4114F18-5AA0-48CE-6427-D1DCBD9E1A78}"/>
          </ac:grpSpMkLst>
        </pc:grpChg>
        <pc:grpChg chg="mod">
          <ac:chgData name="FAJARDO, JOSHUA S." userId="10ff038c-ae4c-47c6-aa47-eb9c2b1ee137" providerId="ADAL" clId="{A571E766-ECF9-4ACA-910F-E5F012930532}" dt="2026-07-23T14:17:09.117" v="81" actId="14100"/>
          <ac:grpSpMkLst>
            <pc:docMk/>
            <pc:sldMk cId="10279034" sldId="294"/>
            <ac:grpSpMk id="8" creationId="{B633A3A6-B9CC-C757-3BA5-CC38E7A1AA5A}"/>
          </ac:grpSpMkLst>
        </pc:grpChg>
      </pc:sldChg>
      <pc:sldChg chg="modSp mod ord">
        <pc:chgData name="FAJARDO, JOSHUA S." userId="10ff038c-ae4c-47c6-aa47-eb9c2b1ee137" providerId="ADAL" clId="{A571E766-ECF9-4ACA-910F-E5F012930532}" dt="2026-07-23T14:54:00.113" v="792" actId="11"/>
        <pc:sldMkLst>
          <pc:docMk/>
          <pc:sldMk cId="3098108881" sldId="298"/>
        </pc:sldMkLst>
        <pc:spChg chg="mod">
          <ac:chgData name="FAJARDO, JOSHUA S." userId="10ff038c-ae4c-47c6-aa47-eb9c2b1ee137" providerId="ADAL" clId="{A571E766-ECF9-4ACA-910F-E5F012930532}" dt="2026-07-23T14:51:13.896" v="649" actId="20577"/>
          <ac:spMkLst>
            <pc:docMk/>
            <pc:sldMk cId="3098108881" sldId="298"/>
            <ac:spMk id="11" creationId="{6A25089F-02D1-DBD0-7425-ADB278B373BD}"/>
          </ac:spMkLst>
        </pc:spChg>
        <pc:spChg chg="mod">
          <ac:chgData name="FAJARDO, JOSHUA S." userId="10ff038c-ae4c-47c6-aa47-eb9c2b1ee137" providerId="ADAL" clId="{A571E766-ECF9-4ACA-910F-E5F012930532}" dt="2026-07-23T14:54:00.113" v="792" actId="11"/>
          <ac:spMkLst>
            <pc:docMk/>
            <pc:sldMk cId="3098108881" sldId="298"/>
            <ac:spMk id="12" creationId="{3B57C04D-13CB-68AB-9FFA-116EA47585E0}"/>
          </ac:spMkLst>
        </pc:spChg>
      </pc:sldChg>
      <pc:sldChg chg="del">
        <pc:chgData name="FAJARDO, JOSHUA S." userId="10ff038c-ae4c-47c6-aa47-eb9c2b1ee137" providerId="ADAL" clId="{A571E766-ECF9-4ACA-910F-E5F012930532}" dt="2026-07-23T14:19:36.545" v="157" actId="47"/>
        <pc:sldMkLst>
          <pc:docMk/>
          <pc:sldMk cId="607307472" sldId="299"/>
        </pc:sldMkLst>
      </pc:sldChg>
      <pc:sldChg chg="del">
        <pc:chgData name="FAJARDO, JOSHUA S." userId="10ff038c-ae4c-47c6-aa47-eb9c2b1ee137" providerId="ADAL" clId="{A571E766-ECF9-4ACA-910F-E5F012930532}" dt="2026-07-23T14:19:37.210" v="158" actId="47"/>
        <pc:sldMkLst>
          <pc:docMk/>
          <pc:sldMk cId="3155793734" sldId="300"/>
        </pc:sldMkLst>
      </pc:sldChg>
      <pc:sldChg chg="del">
        <pc:chgData name="FAJARDO, JOSHUA S." userId="10ff038c-ae4c-47c6-aa47-eb9c2b1ee137" providerId="ADAL" clId="{A571E766-ECF9-4ACA-910F-E5F012930532}" dt="2026-07-23T14:19:37.719" v="159" actId="47"/>
        <pc:sldMkLst>
          <pc:docMk/>
          <pc:sldMk cId="2155350382" sldId="301"/>
        </pc:sldMkLst>
      </pc:sldChg>
      <pc:sldChg chg="delSp modSp mod delAnim">
        <pc:chgData name="FAJARDO, JOSHUA S." userId="10ff038c-ae4c-47c6-aa47-eb9c2b1ee137" providerId="ADAL" clId="{A571E766-ECF9-4ACA-910F-E5F012930532}" dt="2026-07-23T14:32:41.176" v="232" actId="1076"/>
        <pc:sldMkLst>
          <pc:docMk/>
          <pc:sldMk cId="3642031769" sldId="302"/>
        </pc:sldMkLst>
        <pc:spChg chg="del">
          <ac:chgData name="FAJARDO, JOSHUA S." userId="10ff038c-ae4c-47c6-aa47-eb9c2b1ee137" providerId="ADAL" clId="{A571E766-ECF9-4ACA-910F-E5F012930532}" dt="2026-07-23T14:32:03.796" v="216" actId="478"/>
          <ac:spMkLst>
            <pc:docMk/>
            <pc:sldMk cId="3642031769" sldId="302"/>
            <ac:spMk id="11" creationId="{5BA3255A-0712-4D2E-48CC-A90A5409A309}"/>
          </ac:spMkLst>
        </pc:spChg>
        <pc:spChg chg="mod">
          <ac:chgData name="FAJARDO, JOSHUA S." userId="10ff038c-ae4c-47c6-aa47-eb9c2b1ee137" providerId="ADAL" clId="{A571E766-ECF9-4ACA-910F-E5F012930532}" dt="2026-07-23T14:32:41.176" v="232" actId="1076"/>
          <ac:spMkLst>
            <pc:docMk/>
            <pc:sldMk cId="3642031769" sldId="302"/>
            <ac:spMk id="15" creationId="{06DD2D6E-3F4B-F3EC-6EB9-53BE7305E7F7}"/>
          </ac:spMkLst>
        </pc:spChg>
        <pc:spChg chg="del">
          <ac:chgData name="FAJARDO, JOSHUA S." userId="10ff038c-ae4c-47c6-aa47-eb9c2b1ee137" providerId="ADAL" clId="{A571E766-ECF9-4ACA-910F-E5F012930532}" dt="2026-07-23T14:32:16.713" v="218" actId="478"/>
          <ac:spMkLst>
            <pc:docMk/>
            <pc:sldMk cId="3642031769" sldId="302"/>
            <ac:spMk id="16" creationId="{8DB33DFD-98D4-A5E6-E792-416D8392DB96}"/>
          </ac:spMkLst>
        </pc:spChg>
        <pc:spChg chg="del">
          <ac:chgData name="FAJARDO, JOSHUA S." userId="10ff038c-ae4c-47c6-aa47-eb9c2b1ee137" providerId="ADAL" clId="{A571E766-ECF9-4ACA-910F-E5F012930532}" dt="2026-07-23T14:32:16.713" v="218" actId="478"/>
          <ac:spMkLst>
            <pc:docMk/>
            <pc:sldMk cId="3642031769" sldId="302"/>
            <ac:spMk id="18" creationId="{F820059A-C8B9-DB5F-E134-DDE05A384D52}"/>
          </ac:spMkLst>
        </pc:spChg>
        <pc:grpChg chg="del">
          <ac:chgData name="FAJARDO, JOSHUA S." userId="10ff038c-ae4c-47c6-aa47-eb9c2b1ee137" providerId="ADAL" clId="{A571E766-ECF9-4ACA-910F-E5F012930532}" dt="2026-07-23T14:32:05.403" v="217" actId="478"/>
          <ac:grpSpMkLst>
            <pc:docMk/>
            <pc:sldMk cId="3642031769" sldId="302"/>
            <ac:grpSpMk id="8" creationId="{96CFD5C5-E72D-9C8B-E4DA-4C9C8E8E2CC1}"/>
          </ac:grpSpMkLst>
        </pc:grpChg>
        <pc:cxnChg chg="del">
          <ac:chgData name="FAJARDO, JOSHUA S." userId="10ff038c-ae4c-47c6-aa47-eb9c2b1ee137" providerId="ADAL" clId="{A571E766-ECF9-4ACA-910F-E5F012930532}" dt="2026-07-23T14:32:20.425" v="219" actId="478"/>
          <ac:cxnSpMkLst>
            <pc:docMk/>
            <pc:sldMk cId="3642031769" sldId="302"/>
            <ac:cxnSpMk id="12" creationId="{6547257D-EF7B-9DB9-6E1F-197231F63A04}"/>
          </ac:cxnSpMkLst>
        </pc:cxnChg>
        <pc:cxnChg chg="del">
          <ac:chgData name="FAJARDO, JOSHUA S." userId="10ff038c-ae4c-47c6-aa47-eb9c2b1ee137" providerId="ADAL" clId="{A571E766-ECF9-4ACA-910F-E5F012930532}" dt="2026-07-23T14:32:20.425" v="219" actId="478"/>
          <ac:cxnSpMkLst>
            <pc:docMk/>
            <pc:sldMk cId="3642031769" sldId="302"/>
            <ac:cxnSpMk id="17" creationId="{B42B7CE7-BDFC-C705-92A4-04BF847E705A}"/>
          </ac:cxnSpMkLst>
        </pc:cxnChg>
        <pc:cxnChg chg="del">
          <ac:chgData name="FAJARDO, JOSHUA S." userId="10ff038c-ae4c-47c6-aa47-eb9c2b1ee137" providerId="ADAL" clId="{A571E766-ECF9-4ACA-910F-E5F012930532}" dt="2026-07-23T14:32:16.713" v="218" actId="478"/>
          <ac:cxnSpMkLst>
            <pc:docMk/>
            <pc:sldMk cId="3642031769" sldId="302"/>
            <ac:cxnSpMk id="20" creationId="{ED384655-DCD7-BFF3-0599-E9C397163608}"/>
          </ac:cxnSpMkLst>
        </pc:cxnChg>
        <pc:cxnChg chg="del">
          <ac:chgData name="FAJARDO, JOSHUA S." userId="10ff038c-ae4c-47c6-aa47-eb9c2b1ee137" providerId="ADAL" clId="{A571E766-ECF9-4ACA-910F-E5F012930532}" dt="2026-07-23T14:32:16.713" v="218" actId="478"/>
          <ac:cxnSpMkLst>
            <pc:docMk/>
            <pc:sldMk cId="3642031769" sldId="302"/>
            <ac:cxnSpMk id="24" creationId="{0F2833A8-C25D-1A7A-8CCA-7A5E1EF218DF}"/>
          </ac:cxnSpMkLst>
        </pc:cxnChg>
      </pc:sldChg>
      <pc:sldChg chg="addSp delSp modSp mod delAnim">
        <pc:chgData name="FAJARDO, JOSHUA S." userId="10ff038c-ae4c-47c6-aa47-eb9c2b1ee137" providerId="ADAL" clId="{A571E766-ECF9-4ACA-910F-E5F012930532}" dt="2026-07-23T14:53:04.697" v="786" actId="1076"/>
        <pc:sldMkLst>
          <pc:docMk/>
          <pc:sldMk cId="1234923678" sldId="303"/>
        </pc:sldMkLst>
        <pc:spChg chg="mod">
          <ac:chgData name="FAJARDO, JOSHUA S." userId="10ff038c-ae4c-47c6-aa47-eb9c2b1ee137" providerId="ADAL" clId="{A571E766-ECF9-4ACA-910F-E5F012930532}" dt="2026-07-23T14:47:01.263" v="495" actId="20577"/>
          <ac:spMkLst>
            <pc:docMk/>
            <pc:sldMk cId="1234923678" sldId="303"/>
            <ac:spMk id="11" creationId="{4C7C9407-EF15-32BE-A775-4469F3EC9921}"/>
          </ac:spMkLst>
        </pc:spChg>
        <pc:spChg chg="del mod">
          <ac:chgData name="FAJARDO, JOSHUA S." userId="10ff038c-ae4c-47c6-aa47-eb9c2b1ee137" providerId="ADAL" clId="{A571E766-ECF9-4ACA-910F-E5F012930532}" dt="2026-07-23T14:47:56.069" v="523" actId="478"/>
          <ac:spMkLst>
            <pc:docMk/>
            <pc:sldMk cId="1234923678" sldId="303"/>
            <ac:spMk id="13" creationId="{A609EACE-76AA-83C1-4E22-657197C5E5E2}"/>
          </ac:spMkLst>
        </pc:spChg>
        <pc:spChg chg="del">
          <ac:chgData name="FAJARDO, JOSHUA S." userId="10ff038c-ae4c-47c6-aa47-eb9c2b1ee137" providerId="ADAL" clId="{A571E766-ECF9-4ACA-910F-E5F012930532}" dt="2026-07-23T14:47:48.403" v="520" actId="478"/>
          <ac:spMkLst>
            <pc:docMk/>
            <pc:sldMk cId="1234923678" sldId="303"/>
            <ac:spMk id="15" creationId="{58B9453C-2059-9C95-A58B-FA6AFC85EB0A}"/>
          </ac:spMkLst>
        </pc:spChg>
        <pc:spChg chg="mod">
          <ac:chgData name="FAJARDO, JOSHUA S." userId="10ff038c-ae4c-47c6-aa47-eb9c2b1ee137" providerId="ADAL" clId="{A571E766-ECF9-4ACA-910F-E5F012930532}" dt="2026-07-23T14:52:57.265" v="784" actId="113"/>
          <ac:spMkLst>
            <pc:docMk/>
            <pc:sldMk cId="1234923678" sldId="303"/>
            <ac:spMk id="16" creationId="{630204F5-A587-8E2C-4F20-12F6E6589CF8}"/>
          </ac:spMkLst>
        </pc:spChg>
        <pc:spChg chg="del mod">
          <ac:chgData name="FAJARDO, JOSHUA S." userId="10ff038c-ae4c-47c6-aa47-eb9c2b1ee137" providerId="ADAL" clId="{A571E766-ECF9-4ACA-910F-E5F012930532}" dt="2026-07-23T14:47:40.761" v="516" actId="478"/>
          <ac:spMkLst>
            <pc:docMk/>
            <pc:sldMk cId="1234923678" sldId="303"/>
            <ac:spMk id="18" creationId="{DB7FEBF4-2B11-4EA7-8806-202F5172FAC3}"/>
          </ac:spMkLst>
        </pc:spChg>
        <pc:spChg chg="add mod">
          <ac:chgData name="FAJARDO, JOSHUA S." userId="10ff038c-ae4c-47c6-aa47-eb9c2b1ee137" providerId="ADAL" clId="{A571E766-ECF9-4ACA-910F-E5F012930532}" dt="2026-07-23T14:53:04.697" v="786" actId="1076"/>
          <ac:spMkLst>
            <pc:docMk/>
            <pc:sldMk cId="1234923678" sldId="303"/>
            <ac:spMk id="19" creationId="{E8B9477A-BB17-0E79-4D79-A6504EDE2B54}"/>
          </ac:spMkLst>
        </pc:spChg>
        <pc:spChg chg="del">
          <ac:chgData name="FAJARDO, JOSHUA S." userId="10ff038c-ae4c-47c6-aa47-eb9c2b1ee137" providerId="ADAL" clId="{A571E766-ECF9-4ACA-910F-E5F012930532}" dt="2026-07-23T14:47:50.421" v="521" actId="478"/>
          <ac:spMkLst>
            <pc:docMk/>
            <pc:sldMk cId="1234923678" sldId="303"/>
            <ac:spMk id="22" creationId="{A44D93F1-A63F-2FAA-B092-F4CD5A0C8F44}"/>
          </ac:spMkLst>
        </pc:spChg>
        <pc:spChg chg="del">
          <ac:chgData name="FAJARDO, JOSHUA S." userId="10ff038c-ae4c-47c6-aa47-eb9c2b1ee137" providerId="ADAL" clId="{A571E766-ECF9-4ACA-910F-E5F012930532}" dt="2026-07-23T14:48:00.275" v="526" actId="478"/>
          <ac:spMkLst>
            <pc:docMk/>
            <pc:sldMk cId="1234923678" sldId="303"/>
            <ac:spMk id="23" creationId="{ABA73398-0A8F-DE4B-212C-72E32A36A51F}"/>
          </ac:spMkLst>
        </pc:spChg>
        <pc:grpChg chg="add del">
          <ac:chgData name="FAJARDO, JOSHUA S." userId="10ff038c-ae4c-47c6-aa47-eb9c2b1ee137" providerId="ADAL" clId="{A571E766-ECF9-4ACA-910F-E5F012930532}" dt="2026-07-23T14:47:58.383" v="525" actId="478"/>
          <ac:grpSpMkLst>
            <pc:docMk/>
            <pc:sldMk cId="1234923678" sldId="303"/>
            <ac:grpSpMk id="5" creationId="{4FECCD18-C62F-07C4-20B2-80BCCD387A8C}"/>
          </ac:grpSpMkLst>
        </pc:grpChg>
        <pc:grpChg chg="mod">
          <ac:chgData name="FAJARDO, JOSHUA S." userId="10ff038c-ae4c-47c6-aa47-eb9c2b1ee137" providerId="ADAL" clId="{A571E766-ECF9-4ACA-910F-E5F012930532}" dt="2026-07-23T14:47:10.186" v="496" actId="14100"/>
          <ac:grpSpMkLst>
            <pc:docMk/>
            <pc:sldMk cId="1234923678" sldId="303"/>
            <ac:grpSpMk id="8" creationId="{AE195569-0652-3150-3D50-6FBBAF6EE30F}"/>
          </ac:grpSpMkLst>
        </pc:grpChg>
        <pc:cxnChg chg="del">
          <ac:chgData name="FAJARDO, JOSHUA S." userId="10ff038c-ae4c-47c6-aa47-eb9c2b1ee137" providerId="ADAL" clId="{A571E766-ECF9-4ACA-910F-E5F012930532}" dt="2026-07-23T14:47:45.995" v="519" actId="478"/>
          <ac:cxnSpMkLst>
            <pc:docMk/>
            <pc:sldMk cId="1234923678" sldId="303"/>
            <ac:cxnSpMk id="12" creationId="{0668A080-426E-6F11-93FF-DE3DCA8BE6B2}"/>
          </ac:cxnSpMkLst>
        </pc:cxnChg>
        <pc:cxnChg chg="del">
          <ac:chgData name="FAJARDO, JOSHUA S." userId="10ff038c-ae4c-47c6-aa47-eb9c2b1ee137" providerId="ADAL" clId="{A571E766-ECF9-4ACA-910F-E5F012930532}" dt="2026-07-23T14:47:44.115" v="518" actId="478"/>
          <ac:cxnSpMkLst>
            <pc:docMk/>
            <pc:sldMk cId="1234923678" sldId="303"/>
            <ac:cxnSpMk id="17" creationId="{417DE53C-F01A-7445-3ECC-4C9B0CA1E562}"/>
          </ac:cxnSpMkLst>
        </pc:cxnChg>
        <pc:cxnChg chg="del">
          <ac:chgData name="FAJARDO, JOSHUA S." userId="10ff038c-ae4c-47c6-aa47-eb9c2b1ee137" providerId="ADAL" clId="{A571E766-ECF9-4ACA-910F-E5F012930532}" dt="2026-07-23T14:47:42.089" v="517" actId="478"/>
          <ac:cxnSpMkLst>
            <pc:docMk/>
            <pc:sldMk cId="1234923678" sldId="303"/>
            <ac:cxnSpMk id="20" creationId="{7425D9B2-4097-833E-2974-C00D5A3789F7}"/>
          </ac:cxnSpMkLst>
        </pc:cxnChg>
        <pc:cxnChg chg="del">
          <ac:chgData name="FAJARDO, JOSHUA S." userId="10ff038c-ae4c-47c6-aa47-eb9c2b1ee137" providerId="ADAL" clId="{A571E766-ECF9-4ACA-910F-E5F012930532}" dt="2026-07-23T14:47:38.126" v="514" actId="478"/>
          <ac:cxnSpMkLst>
            <pc:docMk/>
            <pc:sldMk cId="1234923678" sldId="303"/>
            <ac:cxnSpMk id="24" creationId="{0A9B65F3-3691-49A4-0926-47067C09DB13}"/>
          </ac:cxnSpMkLst>
        </pc:cxnChg>
      </pc:sldChg>
      <pc:sldChg chg="addSp delSp modSp mod delAnim">
        <pc:chgData name="FAJARDO, JOSHUA S." userId="10ff038c-ae4c-47c6-aa47-eb9c2b1ee137" providerId="ADAL" clId="{A571E766-ECF9-4ACA-910F-E5F012930532}" dt="2026-07-23T14:52:52.636" v="783" actId="1076"/>
        <pc:sldMkLst>
          <pc:docMk/>
          <pc:sldMk cId="120480667" sldId="304"/>
        </pc:sldMkLst>
        <pc:spChg chg="mod">
          <ac:chgData name="FAJARDO, JOSHUA S." userId="10ff038c-ae4c-47c6-aa47-eb9c2b1ee137" providerId="ADAL" clId="{A571E766-ECF9-4ACA-910F-E5F012930532}" dt="2026-07-23T14:48:23.037" v="555" actId="20577"/>
          <ac:spMkLst>
            <pc:docMk/>
            <pc:sldMk cId="120480667" sldId="304"/>
            <ac:spMk id="11" creationId="{F9AA2F5E-2137-5EB2-F9AE-6E0EC34D4970}"/>
          </ac:spMkLst>
        </pc:spChg>
        <pc:spChg chg="del">
          <ac:chgData name="FAJARDO, JOSHUA S." userId="10ff038c-ae4c-47c6-aa47-eb9c2b1ee137" providerId="ADAL" clId="{A571E766-ECF9-4ACA-910F-E5F012930532}" dt="2026-07-23T14:48:31.183" v="556" actId="478"/>
          <ac:spMkLst>
            <pc:docMk/>
            <pc:sldMk cId="120480667" sldId="304"/>
            <ac:spMk id="13" creationId="{1041E5AF-D14F-6FFA-D8D5-8A7769077BE4}"/>
          </ac:spMkLst>
        </pc:spChg>
        <pc:spChg chg="del">
          <ac:chgData name="FAJARDO, JOSHUA S." userId="10ff038c-ae4c-47c6-aa47-eb9c2b1ee137" providerId="ADAL" clId="{A571E766-ECF9-4ACA-910F-E5F012930532}" dt="2026-07-23T14:48:31.183" v="556" actId="478"/>
          <ac:spMkLst>
            <pc:docMk/>
            <pc:sldMk cId="120480667" sldId="304"/>
            <ac:spMk id="14" creationId="{21D80EC5-85D4-56BF-EE59-3EF5237FBF93}"/>
          </ac:spMkLst>
        </pc:spChg>
        <pc:spChg chg="add mod">
          <ac:chgData name="FAJARDO, JOSHUA S." userId="10ff038c-ae4c-47c6-aa47-eb9c2b1ee137" providerId="ADAL" clId="{A571E766-ECF9-4ACA-910F-E5F012930532}" dt="2026-07-23T14:52:52.636" v="783" actId="1076"/>
          <ac:spMkLst>
            <pc:docMk/>
            <pc:sldMk cId="120480667" sldId="304"/>
            <ac:spMk id="15" creationId="{CF06D88C-D9A9-1A1C-B3F6-BE4D0A4CF25B}"/>
          </ac:spMkLst>
        </pc:spChg>
        <pc:spChg chg="del">
          <ac:chgData name="FAJARDO, JOSHUA S." userId="10ff038c-ae4c-47c6-aa47-eb9c2b1ee137" providerId="ADAL" clId="{A571E766-ECF9-4ACA-910F-E5F012930532}" dt="2026-07-23T14:48:31.183" v="556" actId="478"/>
          <ac:spMkLst>
            <pc:docMk/>
            <pc:sldMk cId="120480667" sldId="304"/>
            <ac:spMk id="16" creationId="{48CF1B67-7814-F47E-0A03-7B9A55207068}"/>
          </ac:spMkLst>
        </pc:spChg>
        <pc:spChg chg="del">
          <ac:chgData name="FAJARDO, JOSHUA S." userId="10ff038c-ae4c-47c6-aa47-eb9c2b1ee137" providerId="ADAL" clId="{A571E766-ECF9-4ACA-910F-E5F012930532}" dt="2026-07-23T14:48:34.899" v="557" actId="478"/>
          <ac:spMkLst>
            <pc:docMk/>
            <pc:sldMk cId="120480667" sldId="304"/>
            <ac:spMk id="18" creationId="{AC7EA8F4-3534-CE19-BB89-9ECA82053E75}"/>
          </ac:spMkLst>
        </pc:spChg>
      </pc:sldChg>
      <pc:sldChg chg="del">
        <pc:chgData name="FAJARDO, JOSHUA S." userId="10ff038c-ae4c-47c6-aa47-eb9c2b1ee137" providerId="ADAL" clId="{A571E766-ECF9-4ACA-910F-E5F012930532}" dt="2026-07-23T14:49:19.719" v="611" actId="47"/>
        <pc:sldMkLst>
          <pc:docMk/>
          <pc:sldMk cId="2401178390" sldId="305"/>
        </pc:sldMkLst>
      </pc:sldChg>
      <pc:sldChg chg="del">
        <pc:chgData name="FAJARDO, JOSHUA S." userId="10ff038c-ae4c-47c6-aa47-eb9c2b1ee137" providerId="ADAL" clId="{A571E766-ECF9-4ACA-910F-E5F012930532}" dt="2026-07-23T14:49:20.803" v="612" actId="47"/>
        <pc:sldMkLst>
          <pc:docMk/>
          <pc:sldMk cId="427894903" sldId="306"/>
        </pc:sldMkLst>
      </pc:sldChg>
      <pc:sldChg chg="del">
        <pc:chgData name="FAJARDO, JOSHUA S." userId="10ff038c-ae4c-47c6-aa47-eb9c2b1ee137" providerId="ADAL" clId="{A571E766-ECF9-4ACA-910F-E5F012930532}" dt="2026-07-23T14:49:21.949" v="613" actId="47"/>
        <pc:sldMkLst>
          <pc:docMk/>
          <pc:sldMk cId="2651283110" sldId="307"/>
        </pc:sldMkLst>
      </pc:sldChg>
      <pc:sldChg chg="del">
        <pc:chgData name="FAJARDO, JOSHUA S." userId="10ff038c-ae4c-47c6-aa47-eb9c2b1ee137" providerId="ADAL" clId="{A571E766-ECF9-4ACA-910F-E5F012930532}" dt="2026-07-23T14:49:22.913" v="614" actId="47"/>
        <pc:sldMkLst>
          <pc:docMk/>
          <pc:sldMk cId="3513666795" sldId="308"/>
        </pc:sldMkLst>
      </pc:sldChg>
      <pc:sldChg chg="del">
        <pc:chgData name="FAJARDO, JOSHUA S." userId="10ff038c-ae4c-47c6-aa47-eb9c2b1ee137" providerId="ADAL" clId="{A571E766-ECF9-4ACA-910F-E5F012930532}" dt="2026-07-23T14:49:24.103" v="615" actId="47"/>
        <pc:sldMkLst>
          <pc:docMk/>
          <pc:sldMk cId="4137944461" sldId="309"/>
        </pc:sldMkLst>
      </pc:sldChg>
      <pc:sldChg chg="del">
        <pc:chgData name="FAJARDO, JOSHUA S." userId="10ff038c-ae4c-47c6-aa47-eb9c2b1ee137" providerId="ADAL" clId="{A571E766-ECF9-4ACA-910F-E5F012930532}" dt="2026-07-23T14:49:57.153" v="618" actId="47"/>
        <pc:sldMkLst>
          <pc:docMk/>
          <pc:sldMk cId="219180333" sldId="310"/>
        </pc:sldMkLst>
      </pc:sldChg>
      <pc:sldChg chg="addSp modSp add mod modAnim">
        <pc:chgData name="FAJARDO, JOSHUA S." userId="10ff038c-ae4c-47c6-aa47-eb9c2b1ee137" providerId="ADAL" clId="{A571E766-ECF9-4ACA-910F-E5F012930532}" dt="2026-07-23T14:58:02.154" v="939" actId="1076"/>
        <pc:sldMkLst>
          <pc:docMk/>
          <pc:sldMk cId="4104525980" sldId="311"/>
        </pc:sldMkLst>
        <pc:spChg chg="add mod">
          <ac:chgData name="FAJARDO, JOSHUA S." userId="10ff038c-ae4c-47c6-aa47-eb9c2b1ee137" providerId="ADAL" clId="{A571E766-ECF9-4ACA-910F-E5F012930532}" dt="2026-07-23T14:34:11.848" v="242" actId="1076"/>
          <ac:spMkLst>
            <pc:docMk/>
            <pc:sldMk cId="4104525980" sldId="311"/>
            <ac:spMk id="8" creationId="{D286906E-AEE9-22DB-D36A-AC4A2A930B9C}"/>
          </ac:spMkLst>
        </pc:spChg>
        <pc:spChg chg="add mod">
          <ac:chgData name="FAJARDO, JOSHUA S." userId="10ff038c-ae4c-47c6-aa47-eb9c2b1ee137" providerId="ADAL" clId="{A571E766-ECF9-4ACA-910F-E5F012930532}" dt="2026-07-23T14:34:11.848" v="242" actId="1076"/>
          <ac:spMkLst>
            <pc:docMk/>
            <pc:sldMk cId="4104525980" sldId="311"/>
            <ac:spMk id="10" creationId="{7F5312DB-0F5D-9D89-40F7-ED7500971631}"/>
          </ac:spMkLst>
        </pc:spChg>
        <pc:spChg chg="add mod">
          <ac:chgData name="FAJARDO, JOSHUA S." userId="10ff038c-ae4c-47c6-aa47-eb9c2b1ee137" providerId="ADAL" clId="{A571E766-ECF9-4ACA-910F-E5F012930532}" dt="2026-07-23T14:34:28.053" v="249" actId="14100"/>
          <ac:spMkLst>
            <pc:docMk/>
            <pc:sldMk cId="4104525980" sldId="311"/>
            <ac:spMk id="12" creationId="{58682B8D-98CC-9BB0-0FE9-231E67EDCA1A}"/>
          </ac:spMkLst>
        </pc:spChg>
        <pc:spChg chg="add mod">
          <ac:chgData name="FAJARDO, JOSHUA S." userId="10ff038c-ae4c-47c6-aa47-eb9c2b1ee137" providerId="ADAL" clId="{A571E766-ECF9-4ACA-910F-E5F012930532}" dt="2026-07-23T14:34:47.197" v="257" actId="1076"/>
          <ac:spMkLst>
            <pc:docMk/>
            <pc:sldMk cId="4104525980" sldId="311"/>
            <ac:spMk id="14" creationId="{DF4161AA-5E40-E064-54F1-23434DA828CD}"/>
          </ac:spMkLst>
        </pc:spChg>
        <pc:spChg chg="mod">
          <ac:chgData name="FAJARDO, JOSHUA S." userId="10ff038c-ae4c-47c6-aa47-eb9c2b1ee137" providerId="ADAL" clId="{A571E766-ECF9-4ACA-910F-E5F012930532}" dt="2026-07-23T14:34:11.848" v="242" actId="1076"/>
          <ac:spMkLst>
            <pc:docMk/>
            <pc:sldMk cId="4104525980" sldId="311"/>
            <ac:spMk id="15" creationId="{D10E1BDE-469C-48E1-CE00-5AEA72A0CC3F}"/>
          </ac:spMkLst>
        </pc:spChg>
        <pc:spChg chg="add mod">
          <ac:chgData name="FAJARDO, JOSHUA S." userId="10ff038c-ae4c-47c6-aa47-eb9c2b1ee137" providerId="ADAL" clId="{A571E766-ECF9-4ACA-910F-E5F012930532}" dt="2026-07-23T14:34:57.821" v="262" actId="20577"/>
          <ac:spMkLst>
            <pc:docMk/>
            <pc:sldMk cId="4104525980" sldId="311"/>
            <ac:spMk id="17" creationId="{C8AD95EE-3798-2EB8-8E0A-A2763B6E08DD}"/>
          </ac:spMkLst>
        </pc:spChg>
        <pc:spChg chg="add mod">
          <ac:chgData name="FAJARDO, JOSHUA S." userId="10ff038c-ae4c-47c6-aa47-eb9c2b1ee137" providerId="ADAL" clId="{A571E766-ECF9-4ACA-910F-E5F012930532}" dt="2026-07-23T14:57:58.130" v="938" actId="1076"/>
          <ac:spMkLst>
            <pc:docMk/>
            <pc:sldMk cId="4104525980" sldId="311"/>
            <ac:spMk id="18" creationId="{7266FD0C-9834-D521-838F-D9E2A7529267}"/>
          </ac:spMkLst>
        </pc:spChg>
        <pc:spChg chg="add mod">
          <ac:chgData name="FAJARDO, JOSHUA S." userId="10ff038c-ae4c-47c6-aa47-eb9c2b1ee137" providerId="ADAL" clId="{A571E766-ECF9-4ACA-910F-E5F012930532}" dt="2026-07-23T14:57:54.586" v="937" actId="1076"/>
          <ac:spMkLst>
            <pc:docMk/>
            <pc:sldMk cId="4104525980" sldId="311"/>
            <ac:spMk id="19" creationId="{5B1EDD2A-BBB9-1E64-3174-36F44BD461BC}"/>
          </ac:spMkLst>
        </pc:spChg>
        <pc:spChg chg="add mod">
          <ac:chgData name="FAJARDO, JOSHUA S." userId="10ff038c-ae4c-47c6-aa47-eb9c2b1ee137" providerId="ADAL" clId="{A571E766-ECF9-4ACA-910F-E5F012930532}" dt="2026-07-23T14:58:02.154" v="939" actId="1076"/>
          <ac:spMkLst>
            <pc:docMk/>
            <pc:sldMk cId="4104525980" sldId="311"/>
            <ac:spMk id="20" creationId="{5EC2E541-87D2-50EA-A69D-E05FCE6A64EA}"/>
          </ac:spMkLst>
        </pc:spChg>
      </pc:sldChg>
      <pc:sldChg chg="addSp modSp add mod modAnim">
        <pc:chgData name="FAJARDO, JOSHUA S." userId="10ff038c-ae4c-47c6-aa47-eb9c2b1ee137" providerId="ADAL" clId="{A571E766-ECF9-4ACA-910F-E5F012930532}" dt="2026-07-23T14:58:47.235" v="941"/>
        <pc:sldMkLst>
          <pc:docMk/>
          <pc:sldMk cId="2189819222" sldId="312"/>
        </pc:sldMkLst>
        <pc:spChg chg="mod">
          <ac:chgData name="FAJARDO, JOSHUA S." userId="10ff038c-ae4c-47c6-aa47-eb9c2b1ee137" providerId="ADAL" clId="{A571E766-ECF9-4ACA-910F-E5F012930532}" dt="2026-07-23T14:35:43.332" v="269" actId="1076"/>
          <ac:spMkLst>
            <pc:docMk/>
            <pc:sldMk cId="2189819222" sldId="312"/>
            <ac:spMk id="8" creationId="{FFA20C8A-4F94-2881-CE5E-7CB07C9E2302}"/>
          </ac:spMkLst>
        </pc:spChg>
        <pc:spChg chg="mod">
          <ac:chgData name="FAJARDO, JOSHUA S." userId="10ff038c-ae4c-47c6-aa47-eb9c2b1ee137" providerId="ADAL" clId="{A571E766-ECF9-4ACA-910F-E5F012930532}" dt="2026-07-23T14:35:43.332" v="269" actId="1076"/>
          <ac:spMkLst>
            <pc:docMk/>
            <pc:sldMk cId="2189819222" sldId="312"/>
            <ac:spMk id="10" creationId="{620895ED-30E4-1E72-26D2-CF40E81E90C3}"/>
          </ac:spMkLst>
        </pc:spChg>
        <pc:spChg chg="add mod">
          <ac:chgData name="FAJARDO, JOSHUA S." userId="10ff038c-ae4c-47c6-aa47-eb9c2b1ee137" providerId="ADAL" clId="{A571E766-ECF9-4ACA-910F-E5F012930532}" dt="2026-07-23T14:58:37.855" v="940" actId="207"/>
          <ac:spMkLst>
            <pc:docMk/>
            <pc:sldMk cId="2189819222" sldId="312"/>
            <ac:spMk id="11" creationId="{1CFDE58A-4503-229F-946E-93BA4F0041E7}"/>
          </ac:spMkLst>
        </pc:spChg>
        <pc:spChg chg="mod">
          <ac:chgData name="FAJARDO, JOSHUA S." userId="10ff038c-ae4c-47c6-aa47-eb9c2b1ee137" providerId="ADAL" clId="{A571E766-ECF9-4ACA-910F-E5F012930532}" dt="2026-07-23T14:36:04.487" v="270" actId="1076"/>
          <ac:spMkLst>
            <pc:docMk/>
            <pc:sldMk cId="2189819222" sldId="312"/>
            <ac:spMk id="12" creationId="{D600F1E0-4A46-B903-829C-8CE7A1555C5B}"/>
          </ac:spMkLst>
        </pc:spChg>
        <pc:spChg chg="mod">
          <ac:chgData name="FAJARDO, JOSHUA S." userId="10ff038c-ae4c-47c6-aa47-eb9c2b1ee137" providerId="ADAL" clId="{A571E766-ECF9-4ACA-910F-E5F012930532}" dt="2026-07-23T14:36:04.487" v="270" actId="1076"/>
          <ac:spMkLst>
            <pc:docMk/>
            <pc:sldMk cId="2189819222" sldId="312"/>
            <ac:spMk id="14" creationId="{093BCB3C-C001-F069-83EE-C98F65F2A053}"/>
          </ac:spMkLst>
        </pc:spChg>
        <pc:spChg chg="mod">
          <ac:chgData name="FAJARDO, JOSHUA S." userId="10ff038c-ae4c-47c6-aa47-eb9c2b1ee137" providerId="ADAL" clId="{A571E766-ECF9-4ACA-910F-E5F012930532}" dt="2026-07-23T14:35:43.332" v="269" actId="1076"/>
          <ac:spMkLst>
            <pc:docMk/>
            <pc:sldMk cId="2189819222" sldId="312"/>
            <ac:spMk id="15" creationId="{413D9A94-8137-9AD8-38D5-647395ED1336}"/>
          </ac:spMkLst>
        </pc:spChg>
        <pc:spChg chg="add mod">
          <ac:chgData name="FAJARDO, JOSHUA S." userId="10ff038c-ae4c-47c6-aa47-eb9c2b1ee137" providerId="ADAL" clId="{A571E766-ECF9-4ACA-910F-E5F012930532}" dt="2026-07-23T14:37:14.543" v="285" actId="1076"/>
          <ac:spMkLst>
            <pc:docMk/>
            <pc:sldMk cId="2189819222" sldId="312"/>
            <ac:spMk id="16" creationId="{4F847161-FB21-D029-F06E-19D543745264}"/>
          </ac:spMkLst>
        </pc:spChg>
        <pc:spChg chg="mod">
          <ac:chgData name="FAJARDO, JOSHUA S." userId="10ff038c-ae4c-47c6-aa47-eb9c2b1ee137" providerId="ADAL" clId="{A571E766-ECF9-4ACA-910F-E5F012930532}" dt="2026-07-23T14:36:04.487" v="270" actId="1076"/>
          <ac:spMkLst>
            <pc:docMk/>
            <pc:sldMk cId="2189819222" sldId="312"/>
            <ac:spMk id="17" creationId="{259EA58A-2E25-AB9B-782A-082058197D20}"/>
          </ac:spMkLst>
        </pc:spChg>
        <pc:spChg chg="add mod">
          <ac:chgData name="FAJARDO, JOSHUA S." userId="10ff038c-ae4c-47c6-aa47-eb9c2b1ee137" providerId="ADAL" clId="{A571E766-ECF9-4ACA-910F-E5F012930532}" dt="2026-07-23T14:37:14.543" v="285" actId="1076"/>
          <ac:spMkLst>
            <pc:docMk/>
            <pc:sldMk cId="2189819222" sldId="312"/>
            <ac:spMk id="19" creationId="{DA65D003-152E-B3B3-7D71-10136D90FCCD}"/>
          </ac:spMkLst>
        </pc:spChg>
        <pc:spChg chg="mod">
          <ac:chgData name="FAJARDO, JOSHUA S." userId="10ff038c-ae4c-47c6-aa47-eb9c2b1ee137" providerId="ADAL" clId="{A571E766-ECF9-4ACA-910F-E5F012930532}" dt="2026-07-23T14:35:29.658" v="268" actId="1076"/>
          <ac:spMkLst>
            <pc:docMk/>
            <pc:sldMk cId="2189819222" sldId="312"/>
            <ac:spMk id="21" creationId="{0AB315DD-5234-A989-4192-AF5DBC3BE02B}"/>
          </ac:spMkLst>
        </pc:spChg>
        <pc:spChg chg="add mod">
          <ac:chgData name="FAJARDO, JOSHUA S." userId="10ff038c-ae4c-47c6-aa47-eb9c2b1ee137" providerId="ADAL" clId="{A571E766-ECF9-4ACA-910F-E5F012930532}" dt="2026-07-23T14:37:14.543" v="285" actId="1076"/>
          <ac:spMkLst>
            <pc:docMk/>
            <pc:sldMk cId="2189819222" sldId="312"/>
            <ac:spMk id="22" creationId="{262194D1-A0E4-8320-2520-0F05B3D8783D}"/>
          </ac:spMkLst>
        </pc:spChg>
        <pc:spChg chg="add mod">
          <ac:chgData name="FAJARDO, JOSHUA S." userId="10ff038c-ae4c-47c6-aa47-eb9c2b1ee137" providerId="ADAL" clId="{A571E766-ECF9-4ACA-910F-E5F012930532}" dt="2026-07-23T14:58:37.855" v="940" actId="207"/>
          <ac:spMkLst>
            <pc:docMk/>
            <pc:sldMk cId="2189819222" sldId="312"/>
            <ac:spMk id="24" creationId="{9E5CC336-5EC4-9AD7-1422-3FA419CE3C0B}"/>
          </ac:spMkLst>
        </pc:spChg>
        <pc:grpChg chg="mod">
          <ac:chgData name="FAJARDO, JOSHUA S." userId="10ff038c-ae4c-47c6-aa47-eb9c2b1ee137" providerId="ADAL" clId="{A571E766-ECF9-4ACA-910F-E5F012930532}" dt="2026-07-23T14:35:24.750" v="266" actId="14100"/>
          <ac:grpSpMkLst>
            <pc:docMk/>
            <pc:sldMk cId="2189819222" sldId="312"/>
            <ac:grpSpMk id="5" creationId="{E5CB4B71-85DE-2178-1E9C-10620A7E8250}"/>
          </ac:grpSpMkLst>
        </pc:grpChg>
      </pc:sldChg>
      <pc:sldChg chg="addSp modSp add mod">
        <pc:chgData name="FAJARDO, JOSHUA S." userId="10ff038c-ae4c-47c6-aa47-eb9c2b1ee137" providerId="ADAL" clId="{A571E766-ECF9-4ACA-910F-E5F012930532}" dt="2026-07-23T15:00:26.897" v="955" actId="1076"/>
        <pc:sldMkLst>
          <pc:docMk/>
          <pc:sldMk cId="3181215203" sldId="313"/>
        </pc:sldMkLst>
        <pc:spChg chg="add mod">
          <ac:chgData name="FAJARDO, JOSHUA S." userId="10ff038c-ae4c-47c6-aa47-eb9c2b1ee137" providerId="ADAL" clId="{A571E766-ECF9-4ACA-910F-E5F012930532}" dt="2026-07-23T14:38:48.115" v="301" actId="2085"/>
          <ac:spMkLst>
            <pc:docMk/>
            <pc:sldMk cId="3181215203" sldId="313"/>
            <ac:spMk id="9" creationId="{9F16FB54-85B1-83F4-B01C-1D750E9C6BAD}"/>
          </ac:spMkLst>
        </pc:spChg>
        <pc:spChg chg="mod">
          <ac:chgData name="FAJARDO, JOSHUA S." userId="10ff038c-ae4c-47c6-aa47-eb9c2b1ee137" providerId="ADAL" clId="{A571E766-ECF9-4ACA-910F-E5F012930532}" dt="2026-07-23T14:59:02.250" v="942" actId="207"/>
          <ac:spMkLst>
            <pc:docMk/>
            <pc:sldMk cId="3181215203" sldId="313"/>
            <ac:spMk id="11" creationId="{3D068545-8DD7-208C-677A-AED7182C1F3B}"/>
          </ac:spMkLst>
        </pc:spChg>
        <pc:spChg chg="add mod">
          <ac:chgData name="FAJARDO, JOSHUA S." userId="10ff038c-ae4c-47c6-aa47-eb9c2b1ee137" providerId="ADAL" clId="{A571E766-ECF9-4ACA-910F-E5F012930532}" dt="2026-07-23T14:38:48.115" v="301" actId="2085"/>
          <ac:spMkLst>
            <pc:docMk/>
            <pc:sldMk cId="3181215203" sldId="313"/>
            <ac:spMk id="18" creationId="{E8D386D3-1C36-B5FD-E7F8-C46AFDB0BF5F}"/>
          </ac:spMkLst>
        </pc:spChg>
        <pc:spChg chg="add mod">
          <ac:chgData name="FAJARDO, JOSHUA S." userId="10ff038c-ae4c-47c6-aa47-eb9c2b1ee137" providerId="ADAL" clId="{A571E766-ECF9-4ACA-910F-E5F012930532}" dt="2026-07-23T15:00:26.897" v="955" actId="1076"/>
          <ac:spMkLst>
            <pc:docMk/>
            <pc:sldMk cId="3181215203" sldId="313"/>
            <ac:spMk id="23" creationId="{F9E43081-D5DC-76FA-A49C-C9A7F9E2B28B}"/>
          </ac:spMkLst>
        </pc:spChg>
        <pc:spChg chg="mod">
          <ac:chgData name="FAJARDO, JOSHUA S." userId="10ff038c-ae4c-47c6-aa47-eb9c2b1ee137" providerId="ADAL" clId="{A571E766-ECF9-4ACA-910F-E5F012930532}" dt="2026-07-23T14:59:02.250" v="942" actId="207"/>
          <ac:spMkLst>
            <pc:docMk/>
            <pc:sldMk cId="3181215203" sldId="313"/>
            <ac:spMk id="24" creationId="{2FD620D3-1CEE-46BB-CC5C-FA491B3B9313}"/>
          </ac:spMkLst>
        </pc:spChg>
      </pc:sldChg>
      <pc:sldChg chg="addSp delSp modSp add del mod">
        <pc:chgData name="FAJARDO, JOSHUA S." userId="10ff038c-ae4c-47c6-aa47-eb9c2b1ee137" providerId="ADAL" clId="{A571E766-ECF9-4ACA-910F-E5F012930532}" dt="2026-07-23T15:03:39.850" v="975" actId="47"/>
        <pc:sldMkLst>
          <pc:docMk/>
          <pc:sldMk cId="2665680885" sldId="314"/>
        </pc:sldMkLst>
        <pc:spChg chg="del">
          <ac:chgData name="FAJARDO, JOSHUA S." userId="10ff038c-ae4c-47c6-aa47-eb9c2b1ee137" providerId="ADAL" clId="{A571E766-ECF9-4ACA-910F-E5F012930532}" dt="2026-07-23T14:39:15.985" v="303" actId="478"/>
          <ac:spMkLst>
            <pc:docMk/>
            <pc:sldMk cId="2665680885" sldId="314"/>
            <ac:spMk id="8" creationId="{994A9C58-04AE-4042-712E-51AB9D499CA6}"/>
          </ac:spMkLst>
        </pc:spChg>
        <pc:spChg chg="del mod">
          <ac:chgData name="FAJARDO, JOSHUA S." userId="10ff038c-ae4c-47c6-aa47-eb9c2b1ee137" providerId="ADAL" clId="{A571E766-ECF9-4ACA-910F-E5F012930532}" dt="2026-07-23T15:00:12.054" v="949" actId="478"/>
          <ac:spMkLst>
            <pc:docMk/>
            <pc:sldMk cId="2665680885" sldId="314"/>
            <ac:spMk id="9" creationId="{013239C9-F376-0403-39F3-110946B0CE28}"/>
          </ac:spMkLst>
        </pc:spChg>
        <pc:spChg chg="del">
          <ac:chgData name="FAJARDO, JOSHUA S." userId="10ff038c-ae4c-47c6-aa47-eb9c2b1ee137" providerId="ADAL" clId="{A571E766-ECF9-4ACA-910F-E5F012930532}" dt="2026-07-23T14:39:15.985" v="303" actId="478"/>
          <ac:spMkLst>
            <pc:docMk/>
            <pc:sldMk cId="2665680885" sldId="314"/>
            <ac:spMk id="10" creationId="{31A31E49-D660-1038-3B89-7B80512FCA57}"/>
          </ac:spMkLst>
        </pc:spChg>
        <pc:spChg chg="mod">
          <ac:chgData name="FAJARDO, JOSHUA S." userId="10ff038c-ae4c-47c6-aa47-eb9c2b1ee137" providerId="ADAL" clId="{A571E766-ECF9-4ACA-910F-E5F012930532}" dt="2026-07-23T15:00:58.361" v="960" actId="1076"/>
          <ac:spMkLst>
            <pc:docMk/>
            <pc:sldMk cId="2665680885" sldId="314"/>
            <ac:spMk id="11" creationId="{C51F413D-D35B-F4FD-2C0B-6EA5101DDA5F}"/>
          </ac:spMkLst>
        </pc:spChg>
        <pc:spChg chg="del">
          <ac:chgData name="FAJARDO, JOSHUA S." userId="10ff038c-ae4c-47c6-aa47-eb9c2b1ee137" providerId="ADAL" clId="{A571E766-ECF9-4ACA-910F-E5F012930532}" dt="2026-07-23T14:39:15.985" v="303" actId="478"/>
          <ac:spMkLst>
            <pc:docMk/>
            <pc:sldMk cId="2665680885" sldId="314"/>
            <ac:spMk id="12" creationId="{AD0770E3-81E1-F48E-61A0-5FC580711E91}"/>
          </ac:spMkLst>
        </pc:spChg>
        <pc:spChg chg="del">
          <ac:chgData name="FAJARDO, JOSHUA S." userId="10ff038c-ae4c-47c6-aa47-eb9c2b1ee137" providerId="ADAL" clId="{A571E766-ECF9-4ACA-910F-E5F012930532}" dt="2026-07-23T14:39:15.985" v="303" actId="478"/>
          <ac:spMkLst>
            <pc:docMk/>
            <pc:sldMk cId="2665680885" sldId="314"/>
            <ac:spMk id="14" creationId="{B052F00E-40BC-9DF5-49EA-FBFC72575B0D}"/>
          </ac:spMkLst>
        </pc:spChg>
        <pc:spChg chg="del mod">
          <ac:chgData name="FAJARDO, JOSHUA S." userId="10ff038c-ae4c-47c6-aa47-eb9c2b1ee137" providerId="ADAL" clId="{A571E766-ECF9-4ACA-910F-E5F012930532}" dt="2026-07-23T14:39:21.112" v="305" actId="478"/>
          <ac:spMkLst>
            <pc:docMk/>
            <pc:sldMk cId="2665680885" sldId="314"/>
            <ac:spMk id="15" creationId="{C146D330-B7DA-B549-DE6F-5AE97C010FAC}"/>
          </ac:spMkLst>
        </pc:spChg>
        <pc:spChg chg="mod">
          <ac:chgData name="FAJARDO, JOSHUA S." userId="10ff038c-ae4c-47c6-aa47-eb9c2b1ee137" providerId="ADAL" clId="{A571E766-ECF9-4ACA-910F-E5F012930532}" dt="2026-07-23T15:00:58.361" v="960" actId="1076"/>
          <ac:spMkLst>
            <pc:docMk/>
            <pc:sldMk cId="2665680885" sldId="314"/>
            <ac:spMk id="16" creationId="{F48187DC-DF7A-AA3B-38A0-65ADC50A3F78}"/>
          </ac:spMkLst>
        </pc:spChg>
        <pc:spChg chg="del">
          <ac:chgData name="FAJARDO, JOSHUA S." userId="10ff038c-ae4c-47c6-aa47-eb9c2b1ee137" providerId="ADAL" clId="{A571E766-ECF9-4ACA-910F-E5F012930532}" dt="2026-07-23T14:39:15.985" v="303" actId="478"/>
          <ac:spMkLst>
            <pc:docMk/>
            <pc:sldMk cId="2665680885" sldId="314"/>
            <ac:spMk id="17" creationId="{3ECB7EC2-AD3A-8DBF-FEB8-532852BE1933}"/>
          </ac:spMkLst>
        </pc:spChg>
        <pc:spChg chg="del mod">
          <ac:chgData name="FAJARDO, JOSHUA S." userId="10ff038c-ae4c-47c6-aa47-eb9c2b1ee137" providerId="ADAL" clId="{A571E766-ECF9-4ACA-910F-E5F012930532}" dt="2026-07-23T15:00:15.366" v="952" actId="478"/>
          <ac:spMkLst>
            <pc:docMk/>
            <pc:sldMk cId="2665680885" sldId="314"/>
            <ac:spMk id="18" creationId="{86F78AA5-FE75-A9F5-7B66-35E5976DFBEB}"/>
          </ac:spMkLst>
        </pc:spChg>
        <pc:spChg chg="mod">
          <ac:chgData name="FAJARDO, JOSHUA S." userId="10ff038c-ae4c-47c6-aa47-eb9c2b1ee137" providerId="ADAL" clId="{A571E766-ECF9-4ACA-910F-E5F012930532}" dt="2026-07-23T15:00:58.361" v="960" actId="1076"/>
          <ac:spMkLst>
            <pc:docMk/>
            <pc:sldMk cId="2665680885" sldId="314"/>
            <ac:spMk id="19" creationId="{8CDA938A-71AF-0EF0-7381-4BABD4C56FBD}"/>
          </ac:spMkLst>
        </pc:spChg>
        <pc:spChg chg="add del mod">
          <ac:chgData name="FAJARDO, JOSHUA S." userId="10ff038c-ae4c-47c6-aa47-eb9c2b1ee137" providerId="ADAL" clId="{A571E766-ECF9-4ACA-910F-E5F012930532}" dt="2026-07-23T15:01:27.955" v="962" actId="478"/>
          <ac:spMkLst>
            <pc:docMk/>
            <pc:sldMk cId="2665680885" sldId="314"/>
            <ac:spMk id="20" creationId="{918F675E-9FB8-F62A-525D-957AA09A22F3}"/>
          </ac:spMkLst>
        </pc:spChg>
        <pc:spChg chg="del mod">
          <ac:chgData name="FAJARDO, JOSHUA S." userId="10ff038c-ae4c-47c6-aa47-eb9c2b1ee137" providerId="ADAL" clId="{A571E766-ECF9-4ACA-910F-E5F012930532}" dt="2026-07-23T15:00:08.992" v="948" actId="478"/>
          <ac:spMkLst>
            <pc:docMk/>
            <pc:sldMk cId="2665680885" sldId="314"/>
            <ac:spMk id="22" creationId="{934C6BB3-3606-281D-C6C4-A801AF5E2111}"/>
          </ac:spMkLst>
        </pc:spChg>
        <pc:spChg chg="del mod">
          <ac:chgData name="FAJARDO, JOSHUA S." userId="10ff038c-ae4c-47c6-aa47-eb9c2b1ee137" providerId="ADAL" clId="{A571E766-ECF9-4ACA-910F-E5F012930532}" dt="2026-07-23T15:00:08.992" v="948" actId="478"/>
          <ac:spMkLst>
            <pc:docMk/>
            <pc:sldMk cId="2665680885" sldId="314"/>
            <ac:spMk id="24" creationId="{B2C21D4B-00CD-2F54-899A-6554DBDB2C60}"/>
          </ac:spMkLst>
        </pc:spChg>
        <pc:spChg chg="add mod">
          <ac:chgData name="FAJARDO, JOSHUA S." userId="10ff038c-ae4c-47c6-aa47-eb9c2b1ee137" providerId="ADAL" clId="{A571E766-ECF9-4ACA-910F-E5F012930532}" dt="2026-07-23T15:01:03.930" v="961" actId="1076"/>
          <ac:spMkLst>
            <pc:docMk/>
            <pc:sldMk cId="2665680885" sldId="314"/>
            <ac:spMk id="25" creationId="{4FB486B6-B794-1368-78B6-7F189AB0354C}"/>
          </ac:spMkLst>
        </pc:spChg>
        <pc:grpChg chg="add del">
          <ac:chgData name="FAJARDO, JOSHUA S." userId="10ff038c-ae4c-47c6-aa47-eb9c2b1ee137" providerId="ADAL" clId="{A571E766-ECF9-4ACA-910F-E5F012930532}" dt="2026-07-23T15:00:14.075" v="951" actId="478"/>
          <ac:grpSpMkLst>
            <pc:docMk/>
            <pc:sldMk cId="2665680885" sldId="314"/>
            <ac:grpSpMk id="5" creationId="{A7E71DC3-1C82-0C9B-C471-51E4422AF7A0}"/>
          </ac:grpSpMkLst>
        </pc:grpChg>
      </pc:sldChg>
      <pc:sldChg chg="addSp delSp modSp add mod modAnim">
        <pc:chgData name="FAJARDO, JOSHUA S." userId="10ff038c-ae4c-47c6-aa47-eb9c2b1ee137" providerId="ADAL" clId="{A571E766-ECF9-4ACA-910F-E5F012930532}" dt="2026-07-23T15:04:50.225" v="981"/>
        <pc:sldMkLst>
          <pc:docMk/>
          <pc:sldMk cId="1602295619" sldId="315"/>
        </pc:sldMkLst>
        <pc:spChg chg="add mod">
          <ac:chgData name="FAJARDO, JOSHUA S." userId="10ff038c-ae4c-47c6-aa47-eb9c2b1ee137" providerId="ADAL" clId="{A571E766-ECF9-4ACA-910F-E5F012930532}" dt="2026-07-23T14:40:56.762" v="326" actId="571"/>
          <ac:spMkLst>
            <pc:docMk/>
            <pc:sldMk cId="1602295619" sldId="315"/>
            <ac:spMk id="8" creationId="{620B4736-6DAF-8C1E-E407-929D07DDA9D7}"/>
          </ac:spMkLst>
        </pc:spChg>
        <pc:spChg chg="del">
          <ac:chgData name="FAJARDO, JOSHUA S." userId="10ff038c-ae4c-47c6-aa47-eb9c2b1ee137" providerId="ADAL" clId="{A571E766-ECF9-4ACA-910F-E5F012930532}" dt="2026-07-23T14:41:02.562" v="327" actId="478"/>
          <ac:spMkLst>
            <pc:docMk/>
            <pc:sldMk cId="1602295619" sldId="315"/>
            <ac:spMk id="9" creationId="{F2EB5429-AE16-57D1-68C0-0DEA701A483D}"/>
          </ac:spMkLst>
        </pc:spChg>
        <pc:spChg chg="add mod">
          <ac:chgData name="FAJARDO, JOSHUA S." userId="10ff038c-ae4c-47c6-aa47-eb9c2b1ee137" providerId="ADAL" clId="{A571E766-ECF9-4ACA-910F-E5F012930532}" dt="2026-07-23T14:40:56.762" v="326" actId="571"/>
          <ac:spMkLst>
            <pc:docMk/>
            <pc:sldMk cId="1602295619" sldId="315"/>
            <ac:spMk id="10" creationId="{F32D6A95-70E9-6591-C6E5-57CBB24B1C62}"/>
          </ac:spMkLst>
        </pc:spChg>
        <pc:spChg chg="del">
          <ac:chgData name="FAJARDO, JOSHUA S." userId="10ff038c-ae4c-47c6-aa47-eb9c2b1ee137" providerId="ADAL" clId="{A571E766-ECF9-4ACA-910F-E5F012930532}" dt="2026-07-23T14:41:02.562" v="327" actId="478"/>
          <ac:spMkLst>
            <pc:docMk/>
            <pc:sldMk cId="1602295619" sldId="315"/>
            <ac:spMk id="11" creationId="{604F9709-7A85-4867-BA9E-3373AB9BC126}"/>
          </ac:spMkLst>
        </pc:spChg>
        <pc:spChg chg="add mod">
          <ac:chgData name="FAJARDO, JOSHUA S." userId="10ff038c-ae4c-47c6-aa47-eb9c2b1ee137" providerId="ADAL" clId="{A571E766-ECF9-4ACA-910F-E5F012930532}" dt="2026-07-23T14:40:56.762" v="326" actId="571"/>
          <ac:spMkLst>
            <pc:docMk/>
            <pc:sldMk cId="1602295619" sldId="315"/>
            <ac:spMk id="12" creationId="{C4EC00A6-46E0-8800-ACA6-EF549C3C6B00}"/>
          </ac:spMkLst>
        </pc:spChg>
        <pc:spChg chg="add del mod">
          <ac:chgData name="FAJARDO, JOSHUA S." userId="10ff038c-ae4c-47c6-aa47-eb9c2b1ee137" providerId="ADAL" clId="{A571E766-ECF9-4ACA-910F-E5F012930532}" dt="2026-07-23T14:42:54.203" v="381" actId="478"/>
          <ac:spMkLst>
            <pc:docMk/>
            <pc:sldMk cId="1602295619" sldId="315"/>
            <ac:spMk id="14" creationId="{A72A83B1-62CC-E275-3AAC-AB6193A657A1}"/>
          </ac:spMkLst>
        </pc:spChg>
        <pc:spChg chg="del">
          <ac:chgData name="FAJARDO, JOSHUA S." userId="10ff038c-ae4c-47c6-aa47-eb9c2b1ee137" providerId="ADAL" clId="{A571E766-ECF9-4ACA-910F-E5F012930532}" dt="2026-07-23T14:41:02.562" v="327" actId="478"/>
          <ac:spMkLst>
            <pc:docMk/>
            <pc:sldMk cId="1602295619" sldId="315"/>
            <ac:spMk id="16" creationId="{5B499A2F-9E8C-B401-2CE0-0762394EC085}"/>
          </ac:spMkLst>
        </pc:spChg>
        <pc:spChg chg="add mod">
          <ac:chgData name="FAJARDO, JOSHUA S." userId="10ff038c-ae4c-47c6-aa47-eb9c2b1ee137" providerId="ADAL" clId="{A571E766-ECF9-4ACA-910F-E5F012930532}" dt="2026-07-23T14:43:18.621" v="401" actId="1076"/>
          <ac:spMkLst>
            <pc:docMk/>
            <pc:sldMk cId="1602295619" sldId="315"/>
            <ac:spMk id="17" creationId="{6C135DD3-DEA0-714D-A52F-20D4231A75BA}"/>
          </ac:spMkLst>
        </pc:spChg>
        <pc:spChg chg="del">
          <ac:chgData name="FAJARDO, JOSHUA S." userId="10ff038c-ae4c-47c6-aa47-eb9c2b1ee137" providerId="ADAL" clId="{A571E766-ECF9-4ACA-910F-E5F012930532}" dt="2026-07-23T14:41:02.562" v="327" actId="478"/>
          <ac:spMkLst>
            <pc:docMk/>
            <pc:sldMk cId="1602295619" sldId="315"/>
            <ac:spMk id="18" creationId="{72BED06D-76B1-4116-D4FA-DDDE91C18C9D}"/>
          </ac:spMkLst>
        </pc:spChg>
        <pc:spChg chg="del">
          <ac:chgData name="FAJARDO, JOSHUA S." userId="10ff038c-ae4c-47c6-aa47-eb9c2b1ee137" providerId="ADAL" clId="{A571E766-ECF9-4ACA-910F-E5F012930532}" dt="2026-07-23T14:41:02.562" v="327" actId="478"/>
          <ac:spMkLst>
            <pc:docMk/>
            <pc:sldMk cId="1602295619" sldId="315"/>
            <ac:spMk id="19" creationId="{0D460511-41A8-E383-B86C-F755C49AEE0F}"/>
          </ac:spMkLst>
        </pc:spChg>
        <pc:spChg chg="del mod">
          <ac:chgData name="FAJARDO, JOSHUA S." userId="10ff038c-ae4c-47c6-aa47-eb9c2b1ee137" providerId="ADAL" clId="{A571E766-ECF9-4ACA-910F-E5F012930532}" dt="2026-07-23T15:01:40.005" v="963" actId="478"/>
          <ac:spMkLst>
            <pc:docMk/>
            <pc:sldMk cId="1602295619" sldId="315"/>
            <ac:spMk id="20" creationId="{1C96C21B-4B40-AF91-8FDB-38230FC6ED93}"/>
          </ac:spMkLst>
        </pc:spChg>
        <pc:spChg chg="del">
          <ac:chgData name="FAJARDO, JOSHUA S." userId="10ff038c-ae4c-47c6-aa47-eb9c2b1ee137" providerId="ADAL" clId="{A571E766-ECF9-4ACA-910F-E5F012930532}" dt="2026-07-23T14:41:02.562" v="327" actId="478"/>
          <ac:spMkLst>
            <pc:docMk/>
            <pc:sldMk cId="1602295619" sldId="315"/>
            <ac:spMk id="22" creationId="{EE753A0D-4BCF-5682-5A31-0D7931958AB4}"/>
          </ac:spMkLst>
        </pc:spChg>
        <pc:spChg chg="del">
          <ac:chgData name="FAJARDO, JOSHUA S." userId="10ff038c-ae4c-47c6-aa47-eb9c2b1ee137" providerId="ADAL" clId="{A571E766-ECF9-4ACA-910F-E5F012930532}" dt="2026-07-23T14:41:02.562" v="327" actId="478"/>
          <ac:spMkLst>
            <pc:docMk/>
            <pc:sldMk cId="1602295619" sldId="315"/>
            <ac:spMk id="24" creationId="{8C3E3927-372B-326F-9758-F2E5B08F4F43}"/>
          </ac:spMkLst>
        </pc:spChg>
        <pc:spChg chg="add mod">
          <ac:chgData name="FAJARDO, JOSHUA S." userId="10ff038c-ae4c-47c6-aa47-eb9c2b1ee137" providerId="ADAL" clId="{A571E766-ECF9-4ACA-910F-E5F012930532}" dt="2026-07-23T14:44:22.783" v="439" actId="1076"/>
          <ac:spMkLst>
            <pc:docMk/>
            <pc:sldMk cId="1602295619" sldId="315"/>
            <ac:spMk id="25" creationId="{2F30C779-0580-3BA0-1E30-E7DF1FA07DDD}"/>
          </ac:spMkLst>
        </pc:spChg>
        <pc:spChg chg="add mod">
          <ac:chgData name="FAJARDO, JOSHUA S." userId="10ff038c-ae4c-47c6-aa47-eb9c2b1ee137" providerId="ADAL" clId="{A571E766-ECF9-4ACA-910F-E5F012930532}" dt="2026-07-23T14:46:12.676" v="448" actId="1076"/>
          <ac:spMkLst>
            <pc:docMk/>
            <pc:sldMk cId="1602295619" sldId="315"/>
            <ac:spMk id="27" creationId="{B39FD068-541A-BB73-E122-AD1186BDE242}"/>
          </ac:spMkLst>
        </pc:spChg>
        <pc:spChg chg="add mod">
          <ac:chgData name="FAJARDO, JOSHUA S." userId="10ff038c-ae4c-47c6-aa47-eb9c2b1ee137" providerId="ADAL" clId="{A571E766-ECF9-4ACA-910F-E5F012930532}" dt="2026-07-23T14:44:51.145" v="443" actId="1076"/>
          <ac:spMkLst>
            <pc:docMk/>
            <pc:sldMk cId="1602295619" sldId="315"/>
            <ac:spMk id="29" creationId="{7D5F4174-13F5-46D5-F53E-E5602155A3C0}"/>
          </ac:spMkLst>
        </pc:spChg>
        <pc:spChg chg="add mod">
          <ac:chgData name="FAJARDO, JOSHUA S." userId="10ff038c-ae4c-47c6-aa47-eb9c2b1ee137" providerId="ADAL" clId="{A571E766-ECF9-4ACA-910F-E5F012930532}" dt="2026-07-23T14:46:16.443" v="449" actId="1076"/>
          <ac:spMkLst>
            <pc:docMk/>
            <pc:sldMk cId="1602295619" sldId="315"/>
            <ac:spMk id="31" creationId="{C9CE9BEB-CE81-90F8-42BB-0FCD60CD5B7E}"/>
          </ac:spMkLst>
        </pc:spChg>
        <pc:spChg chg="add">
          <ac:chgData name="FAJARDO, JOSHUA S." userId="10ff038c-ae4c-47c6-aa47-eb9c2b1ee137" providerId="ADAL" clId="{A571E766-ECF9-4ACA-910F-E5F012930532}" dt="2026-07-23T15:01:40.704" v="964" actId="22"/>
          <ac:spMkLst>
            <pc:docMk/>
            <pc:sldMk cId="1602295619" sldId="315"/>
            <ac:spMk id="35" creationId="{71D5DF44-7EFE-1679-1850-D5DFCE4340B8}"/>
          </ac:spMkLst>
        </pc:spChg>
        <pc:spChg chg="add">
          <ac:chgData name="FAJARDO, JOSHUA S." userId="10ff038c-ae4c-47c6-aa47-eb9c2b1ee137" providerId="ADAL" clId="{A571E766-ECF9-4ACA-910F-E5F012930532}" dt="2026-07-23T15:01:40.704" v="964" actId="22"/>
          <ac:spMkLst>
            <pc:docMk/>
            <pc:sldMk cId="1602295619" sldId="315"/>
            <ac:spMk id="37" creationId="{7ACD5197-2944-0337-6627-66A03EE060A5}"/>
          </ac:spMkLst>
        </pc:spChg>
        <pc:spChg chg="add">
          <ac:chgData name="FAJARDO, JOSHUA S." userId="10ff038c-ae4c-47c6-aa47-eb9c2b1ee137" providerId="ADAL" clId="{A571E766-ECF9-4ACA-910F-E5F012930532}" dt="2026-07-23T15:01:40.704" v="964" actId="22"/>
          <ac:spMkLst>
            <pc:docMk/>
            <pc:sldMk cId="1602295619" sldId="315"/>
            <ac:spMk id="39" creationId="{624D5519-BF36-B84F-F132-F1B649DBF1AA}"/>
          </ac:spMkLst>
        </pc:spChg>
        <pc:spChg chg="add">
          <ac:chgData name="FAJARDO, JOSHUA S." userId="10ff038c-ae4c-47c6-aa47-eb9c2b1ee137" providerId="ADAL" clId="{A571E766-ECF9-4ACA-910F-E5F012930532}" dt="2026-07-23T15:01:40.704" v="964" actId="22"/>
          <ac:spMkLst>
            <pc:docMk/>
            <pc:sldMk cId="1602295619" sldId="315"/>
            <ac:spMk id="41" creationId="{EA65B957-5723-2A02-3E6E-5849EA18B374}"/>
          </ac:spMkLst>
        </pc:spChg>
        <pc:spChg chg="add mod">
          <ac:chgData name="FAJARDO, JOSHUA S." userId="10ff038c-ae4c-47c6-aa47-eb9c2b1ee137" providerId="ADAL" clId="{A571E766-ECF9-4ACA-910F-E5F012930532}" dt="2026-07-23T15:04:28.430" v="980" actId="1076"/>
          <ac:spMkLst>
            <pc:docMk/>
            <pc:sldMk cId="1602295619" sldId="315"/>
            <ac:spMk id="43" creationId="{855A9E71-A4D7-BF33-3A8D-74CA5BA1DA78}"/>
          </ac:spMkLst>
        </pc:spChg>
        <pc:spChg chg="add mod">
          <ac:chgData name="FAJARDO, JOSHUA S." userId="10ff038c-ae4c-47c6-aa47-eb9c2b1ee137" providerId="ADAL" clId="{A571E766-ECF9-4ACA-910F-E5F012930532}" dt="2026-07-23T15:04:23.151" v="979" actId="1076"/>
          <ac:spMkLst>
            <pc:docMk/>
            <pc:sldMk cId="1602295619" sldId="315"/>
            <ac:spMk id="45" creationId="{E01D59D2-A86D-15BD-D7AE-5658882CA130}"/>
          </ac:spMkLst>
        </pc:spChg>
        <pc:grpChg chg="mod">
          <ac:chgData name="FAJARDO, JOSHUA S." userId="10ff038c-ae4c-47c6-aa47-eb9c2b1ee137" providerId="ADAL" clId="{A571E766-ECF9-4ACA-910F-E5F012930532}" dt="2026-07-23T14:42:58.551" v="384" actId="1076"/>
          <ac:grpSpMkLst>
            <pc:docMk/>
            <pc:sldMk cId="1602295619" sldId="315"/>
            <ac:grpSpMk id="5" creationId="{6EE60BEA-B944-8AA9-6E75-56C46F42647F}"/>
          </ac:grpSpMkLst>
        </pc:grpChg>
        <pc:cxnChg chg="add mod">
          <ac:chgData name="FAJARDO, JOSHUA S." userId="10ff038c-ae4c-47c6-aa47-eb9c2b1ee137" providerId="ADAL" clId="{A571E766-ECF9-4ACA-910F-E5F012930532}" dt="2026-07-23T14:46:06.758" v="447" actId="1582"/>
          <ac:cxnSpMkLst>
            <pc:docMk/>
            <pc:sldMk cId="1602295619" sldId="315"/>
            <ac:cxnSpMk id="33" creationId="{94A8A42A-6283-177C-09B2-B40F755BEED6}"/>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0.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10.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67800" y="-55231"/>
            <a:ext cx="34712554" cy="8772618"/>
            <a:chOff x="0" y="0"/>
            <a:chExt cx="46283405" cy="11696823"/>
          </a:xfrm>
        </p:grpSpPr>
        <p:sp>
          <p:nvSpPr>
            <p:cNvPr id="3" name="Freeform 3"/>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0" y="8229603"/>
            <a:ext cx="18288000" cy="2057397"/>
            <a:chOff x="0" y="0"/>
            <a:chExt cx="4816593" cy="541866"/>
          </a:xfrm>
        </p:grpSpPr>
        <p:sp>
          <p:nvSpPr>
            <p:cNvPr id="6" name="Freeform 6"/>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9" name="Freeform 9"/>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10" name="Freeform 10"/>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1" name="Freeform 11"/>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2" name="TextBox 12"/>
          <p:cNvSpPr txBox="1"/>
          <p:nvPr/>
        </p:nvSpPr>
        <p:spPr>
          <a:xfrm>
            <a:off x="1885294" y="3001962"/>
            <a:ext cx="14517412" cy="2600325"/>
          </a:xfrm>
          <a:prstGeom prst="rect">
            <a:avLst/>
          </a:prstGeom>
        </p:spPr>
        <p:txBody>
          <a:bodyPr lIns="0" tIns="0" rIns="0" bIns="0" rtlCol="0" anchor="t">
            <a:spAutoFit/>
          </a:bodyPr>
          <a:lstStyle/>
          <a:p>
            <a:pPr algn="ctr">
              <a:lnSpc>
                <a:spcPts val="21000"/>
              </a:lnSpc>
            </a:pPr>
            <a:r>
              <a:rPr lang="en-US" sz="15000" dirty="0">
                <a:solidFill>
                  <a:srgbClr val="223939"/>
                </a:solidFill>
                <a:latin typeface="Borsok"/>
                <a:ea typeface="Borsok"/>
                <a:cs typeface="Borsok"/>
                <a:sym typeface="Borsok"/>
              </a:rPr>
              <a:t>MATHEMATICS</a:t>
            </a:r>
          </a:p>
        </p:txBody>
      </p:sp>
      <p:sp>
        <p:nvSpPr>
          <p:cNvPr id="13" name="Freeform 13"/>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4" name="Freeform 14"/>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a:p>
        </p:txBody>
      </p:sp>
      <p:sp>
        <p:nvSpPr>
          <p:cNvPr id="15" name="TextBox 15"/>
          <p:cNvSpPr txBox="1"/>
          <p:nvPr/>
        </p:nvSpPr>
        <p:spPr>
          <a:xfrm>
            <a:off x="4887415" y="8757604"/>
            <a:ext cx="8817969" cy="896620"/>
          </a:xfrm>
          <a:prstGeom prst="rect">
            <a:avLst/>
          </a:prstGeom>
        </p:spPr>
        <p:txBody>
          <a:bodyPr lIns="0" tIns="0" rIns="0" bIns="0" rtlCol="0" anchor="t">
            <a:spAutoFit/>
          </a:bodyPr>
          <a:lstStyle/>
          <a:p>
            <a:pPr algn="ctr">
              <a:lnSpc>
                <a:spcPts val="7279"/>
              </a:lnSpc>
            </a:pPr>
            <a:r>
              <a:rPr lang="en-US" sz="5199" b="1">
                <a:solidFill>
                  <a:srgbClr val="E1E1E1"/>
                </a:solidFill>
                <a:latin typeface="Monterchi Bold"/>
                <a:ea typeface="Monterchi Bold"/>
                <a:cs typeface="Monterchi Bold"/>
                <a:sym typeface="Monterchi Bold"/>
              </a:rPr>
              <a:t>Prepared by: Mr. Fajardo</a:t>
            </a:r>
          </a:p>
        </p:txBody>
      </p:sp>
      <p:sp>
        <p:nvSpPr>
          <p:cNvPr id="16" name="TextBox 16"/>
          <p:cNvSpPr txBox="1"/>
          <p:nvPr/>
        </p:nvSpPr>
        <p:spPr>
          <a:xfrm>
            <a:off x="2988644" y="246899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Welcome to our</a:t>
            </a:r>
          </a:p>
        </p:txBody>
      </p:sp>
      <p:sp>
        <p:nvSpPr>
          <p:cNvPr id="17" name="TextBox 17"/>
          <p:cNvSpPr txBox="1"/>
          <p:nvPr/>
        </p:nvSpPr>
        <p:spPr>
          <a:xfrm>
            <a:off x="3364463" y="5180779"/>
            <a:ext cx="11868503" cy="958850"/>
          </a:xfrm>
          <a:prstGeom prst="rect">
            <a:avLst/>
          </a:prstGeom>
        </p:spPr>
        <p:txBody>
          <a:bodyPr lIns="0" tIns="0" rIns="0" bIns="0" rtlCol="0" anchor="t">
            <a:spAutoFit/>
          </a:bodyPr>
          <a:lstStyle/>
          <a:p>
            <a:pPr algn="ctr">
              <a:lnSpc>
                <a:spcPts val="7000"/>
              </a:lnSpc>
            </a:pPr>
            <a:r>
              <a:rPr lang="en-US" sz="5000" dirty="0">
                <a:solidFill>
                  <a:srgbClr val="2F4F4F"/>
                </a:solidFill>
                <a:latin typeface="Bugaki"/>
                <a:ea typeface="Bugaki"/>
                <a:cs typeface="Bugaki"/>
                <a:sym typeface="Bugaki"/>
              </a:rPr>
              <a:t>Class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895400" y="1559280"/>
            <a:ext cx="16497199" cy="7607883"/>
            <a:chOff x="0" y="0"/>
            <a:chExt cx="4344941" cy="2003722"/>
          </a:xfrm>
        </p:grpSpPr>
        <p:sp>
          <p:nvSpPr>
            <p:cNvPr id="6" name="Freeform 6"/>
            <p:cNvSpPr/>
            <p:nvPr/>
          </p:nvSpPr>
          <p:spPr>
            <a:xfrm>
              <a:off x="0" y="0"/>
              <a:ext cx="4344941" cy="2003722"/>
            </a:xfrm>
            <a:custGeom>
              <a:avLst/>
              <a:gdLst/>
              <a:ahLst/>
              <a:cxnLst/>
              <a:rect l="l" t="t" r="r" b="b"/>
              <a:pathLst>
                <a:path w="4344941" h="2003722">
                  <a:moveTo>
                    <a:pt x="23934" y="0"/>
                  </a:moveTo>
                  <a:lnTo>
                    <a:pt x="4321008" y="0"/>
                  </a:lnTo>
                  <a:cubicBezTo>
                    <a:pt x="4327355" y="0"/>
                    <a:pt x="4333443" y="2522"/>
                    <a:pt x="4337931" y="7010"/>
                  </a:cubicBezTo>
                  <a:cubicBezTo>
                    <a:pt x="4342420" y="11498"/>
                    <a:pt x="4344941" y="17586"/>
                    <a:pt x="4344941" y="23934"/>
                  </a:cubicBezTo>
                  <a:lnTo>
                    <a:pt x="4344941" y="1979789"/>
                  </a:lnTo>
                  <a:cubicBezTo>
                    <a:pt x="4344941" y="1993007"/>
                    <a:pt x="4334226" y="2003722"/>
                    <a:pt x="4321008" y="2003722"/>
                  </a:cubicBezTo>
                  <a:lnTo>
                    <a:pt x="23934" y="2003722"/>
                  </a:lnTo>
                  <a:cubicBezTo>
                    <a:pt x="10715" y="2003722"/>
                    <a:pt x="0" y="1993007"/>
                    <a:pt x="0" y="1979789"/>
                  </a:cubicBezTo>
                  <a:lnTo>
                    <a:pt x="0" y="23934"/>
                  </a:lnTo>
                  <a:cubicBezTo>
                    <a:pt x="0" y="10715"/>
                    <a:pt x="10715" y="0"/>
                    <a:pt x="23934" y="0"/>
                  </a:cubicBezTo>
                  <a:close/>
                </a:path>
              </a:pathLst>
            </a:custGeom>
            <a:solidFill>
              <a:srgbClr val="FFFFFF"/>
            </a:solidFill>
            <a:ln w="123825" cap="rnd">
              <a:solidFill>
                <a:srgbClr val="223939"/>
              </a:solidFill>
              <a:prstDash val="lgDash"/>
              <a:round/>
            </a:ln>
          </p:spPr>
          <p:txBody>
            <a:bodyPr/>
            <a:lstStyle/>
            <a:p>
              <a:endParaRPr lang="en-PH"/>
            </a:p>
          </p:txBody>
        </p:sp>
        <p:sp>
          <p:nvSpPr>
            <p:cNvPr id="7" name="TextBox 7"/>
            <p:cNvSpPr txBox="1"/>
            <p:nvPr/>
          </p:nvSpPr>
          <p:spPr>
            <a:xfrm>
              <a:off x="0" y="-38100"/>
              <a:ext cx="4344941" cy="2041822"/>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6611354" y="2541957"/>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3"/>
            <a:stretch>
              <a:fillRect/>
            </a:stretch>
          </a:blipFill>
        </p:spPr>
        <p:txBody>
          <a:bodyPr/>
          <a:lstStyle/>
          <a:p>
            <a:endParaRPr lang="en-PH"/>
          </a:p>
        </p:txBody>
      </p:sp>
      <p:grpSp>
        <p:nvGrpSpPr>
          <p:cNvPr id="15" name="Group 14">
            <a:extLst>
              <a:ext uri="{FF2B5EF4-FFF2-40B4-BE49-F238E27FC236}">
                <a16:creationId xmlns:a16="http://schemas.microsoft.com/office/drawing/2014/main" id="{EE6EA8F9-BF56-FA78-4D74-C4F71062B50B}"/>
              </a:ext>
            </a:extLst>
          </p:cNvPr>
          <p:cNvGrpSpPr/>
          <p:nvPr/>
        </p:nvGrpSpPr>
        <p:grpSpPr>
          <a:xfrm>
            <a:off x="2213733" y="730327"/>
            <a:ext cx="10740267" cy="1657907"/>
            <a:chOff x="2213733" y="730327"/>
            <a:chExt cx="10740267" cy="1657907"/>
          </a:xfrm>
        </p:grpSpPr>
        <p:grpSp>
          <p:nvGrpSpPr>
            <p:cNvPr id="8" name="Group 8"/>
            <p:cNvGrpSpPr/>
            <p:nvPr/>
          </p:nvGrpSpPr>
          <p:grpSpPr>
            <a:xfrm>
              <a:off x="2213733" y="730327"/>
              <a:ext cx="10740267" cy="1657907"/>
              <a:chOff x="0" y="0"/>
              <a:chExt cx="2693549" cy="436650"/>
            </a:xfrm>
          </p:grpSpPr>
          <p:sp>
            <p:nvSpPr>
              <p:cNvPr id="9" name="Freeform 9"/>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362200" y="1020671"/>
              <a:ext cx="10227067" cy="1077218"/>
            </a:xfrm>
            <a:prstGeom prst="rect">
              <a:avLst/>
            </a:prstGeom>
          </p:spPr>
          <p:txBody>
            <a:bodyPr wrap="square" lIns="0" tIns="0" rIns="0" bIns="0" rtlCol="0" anchor="t">
              <a:spAutoFit/>
            </a:bodyPr>
            <a:lstStyle/>
            <a:p>
              <a:pPr algn="ctr">
                <a:lnSpc>
                  <a:spcPts val="8399"/>
                </a:lnSpc>
              </a:pPr>
              <a:r>
                <a:rPr lang="en-US" sz="7000" dirty="0">
                  <a:solidFill>
                    <a:srgbClr val="E1E1E1"/>
                  </a:solidFill>
                  <a:latin typeface="Bugaki"/>
                  <a:ea typeface="Bugaki"/>
                  <a:cs typeface="Bugaki"/>
                  <a:sym typeface="Bugaki"/>
                </a:rPr>
                <a:t>Learning Objectives</a:t>
              </a:r>
            </a:p>
          </p:txBody>
        </p:sp>
      </p:grpSp>
      <p:sp>
        <p:nvSpPr>
          <p:cNvPr id="13" name="TextBox 13"/>
          <p:cNvSpPr txBox="1"/>
          <p:nvPr/>
        </p:nvSpPr>
        <p:spPr>
          <a:xfrm>
            <a:off x="1780104" y="2824064"/>
            <a:ext cx="14294163" cy="5078313"/>
          </a:xfrm>
          <a:prstGeom prst="rect">
            <a:avLst/>
          </a:prstGeom>
        </p:spPr>
        <p:txBody>
          <a:bodyPr wrap="square" lIns="0" tIns="0" rIns="0" bIns="0" rtlCol="0" anchor="t">
            <a:spAutoFit/>
          </a:bodyPr>
          <a:lstStyle/>
          <a:p>
            <a:pPr marL="1079501" lvl="1" indent="-539750">
              <a:lnSpc>
                <a:spcPct val="150000"/>
              </a:lnSpc>
              <a:buFont typeface="Arial"/>
              <a:buChar char="•"/>
            </a:pPr>
            <a:r>
              <a:rPr lang="en-US" sz="5500" dirty="0">
                <a:solidFill>
                  <a:srgbClr val="1C2B2B"/>
                </a:solidFill>
                <a:latin typeface="Monterchi"/>
                <a:ea typeface="Monterchi"/>
                <a:cs typeface="Monterchi"/>
                <a:sym typeface="Monterchi"/>
              </a:rPr>
              <a:t>Identify equations that can be transformed into quadratic equations. </a:t>
            </a:r>
          </a:p>
          <a:p>
            <a:pPr marL="1079501" lvl="1" indent="-539750">
              <a:lnSpc>
                <a:spcPct val="150000"/>
              </a:lnSpc>
              <a:buFont typeface="Arial"/>
              <a:buChar char="•"/>
            </a:pPr>
            <a:r>
              <a:rPr lang="en-US" sz="5500" dirty="0">
                <a:solidFill>
                  <a:srgbClr val="1C2B2B"/>
                </a:solidFill>
                <a:latin typeface="Monterchi"/>
                <a:ea typeface="Monterchi"/>
                <a:cs typeface="Monterchi"/>
                <a:sym typeface="Monterchi"/>
              </a:rPr>
              <a:t>Transform equations into quadratic equations. </a:t>
            </a:r>
          </a:p>
          <a:p>
            <a:pPr marL="1079501" lvl="1" indent="-539750">
              <a:lnSpc>
                <a:spcPct val="150000"/>
              </a:lnSpc>
              <a:buFont typeface="Arial"/>
              <a:buChar char="•"/>
            </a:pPr>
            <a:r>
              <a:rPr lang="en-US" sz="5500" dirty="0">
                <a:solidFill>
                  <a:srgbClr val="1C2B2B"/>
                </a:solidFill>
                <a:latin typeface="Monterchi"/>
                <a:ea typeface="Monterchi"/>
                <a:cs typeface="Monterchi"/>
                <a:sym typeface="Monterchi"/>
              </a:rPr>
              <a:t>Solve equations by rewriting them in quadratic form.</a:t>
            </a:r>
          </a:p>
        </p:txBody>
      </p:sp>
      <p:sp>
        <p:nvSpPr>
          <p:cNvPr id="14" name="Freeform 14"/>
          <p:cNvSpPr/>
          <p:nvPr/>
        </p:nvSpPr>
        <p:spPr>
          <a:xfrm>
            <a:off x="-1573188" y="7256692"/>
            <a:ext cx="3353292" cy="1060479"/>
          </a:xfrm>
          <a:custGeom>
            <a:avLst/>
            <a:gdLst/>
            <a:ahLst/>
            <a:cxnLst/>
            <a:rect l="l" t="t" r="r" b="b"/>
            <a:pathLst>
              <a:path w="3353292" h="1060479">
                <a:moveTo>
                  <a:pt x="0" y="0"/>
                </a:moveTo>
                <a:lnTo>
                  <a:pt x="3353292" y="0"/>
                </a:lnTo>
                <a:lnTo>
                  <a:pt x="3353292" y="1060479"/>
                </a:lnTo>
                <a:lnTo>
                  <a:pt x="0" y="1060479"/>
                </a:lnTo>
                <a:lnTo>
                  <a:pt x="0" y="0"/>
                </a:lnTo>
                <a:close/>
              </a:path>
            </a:pathLst>
          </a:custGeom>
          <a:blipFill>
            <a:blip r:embed="rId3"/>
            <a:stretch>
              <a:fillRect/>
            </a:stretch>
          </a:blipFill>
        </p:spPr>
        <p:txBody>
          <a:bodyPr/>
          <a:lstStyle/>
          <a:p>
            <a:endParaRPr lang="en-PH"/>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78275-9BAF-2C09-6ADD-D8E5FA67E9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DF82CD-8848-2CA9-81FA-E2694D999A8E}"/>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7C2BF88E-410C-16E0-DDC8-167CAD809708}"/>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78B7F9FD-F128-DA19-3A1D-7FEB6C12F36E}"/>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1B3F330-21DE-D6A7-B713-40EE0BCD9100}"/>
              </a:ext>
            </a:extLst>
          </p:cNvPr>
          <p:cNvGrpSpPr/>
          <p:nvPr/>
        </p:nvGrpSpPr>
        <p:grpSpPr>
          <a:xfrm>
            <a:off x="0" y="8710751"/>
            <a:ext cx="18288000" cy="1015907"/>
            <a:chOff x="0" y="0"/>
            <a:chExt cx="4816593" cy="541866"/>
          </a:xfrm>
        </p:grpSpPr>
        <p:sp>
          <p:nvSpPr>
            <p:cNvPr id="6" name="Freeform 6">
              <a:extLst>
                <a:ext uri="{FF2B5EF4-FFF2-40B4-BE49-F238E27FC236}">
                  <a16:creationId xmlns:a16="http://schemas.microsoft.com/office/drawing/2014/main" id="{5C44A3D1-74BB-7F2D-02DC-95663ADF8C04}"/>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DF52A3FD-9C82-A51F-62F0-2474842CFDE6}"/>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6E94B45-F696-705E-341F-A1481875CDD0}"/>
              </a:ext>
            </a:extLst>
          </p:cNvPr>
          <p:cNvSpPr/>
          <p:nvPr/>
        </p:nvSpPr>
        <p:spPr>
          <a:xfrm>
            <a:off x="15958052" y="7149589"/>
            <a:ext cx="2081754" cy="2261641"/>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1505514E-67AB-4EB6-F513-6439266CD14B}"/>
              </a:ext>
            </a:extLst>
          </p:cNvPr>
          <p:cNvSpPr txBox="1"/>
          <p:nvPr/>
        </p:nvSpPr>
        <p:spPr>
          <a:xfrm>
            <a:off x="1943642" y="2100238"/>
            <a:ext cx="14517412" cy="4616648"/>
          </a:xfrm>
          <a:prstGeom prst="rect">
            <a:avLst/>
          </a:prstGeom>
        </p:spPr>
        <p:txBody>
          <a:bodyPr lIns="0" tIns="0" rIns="0" bIns="0" rtlCol="0" anchor="t">
            <a:spAutoFit/>
          </a:bodyPr>
          <a:lstStyle/>
          <a:p>
            <a:pPr algn="ctr"/>
            <a:r>
              <a:rPr lang="en-US" sz="15000" dirty="0">
                <a:solidFill>
                  <a:srgbClr val="223939"/>
                </a:solidFill>
                <a:latin typeface="Borsok"/>
                <a:ea typeface="Borsok"/>
                <a:cs typeface="Borsok"/>
                <a:sym typeface="Borsok"/>
              </a:rPr>
              <a:t>Exploration activity</a:t>
            </a:r>
          </a:p>
        </p:txBody>
      </p:sp>
      <p:sp>
        <p:nvSpPr>
          <p:cNvPr id="14" name="Freeform 14">
            <a:extLst>
              <a:ext uri="{FF2B5EF4-FFF2-40B4-BE49-F238E27FC236}">
                <a16:creationId xmlns:a16="http://schemas.microsoft.com/office/drawing/2014/main" id="{88CDA47D-9B78-C7F7-4479-8BECF410D08E}"/>
              </a:ext>
            </a:extLst>
          </p:cNvPr>
          <p:cNvSpPr/>
          <p:nvPr/>
        </p:nvSpPr>
        <p:spPr>
          <a:xfrm flipH="1">
            <a:off x="228600" y="7326878"/>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Tree>
    <p:extLst>
      <p:ext uri="{BB962C8B-B14F-4D97-AF65-F5344CB8AC3E}">
        <p14:creationId xmlns:p14="http://schemas.microsoft.com/office/powerpoint/2010/main" val="4165527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8693207B-0B44-B6AE-3121-9D667F70E7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C721F3-105A-615D-8D73-4C40AF74F0FE}"/>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08D5FC75-18A0-1D10-D550-0164CD6782CD}"/>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5A40BF09-9DBE-2CDC-0FB9-5273B9BE561C}"/>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A4114F18-5AA0-48CE-6427-D1DCBD9E1A78}"/>
              </a:ext>
            </a:extLst>
          </p:cNvPr>
          <p:cNvGrpSpPr/>
          <p:nvPr/>
        </p:nvGrpSpPr>
        <p:grpSpPr>
          <a:xfrm>
            <a:off x="762000" y="2006214"/>
            <a:ext cx="17144999" cy="7103524"/>
            <a:chOff x="0" y="0"/>
            <a:chExt cx="3381238" cy="1870887"/>
          </a:xfrm>
        </p:grpSpPr>
        <p:sp>
          <p:nvSpPr>
            <p:cNvPr id="6" name="Freeform 6">
              <a:extLst>
                <a:ext uri="{FF2B5EF4-FFF2-40B4-BE49-F238E27FC236}">
                  <a16:creationId xmlns:a16="http://schemas.microsoft.com/office/drawing/2014/main" id="{226BE19A-586C-5EEC-C98A-6C0696D84CCA}"/>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E4B0DBFA-0954-C5F9-46BB-E5B858EA5DA0}"/>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B633A3A6-B9CC-C757-3BA5-CC38E7A1AA5A}"/>
              </a:ext>
            </a:extLst>
          </p:cNvPr>
          <p:cNvGrpSpPr/>
          <p:nvPr/>
        </p:nvGrpSpPr>
        <p:grpSpPr>
          <a:xfrm>
            <a:off x="4057932" y="1177262"/>
            <a:ext cx="10227067" cy="1441927"/>
            <a:chOff x="0" y="0"/>
            <a:chExt cx="2693549" cy="436650"/>
          </a:xfrm>
        </p:grpSpPr>
        <p:sp>
          <p:nvSpPr>
            <p:cNvPr id="9" name="Freeform 9">
              <a:extLst>
                <a:ext uri="{FF2B5EF4-FFF2-40B4-BE49-F238E27FC236}">
                  <a16:creationId xmlns:a16="http://schemas.microsoft.com/office/drawing/2014/main" id="{9A26EAE2-6E52-DB23-901D-BC6B628AEED7}"/>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FA1CCE4D-83FB-440F-EFE8-7F0B6C16C841}"/>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510D0593-7EC4-AE58-4513-B7F796E00859}"/>
              </a:ext>
            </a:extLst>
          </p:cNvPr>
          <p:cNvSpPr txBox="1"/>
          <p:nvPr/>
        </p:nvSpPr>
        <p:spPr>
          <a:xfrm>
            <a:off x="774032" y="2395613"/>
            <a:ext cx="11277600" cy="1211870"/>
          </a:xfrm>
          <a:prstGeom prst="rect">
            <a:avLst/>
          </a:prstGeom>
        </p:spPr>
        <p:txBody>
          <a:bodyPr wrap="square" lIns="0" tIns="0" rIns="0" bIns="0" rtlCol="0" anchor="t">
            <a:spAutoFit/>
          </a:bodyPr>
          <a:lstStyle/>
          <a:p>
            <a:pPr marL="431799" lvl="1" algn="just">
              <a:lnSpc>
                <a:spcPct val="200000"/>
              </a:lnSpc>
            </a:pPr>
            <a:r>
              <a:rPr lang="en-PH" sz="4500" dirty="0">
                <a:solidFill>
                  <a:srgbClr val="1C2B2B"/>
                </a:solidFill>
                <a:latin typeface="Monterchi"/>
                <a:ea typeface="Monterchi"/>
                <a:cs typeface="Monterchi"/>
                <a:sym typeface="Monterchi"/>
              </a:rPr>
              <a:t>Let’s consider the scenario…</a:t>
            </a:r>
          </a:p>
        </p:txBody>
      </p:sp>
      <p:sp>
        <p:nvSpPr>
          <p:cNvPr id="21" name="Freeform 14">
            <a:extLst>
              <a:ext uri="{FF2B5EF4-FFF2-40B4-BE49-F238E27FC236}">
                <a16:creationId xmlns:a16="http://schemas.microsoft.com/office/drawing/2014/main" id="{867A055B-CA85-FE79-43F5-3062A2CC565D}"/>
              </a:ext>
            </a:extLst>
          </p:cNvPr>
          <p:cNvSpPr/>
          <p:nvPr/>
        </p:nvSpPr>
        <p:spPr>
          <a:xfrm flipH="1">
            <a:off x="381000" y="8531043"/>
            <a:ext cx="1770629" cy="1817948"/>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p:sp>
        <p:nvSpPr>
          <p:cNvPr id="11" name="TextBox 19">
            <a:extLst>
              <a:ext uri="{FF2B5EF4-FFF2-40B4-BE49-F238E27FC236}">
                <a16:creationId xmlns:a16="http://schemas.microsoft.com/office/drawing/2014/main" id="{E0F46C32-F8E2-5E44-F0BA-6259FFA068CF}"/>
              </a:ext>
            </a:extLst>
          </p:cNvPr>
          <p:cNvSpPr txBox="1"/>
          <p:nvPr/>
        </p:nvSpPr>
        <p:spPr>
          <a:xfrm>
            <a:off x="4717328" y="1325820"/>
            <a:ext cx="8990186" cy="1000274"/>
          </a:xfrm>
          <a:prstGeom prst="rect">
            <a:avLst/>
          </a:prstGeom>
        </p:spPr>
        <p:txBody>
          <a:bodyPr wrap="square" lIns="0" tIns="0" rIns="0" bIns="0" rtlCol="0" anchor="t">
            <a:spAutoFit/>
          </a:bodyPr>
          <a:lstStyle/>
          <a:p>
            <a:pPr algn="ctr">
              <a:lnSpc>
                <a:spcPts val="8399"/>
              </a:lnSpc>
            </a:pPr>
            <a:r>
              <a:rPr lang="en-US" sz="5000" dirty="0">
                <a:solidFill>
                  <a:srgbClr val="E1E1E1"/>
                </a:solidFill>
                <a:latin typeface="Bugaki"/>
                <a:ea typeface="Bugaki"/>
                <a:cs typeface="Bugaki"/>
                <a:sym typeface="Bugaki"/>
              </a:rPr>
              <a:t>Exploration Activity</a:t>
            </a:r>
          </a:p>
        </p:txBody>
      </p:sp>
      <p:sp>
        <p:nvSpPr>
          <p:cNvPr id="14" name="TextBox 12">
            <a:extLst>
              <a:ext uri="{FF2B5EF4-FFF2-40B4-BE49-F238E27FC236}">
                <a16:creationId xmlns:a16="http://schemas.microsoft.com/office/drawing/2014/main" id="{ED3677C1-1BD3-AF58-2DDC-E1ABB3D49A52}"/>
              </a:ext>
            </a:extLst>
          </p:cNvPr>
          <p:cNvSpPr txBox="1"/>
          <p:nvPr/>
        </p:nvSpPr>
        <p:spPr>
          <a:xfrm>
            <a:off x="774032" y="3677002"/>
            <a:ext cx="16511336" cy="4770537"/>
          </a:xfrm>
          <a:prstGeom prst="rect">
            <a:avLst/>
          </a:prstGeom>
        </p:spPr>
        <p:txBody>
          <a:bodyPr wrap="square" lIns="0" tIns="0" rIns="0" bIns="0" rtlCol="0" anchor="t">
            <a:spAutoFit/>
          </a:bodyPr>
          <a:lstStyle/>
          <a:p>
            <a:pPr marL="431799" lvl="1" algn="just">
              <a:lnSpc>
                <a:spcPct val="200000"/>
              </a:lnSpc>
            </a:pPr>
            <a:r>
              <a:rPr lang="en-US" sz="4000" dirty="0">
                <a:solidFill>
                  <a:srgbClr val="1C2B2B"/>
                </a:solidFill>
                <a:latin typeface="Monterchi"/>
                <a:ea typeface="Monterchi"/>
                <a:cs typeface="Monterchi"/>
                <a:sym typeface="Monterchi"/>
              </a:rPr>
              <a:t>During the school fair, the Math Club designed a square bulletin board. To make it more attractive, they added a 4-meter extension to one side of the board. The resulting rectangular bulletin board has an area of 60 square meters. What is the length of the side of the original square bulletin board?</a:t>
            </a:r>
            <a:endParaRPr lang="en-PH" sz="4000" dirty="0">
              <a:solidFill>
                <a:srgbClr val="1C2B2B"/>
              </a:solidFill>
              <a:latin typeface="Monterchi"/>
              <a:ea typeface="Monterchi"/>
              <a:cs typeface="Monterchi"/>
              <a:sym typeface="Monterchi"/>
            </a:endParaRPr>
          </a:p>
        </p:txBody>
      </p:sp>
    </p:spTree>
    <p:extLst>
      <p:ext uri="{BB962C8B-B14F-4D97-AF65-F5344CB8AC3E}">
        <p14:creationId xmlns:p14="http://schemas.microsoft.com/office/powerpoint/2010/main" val="10279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2254-7799-1D7E-3F51-E9E10D007BF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3B732F-94F7-9EF9-9441-7716ADBA7EF6}"/>
              </a:ext>
            </a:extLst>
          </p:cNvPr>
          <p:cNvGrpSpPr/>
          <p:nvPr/>
        </p:nvGrpSpPr>
        <p:grpSpPr>
          <a:xfrm>
            <a:off x="-8212277" y="0"/>
            <a:ext cx="34712554" cy="8772618"/>
            <a:chOff x="0" y="0"/>
            <a:chExt cx="46283405" cy="11696823"/>
          </a:xfrm>
        </p:grpSpPr>
        <p:sp>
          <p:nvSpPr>
            <p:cNvPr id="3" name="Freeform 3">
              <a:extLst>
                <a:ext uri="{FF2B5EF4-FFF2-40B4-BE49-F238E27FC236}">
                  <a16:creationId xmlns:a16="http://schemas.microsoft.com/office/drawing/2014/main" id="{98C7C39E-D6C8-64F7-56DC-C6FCF62E7BC9}"/>
                </a:ext>
              </a:extLst>
            </p:cNvPr>
            <p:cNvSpPr/>
            <p:nvPr/>
          </p:nvSpPr>
          <p:spPr>
            <a:xfrm>
              <a:off x="0"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9E0CC267-64C3-442B-C05C-8DE52DDA76A8}"/>
                </a:ext>
              </a:extLst>
            </p:cNvPr>
            <p:cNvSpPr/>
            <p:nvPr/>
          </p:nvSpPr>
          <p:spPr>
            <a:xfrm>
              <a:off x="23063905" y="0"/>
              <a:ext cx="23219500" cy="11696823"/>
            </a:xfrm>
            <a:custGeom>
              <a:avLst/>
              <a:gdLst/>
              <a:ahLst/>
              <a:cxnLst/>
              <a:rect l="l" t="t" r="r" b="b"/>
              <a:pathLst>
                <a:path w="23219500" h="11696823">
                  <a:moveTo>
                    <a:pt x="0" y="0"/>
                  </a:moveTo>
                  <a:lnTo>
                    <a:pt x="23219500" y="0"/>
                  </a:lnTo>
                  <a:lnTo>
                    <a:pt x="23219500" y="11696823"/>
                  </a:lnTo>
                  <a:lnTo>
                    <a:pt x="0" y="11696823"/>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8B8BAFF-B5F6-28B5-8792-30952C1AC8E3}"/>
              </a:ext>
            </a:extLst>
          </p:cNvPr>
          <p:cNvGrpSpPr/>
          <p:nvPr/>
        </p:nvGrpSpPr>
        <p:grpSpPr>
          <a:xfrm>
            <a:off x="0" y="8229603"/>
            <a:ext cx="18288000" cy="2057397"/>
            <a:chOff x="0" y="0"/>
            <a:chExt cx="4816593" cy="541866"/>
          </a:xfrm>
        </p:grpSpPr>
        <p:sp>
          <p:nvSpPr>
            <p:cNvPr id="6" name="Freeform 6">
              <a:extLst>
                <a:ext uri="{FF2B5EF4-FFF2-40B4-BE49-F238E27FC236}">
                  <a16:creationId xmlns:a16="http://schemas.microsoft.com/office/drawing/2014/main" id="{A6950B06-1816-B65E-187D-6C9A94A073DF}"/>
                </a:ext>
              </a:extLst>
            </p:cNvPr>
            <p:cNvSpPr/>
            <p:nvPr/>
          </p:nvSpPr>
          <p:spPr>
            <a:xfrm>
              <a:off x="0" y="0"/>
              <a:ext cx="4816592" cy="541866"/>
            </a:xfrm>
            <a:custGeom>
              <a:avLst/>
              <a:gdLst/>
              <a:ahLst/>
              <a:cxnLst/>
              <a:rect l="l" t="t" r="r" b="b"/>
              <a:pathLst>
                <a:path w="4816592" h="541866">
                  <a:moveTo>
                    <a:pt x="0" y="0"/>
                  </a:moveTo>
                  <a:lnTo>
                    <a:pt x="4816592" y="0"/>
                  </a:lnTo>
                  <a:lnTo>
                    <a:pt x="4816592" y="541866"/>
                  </a:lnTo>
                  <a:lnTo>
                    <a:pt x="0" y="541866"/>
                  </a:lnTo>
                  <a:close/>
                </a:path>
              </a:pathLst>
            </a:custGeom>
            <a:solidFill>
              <a:srgbClr val="1C2B2B"/>
            </a:solidFill>
          </p:spPr>
          <p:txBody>
            <a:bodyPr/>
            <a:lstStyle/>
            <a:p>
              <a:endParaRPr lang="en-PH"/>
            </a:p>
          </p:txBody>
        </p:sp>
        <p:sp>
          <p:nvSpPr>
            <p:cNvPr id="7" name="TextBox 7">
              <a:extLst>
                <a:ext uri="{FF2B5EF4-FFF2-40B4-BE49-F238E27FC236}">
                  <a16:creationId xmlns:a16="http://schemas.microsoft.com/office/drawing/2014/main" id="{C00C322E-B8B8-D3F7-8903-E47EE8701480}"/>
                </a:ext>
              </a:extLst>
            </p:cNvPr>
            <p:cNvSpPr txBox="1"/>
            <p:nvPr/>
          </p:nvSpPr>
          <p:spPr>
            <a:xfrm>
              <a:off x="0" y="-38100"/>
              <a:ext cx="4816593" cy="57996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9D5418A0-3C4E-1ACD-2507-43B65FD14BDD}"/>
              </a:ext>
            </a:extLst>
          </p:cNvPr>
          <p:cNvSpPr/>
          <p:nvPr/>
        </p:nvSpPr>
        <p:spPr>
          <a:xfrm rot="-1044510">
            <a:off x="432583" y="5509725"/>
            <a:ext cx="2278479" cy="2204428"/>
          </a:xfrm>
          <a:custGeom>
            <a:avLst/>
            <a:gdLst/>
            <a:ahLst/>
            <a:cxnLst/>
            <a:rect l="l" t="t" r="r" b="b"/>
            <a:pathLst>
              <a:path w="2278479" h="2204428">
                <a:moveTo>
                  <a:pt x="0" y="0"/>
                </a:moveTo>
                <a:lnTo>
                  <a:pt x="2278479" y="0"/>
                </a:lnTo>
                <a:lnTo>
                  <a:pt x="2278479" y="2204428"/>
                </a:lnTo>
                <a:lnTo>
                  <a:pt x="0" y="22044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9" name="Freeform 9">
            <a:extLst>
              <a:ext uri="{FF2B5EF4-FFF2-40B4-BE49-F238E27FC236}">
                <a16:creationId xmlns:a16="http://schemas.microsoft.com/office/drawing/2014/main" id="{548126AD-B92F-FE69-6B05-871D56A2715D}"/>
              </a:ext>
            </a:extLst>
          </p:cNvPr>
          <p:cNvSpPr/>
          <p:nvPr/>
        </p:nvSpPr>
        <p:spPr>
          <a:xfrm>
            <a:off x="15830566" y="498475"/>
            <a:ext cx="1948919" cy="2057400"/>
          </a:xfrm>
          <a:custGeom>
            <a:avLst/>
            <a:gdLst/>
            <a:ahLst/>
            <a:cxnLst/>
            <a:rect l="l" t="t" r="r" b="b"/>
            <a:pathLst>
              <a:path w="1948919" h="2057400">
                <a:moveTo>
                  <a:pt x="0" y="0"/>
                </a:moveTo>
                <a:lnTo>
                  <a:pt x="1948919" y="0"/>
                </a:lnTo>
                <a:lnTo>
                  <a:pt x="1948919"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10" name="Freeform 10">
            <a:extLst>
              <a:ext uri="{FF2B5EF4-FFF2-40B4-BE49-F238E27FC236}">
                <a16:creationId xmlns:a16="http://schemas.microsoft.com/office/drawing/2014/main" id="{29FBD77E-5BC7-B964-A44D-568684269591}"/>
              </a:ext>
            </a:extLst>
          </p:cNvPr>
          <p:cNvSpPr/>
          <p:nvPr/>
        </p:nvSpPr>
        <p:spPr>
          <a:xfrm rot="-1252704">
            <a:off x="15906129" y="6843307"/>
            <a:ext cx="2107469" cy="812334"/>
          </a:xfrm>
          <a:custGeom>
            <a:avLst/>
            <a:gdLst/>
            <a:ahLst/>
            <a:cxnLst/>
            <a:rect l="l" t="t" r="r" b="b"/>
            <a:pathLst>
              <a:path w="2107469" h="812334">
                <a:moveTo>
                  <a:pt x="0" y="0"/>
                </a:moveTo>
                <a:lnTo>
                  <a:pt x="2107469" y="0"/>
                </a:lnTo>
                <a:lnTo>
                  <a:pt x="2107469" y="812333"/>
                </a:lnTo>
                <a:lnTo>
                  <a:pt x="0" y="8123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1" name="Freeform 11">
            <a:extLst>
              <a:ext uri="{FF2B5EF4-FFF2-40B4-BE49-F238E27FC236}">
                <a16:creationId xmlns:a16="http://schemas.microsoft.com/office/drawing/2014/main" id="{60589321-FB9E-609C-11C3-B262F1815A2C}"/>
              </a:ext>
            </a:extLst>
          </p:cNvPr>
          <p:cNvSpPr/>
          <p:nvPr/>
        </p:nvSpPr>
        <p:spPr>
          <a:xfrm rot="-2612862">
            <a:off x="2194794" y="2267616"/>
            <a:ext cx="553303" cy="792492"/>
          </a:xfrm>
          <a:custGeom>
            <a:avLst/>
            <a:gdLst/>
            <a:ahLst/>
            <a:cxnLst/>
            <a:rect l="l" t="t" r="r" b="b"/>
            <a:pathLst>
              <a:path w="553303" h="792492">
                <a:moveTo>
                  <a:pt x="0" y="0"/>
                </a:moveTo>
                <a:lnTo>
                  <a:pt x="553303" y="0"/>
                </a:lnTo>
                <a:lnTo>
                  <a:pt x="553303" y="792492"/>
                </a:lnTo>
                <a:lnTo>
                  <a:pt x="0" y="7924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2" name="TextBox 12">
            <a:extLst>
              <a:ext uri="{FF2B5EF4-FFF2-40B4-BE49-F238E27FC236}">
                <a16:creationId xmlns:a16="http://schemas.microsoft.com/office/drawing/2014/main" id="{74D18DB6-E84B-8564-814B-4C3D4D301780}"/>
              </a:ext>
            </a:extLst>
          </p:cNvPr>
          <p:cNvSpPr txBox="1"/>
          <p:nvPr/>
        </p:nvSpPr>
        <p:spPr>
          <a:xfrm>
            <a:off x="1885292" y="2568683"/>
            <a:ext cx="14517412" cy="2462213"/>
          </a:xfrm>
          <a:prstGeom prst="rect">
            <a:avLst/>
          </a:prstGeom>
        </p:spPr>
        <p:txBody>
          <a:bodyPr lIns="0" tIns="0" rIns="0" bIns="0" rtlCol="0" anchor="t">
            <a:spAutoFit/>
          </a:bodyPr>
          <a:lstStyle/>
          <a:p>
            <a:pPr algn="ctr"/>
            <a:r>
              <a:rPr lang="en-US" sz="8000" dirty="0">
                <a:solidFill>
                  <a:srgbClr val="223939"/>
                </a:solidFill>
                <a:latin typeface="Borsok"/>
                <a:ea typeface="Borsok"/>
                <a:cs typeface="Borsok"/>
                <a:sym typeface="Borsok"/>
              </a:rPr>
              <a:t>Equations transformable to quadratic equations</a:t>
            </a:r>
          </a:p>
        </p:txBody>
      </p:sp>
      <p:sp>
        <p:nvSpPr>
          <p:cNvPr id="13" name="Freeform 13">
            <a:extLst>
              <a:ext uri="{FF2B5EF4-FFF2-40B4-BE49-F238E27FC236}">
                <a16:creationId xmlns:a16="http://schemas.microsoft.com/office/drawing/2014/main" id="{42C66633-CB93-BF6F-33CB-96B93F0EA3B0}"/>
              </a:ext>
            </a:extLst>
          </p:cNvPr>
          <p:cNvSpPr/>
          <p:nvPr/>
        </p:nvSpPr>
        <p:spPr>
          <a:xfrm rot="7796296">
            <a:off x="15806891" y="5011824"/>
            <a:ext cx="553303" cy="792492"/>
          </a:xfrm>
          <a:custGeom>
            <a:avLst/>
            <a:gdLst/>
            <a:ahLst/>
            <a:cxnLst/>
            <a:rect l="l" t="t" r="r" b="b"/>
            <a:pathLst>
              <a:path w="553303" h="792492">
                <a:moveTo>
                  <a:pt x="0" y="0"/>
                </a:moveTo>
                <a:lnTo>
                  <a:pt x="553303" y="0"/>
                </a:lnTo>
                <a:lnTo>
                  <a:pt x="553303" y="792491"/>
                </a:lnTo>
                <a:lnTo>
                  <a:pt x="0" y="7924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4" name="Freeform 14">
            <a:extLst>
              <a:ext uri="{FF2B5EF4-FFF2-40B4-BE49-F238E27FC236}">
                <a16:creationId xmlns:a16="http://schemas.microsoft.com/office/drawing/2014/main" id="{BEA684B8-8BA1-D706-892B-535C2A60D4EF}"/>
              </a:ext>
            </a:extLst>
          </p:cNvPr>
          <p:cNvSpPr/>
          <p:nvPr/>
        </p:nvSpPr>
        <p:spPr>
          <a:xfrm flipH="1">
            <a:off x="389691" y="325554"/>
            <a:ext cx="2081754" cy="2055732"/>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7"/>
            <a:stretch>
              <a:fillRect/>
            </a:stretch>
          </a:blipFill>
        </p:spPr>
        <p:txBody>
          <a:bodyPr/>
          <a:lstStyle/>
          <a:p>
            <a:endParaRPr lang="en-PH"/>
          </a:p>
        </p:txBody>
      </p:sp>
      <p:sp>
        <p:nvSpPr>
          <p:cNvPr id="16" name="TextBox 17">
            <a:extLst>
              <a:ext uri="{FF2B5EF4-FFF2-40B4-BE49-F238E27FC236}">
                <a16:creationId xmlns:a16="http://schemas.microsoft.com/office/drawing/2014/main" id="{53EF8D7F-A17E-FB9C-88D5-4B52F6F8832F}"/>
              </a:ext>
            </a:extLst>
          </p:cNvPr>
          <p:cNvSpPr txBox="1"/>
          <p:nvPr/>
        </p:nvSpPr>
        <p:spPr>
          <a:xfrm>
            <a:off x="3268096" y="4994495"/>
            <a:ext cx="11868503" cy="827150"/>
          </a:xfrm>
          <a:prstGeom prst="rect">
            <a:avLst/>
          </a:prstGeom>
        </p:spPr>
        <p:txBody>
          <a:bodyPr lIns="0" tIns="0" rIns="0" bIns="0" rtlCol="0" anchor="t">
            <a:spAutoFit/>
          </a:bodyPr>
          <a:lstStyle/>
          <a:p>
            <a:pPr algn="ctr">
              <a:lnSpc>
                <a:spcPts val="7000"/>
              </a:lnSpc>
            </a:pPr>
            <a:r>
              <a:rPr lang="en-US" sz="4000" dirty="0">
                <a:solidFill>
                  <a:srgbClr val="2F4F4F"/>
                </a:solidFill>
                <a:latin typeface="Bugaki"/>
                <a:ea typeface="Bugaki"/>
                <a:cs typeface="Bugaki"/>
                <a:sym typeface="Bugaki"/>
              </a:rPr>
              <a:t>PART I</a:t>
            </a:r>
          </a:p>
        </p:txBody>
      </p:sp>
    </p:spTree>
    <p:extLst>
      <p:ext uri="{BB962C8B-B14F-4D97-AF65-F5344CB8AC3E}">
        <p14:creationId xmlns:p14="http://schemas.microsoft.com/office/powerpoint/2010/main" val="4256328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FF860142-A67F-FD20-8D00-CA2094161A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D1BA66-943D-2F81-D57F-40E9A64B3E10}"/>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52034C94-6A0E-81DD-01A5-31C969897D66}"/>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AFC3AD6F-1E00-034D-D382-9747ED69EF74}"/>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C09348A8-1151-1105-01ED-CAD5B376D0A7}"/>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3B13465F-C2D3-082B-42AA-DD845C131519}"/>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7F9162D4-9140-433B-A6FA-6FED870E99E2}"/>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0D241AEF-6E34-9BEB-52E0-25969256ED82}"/>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6DD2D6E-3F4B-F3EC-6EB9-53BE7305E7F7}"/>
                  </a:ext>
                </a:extLst>
              </p:cNvPr>
              <p:cNvSpPr txBox="1"/>
              <p:nvPr/>
            </p:nvSpPr>
            <p:spPr>
              <a:xfrm>
                <a:off x="4876800" y="3946762"/>
                <a:ext cx="9296400" cy="3077766"/>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𝒙</m:t>
                      </m:r>
                      <m:d>
                        <m:dPr>
                          <m:ctrlPr>
                            <a:rPr lang="en-PH" sz="10000" b="1" i="1" smtClean="0">
                              <a:solidFill>
                                <a:srgbClr val="1C2B2B"/>
                              </a:solidFill>
                              <a:latin typeface="Cambria Math" panose="02040503050406030204" pitchFamily="18" charset="0"/>
                              <a:ea typeface="Monterchi"/>
                              <a:cs typeface="Monterchi"/>
                              <a:sym typeface="Monterchi"/>
                            </a:rPr>
                          </m:ctrlPr>
                        </m:dPr>
                        <m:e>
                          <m:r>
                            <a:rPr lang="en-PH" sz="10000" b="1" i="1" smtClean="0">
                              <a:solidFill>
                                <a:srgbClr val="1C2B2B"/>
                              </a:solidFill>
                              <a:latin typeface="Cambria Math" panose="02040503050406030204" pitchFamily="18" charset="0"/>
                              <a:ea typeface="Monterchi"/>
                              <a:cs typeface="Monterchi"/>
                              <a:sym typeface="Monterchi"/>
                            </a:rPr>
                            <m:t>𝒙</m:t>
                          </m:r>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𝟒</m:t>
                          </m:r>
                        </m:e>
                      </m:d>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5" name="TextBox 14">
                <a:extLst>
                  <a:ext uri="{FF2B5EF4-FFF2-40B4-BE49-F238E27FC236}">
                    <a16:creationId xmlns:a16="http://schemas.microsoft.com/office/drawing/2014/main" id="{06DD2D6E-3F4B-F3EC-6EB9-53BE7305E7F7}"/>
                  </a:ext>
                </a:extLst>
              </p:cNvPr>
              <p:cNvSpPr txBox="1">
                <a:spLocks noRot="1" noChangeAspect="1" noMove="1" noResize="1" noEditPoints="1" noAdjustHandles="1" noChangeArrowheads="1" noChangeShapeType="1" noTextEdit="1"/>
              </p:cNvSpPr>
              <p:nvPr/>
            </p:nvSpPr>
            <p:spPr>
              <a:xfrm>
                <a:off x="4876800" y="3946762"/>
                <a:ext cx="9296400" cy="3077766"/>
              </a:xfrm>
              <a:prstGeom prst="rect">
                <a:avLst/>
              </a:prstGeom>
              <a:blipFill>
                <a:blip r:embed="rId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642031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6040E842-1C51-B0CB-3EC7-FEEE2D4BDA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290733C-1406-B0A7-ECE2-2BD5FAE54A6C}"/>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C17476AA-77BB-9238-5E9F-6D386BDDDDFD}"/>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0FD0AA24-59E5-8FCC-6838-182142ED163C}"/>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09F841EE-26B0-F820-803C-F4C322E6B826}"/>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D028A9B3-A9F3-7FDF-2242-809BFE9A873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4511606E-6AEF-E179-6368-7B11D1E68F81}"/>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37DB7BDC-3D1D-2EA9-0081-4AA1C9397AFF}"/>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10E1BDE-469C-48E1-CE00-5AEA72A0CC3F}"/>
                  </a:ext>
                </a:extLst>
              </p:cNvPr>
              <p:cNvSpPr txBox="1"/>
              <p:nvPr/>
            </p:nvSpPr>
            <p:spPr>
              <a:xfrm>
                <a:off x="5105400" y="2476500"/>
                <a:ext cx="9296400" cy="3077766"/>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𝒙</m:t>
                      </m:r>
                      <m:d>
                        <m:dPr>
                          <m:ctrlPr>
                            <a:rPr lang="en-PH" sz="10000" b="1" i="1" smtClean="0">
                              <a:solidFill>
                                <a:srgbClr val="1C2B2B"/>
                              </a:solidFill>
                              <a:latin typeface="Cambria Math" panose="02040503050406030204" pitchFamily="18" charset="0"/>
                              <a:ea typeface="Monterchi"/>
                              <a:cs typeface="Monterchi"/>
                              <a:sym typeface="Monterchi"/>
                            </a:rPr>
                          </m:ctrlPr>
                        </m:dPr>
                        <m:e>
                          <m:r>
                            <a:rPr lang="en-PH" sz="10000" b="1" i="1" smtClean="0">
                              <a:solidFill>
                                <a:srgbClr val="1C2B2B"/>
                              </a:solidFill>
                              <a:latin typeface="Cambria Math" panose="02040503050406030204" pitchFamily="18" charset="0"/>
                              <a:ea typeface="Monterchi"/>
                              <a:cs typeface="Monterchi"/>
                              <a:sym typeface="Monterchi"/>
                            </a:rPr>
                            <m:t>𝒙</m:t>
                          </m:r>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𝟒</m:t>
                          </m:r>
                        </m:e>
                      </m:d>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5" name="TextBox 14">
                <a:extLst>
                  <a:ext uri="{FF2B5EF4-FFF2-40B4-BE49-F238E27FC236}">
                    <a16:creationId xmlns:a16="http://schemas.microsoft.com/office/drawing/2014/main" id="{D10E1BDE-469C-48E1-CE00-5AEA72A0CC3F}"/>
                  </a:ext>
                </a:extLst>
              </p:cNvPr>
              <p:cNvSpPr txBox="1">
                <a:spLocks noRot="1" noChangeAspect="1" noMove="1" noResize="1" noEditPoints="1" noAdjustHandles="1" noChangeArrowheads="1" noChangeShapeType="1" noTextEdit="1"/>
              </p:cNvSpPr>
              <p:nvPr/>
            </p:nvSpPr>
            <p:spPr>
              <a:xfrm>
                <a:off x="5105400" y="2476500"/>
                <a:ext cx="9296400" cy="3077766"/>
              </a:xfrm>
              <a:prstGeom prst="rect">
                <a:avLst/>
              </a:prstGeom>
              <a:blipFill>
                <a:blip r:embed="rId4"/>
                <a:stretch>
                  <a:fillRect/>
                </a:stretch>
              </a:blipFill>
            </p:spPr>
            <p:txBody>
              <a:bodyPr/>
              <a:lstStyle/>
              <a:p>
                <a:r>
                  <a:rPr lang="en-PH">
                    <a:noFill/>
                  </a:rPr>
                  <a:t> </a:t>
                </a:r>
              </a:p>
            </p:txBody>
          </p:sp>
        </mc:Fallback>
      </mc:AlternateContent>
      <p:sp>
        <p:nvSpPr>
          <p:cNvPr id="8" name="Arrow: Curved Down 7">
            <a:extLst>
              <a:ext uri="{FF2B5EF4-FFF2-40B4-BE49-F238E27FC236}">
                <a16:creationId xmlns:a16="http://schemas.microsoft.com/office/drawing/2014/main" id="{D286906E-AEE9-22DB-D36A-AC4A2A930B9C}"/>
              </a:ext>
            </a:extLst>
          </p:cNvPr>
          <p:cNvSpPr/>
          <p:nvPr/>
        </p:nvSpPr>
        <p:spPr>
          <a:xfrm>
            <a:off x="6019800" y="2872383"/>
            <a:ext cx="1371600" cy="685800"/>
          </a:xfrm>
          <a:prstGeom prst="curvedDownArrow">
            <a:avLst>
              <a:gd name="adj1" fmla="val 25000"/>
              <a:gd name="adj2" fmla="val 50000"/>
              <a:gd name="adj3" fmla="val 4520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0" name="Arrow: Curved Down 9">
            <a:extLst>
              <a:ext uri="{FF2B5EF4-FFF2-40B4-BE49-F238E27FC236}">
                <a16:creationId xmlns:a16="http://schemas.microsoft.com/office/drawing/2014/main" id="{7F5312DB-0F5D-9D89-40F7-ED7500971631}"/>
              </a:ext>
            </a:extLst>
          </p:cNvPr>
          <p:cNvSpPr/>
          <p:nvPr/>
        </p:nvSpPr>
        <p:spPr>
          <a:xfrm>
            <a:off x="6019800" y="2476500"/>
            <a:ext cx="3657600" cy="1081683"/>
          </a:xfrm>
          <a:prstGeom prst="curved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8682B8D-98CC-9BB0-0FE9-231E67EDCA1A}"/>
                  </a:ext>
                </a:extLst>
              </p:cNvPr>
              <p:cNvSpPr txBox="1"/>
              <p:nvPr/>
            </p:nvSpPr>
            <p:spPr>
              <a:xfrm>
                <a:off x="5029200" y="5013425"/>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rgbClr val="1C2B2B"/>
                              </a:solidFill>
                              <a:latin typeface="Cambria Math" panose="02040503050406030204" pitchFamily="18" charset="0"/>
                              <a:ea typeface="Monterchi"/>
                              <a:cs typeface="Monterchi"/>
                              <a:sym typeface="Monterchi"/>
                            </a:rPr>
                          </m:ctrlPr>
                        </m:sSupPr>
                        <m:e>
                          <m:r>
                            <a:rPr lang="en-PH" sz="10000" b="1" i="1" smtClean="0">
                              <a:solidFill>
                                <a:srgbClr val="1C2B2B"/>
                              </a:solidFill>
                              <a:latin typeface="Cambria Math" panose="02040503050406030204" pitchFamily="18" charset="0"/>
                              <a:ea typeface="Monterchi"/>
                              <a:cs typeface="Monterchi"/>
                              <a:sym typeface="Monterchi"/>
                            </a:rPr>
                            <m:t>𝒙</m:t>
                          </m:r>
                        </m:e>
                        <m:sup>
                          <m:r>
                            <a:rPr lang="en-PH" sz="10000" b="1" i="1" smtClean="0">
                              <a:solidFill>
                                <a:srgbClr val="1C2B2B"/>
                              </a:solidFill>
                              <a:latin typeface="Cambria Math" panose="02040503050406030204" pitchFamily="18" charset="0"/>
                              <a:ea typeface="Monterchi"/>
                              <a:cs typeface="Monterchi"/>
                              <a:sym typeface="Monterchi"/>
                            </a:rPr>
                            <m:t>𝟐</m:t>
                          </m:r>
                        </m:sup>
                      </m:sSup>
                    </m:oMath>
                  </m:oMathPara>
                </a14:m>
                <a:endParaRPr lang="en-PH" sz="10000" b="1" dirty="0">
                  <a:solidFill>
                    <a:srgbClr val="1C2B2B"/>
                  </a:solidFill>
                  <a:latin typeface="Monterchi"/>
                  <a:ea typeface="Monterchi"/>
                  <a:cs typeface="Monterchi"/>
                  <a:sym typeface="Monterchi"/>
                </a:endParaRPr>
              </a:p>
            </p:txBody>
          </p:sp>
        </mc:Choice>
        <mc:Fallback>
          <p:sp>
            <p:nvSpPr>
              <p:cNvPr id="12" name="TextBox 11">
                <a:extLst>
                  <a:ext uri="{FF2B5EF4-FFF2-40B4-BE49-F238E27FC236}">
                    <a16:creationId xmlns:a16="http://schemas.microsoft.com/office/drawing/2014/main" id="{58682B8D-98CC-9BB0-0FE9-231E67EDCA1A}"/>
                  </a:ext>
                </a:extLst>
              </p:cNvPr>
              <p:cNvSpPr txBox="1">
                <a:spLocks noRot="1" noChangeAspect="1" noMove="1" noResize="1" noEditPoints="1" noAdjustHandles="1" noChangeArrowheads="1" noChangeShapeType="1" noTextEdit="1"/>
              </p:cNvSpPr>
              <p:nvPr/>
            </p:nvSpPr>
            <p:spPr>
              <a:xfrm>
                <a:off x="5029200" y="5013425"/>
                <a:ext cx="3124200" cy="3147272"/>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F4161AA-5E40-E064-54F1-23434DA828CD}"/>
                  </a:ext>
                </a:extLst>
              </p:cNvPr>
              <p:cNvSpPr txBox="1"/>
              <p:nvPr/>
            </p:nvSpPr>
            <p:spPr>
              <a:xfrm>
                <a:off x="7010400" y="5013425"/>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𝟒</m:t>
                      </m:r>
                      <m:r>
                        <a:rPr lang="en-PH" sz="10000" b="1" i="1" smtClean="0">
                          <a:solidFill>
                            <a:srgbClr val="1C2B2B"/>
                          </a:solidFill>
                          <a:latin typeface="Cambria Math" panose="02040503050406030204" pitchFamily="18" charset="0"/>
                          <a:ea typeface="Monterchi"/>
                          <a:cs typeface="Monterchi"/>
                          <a:sym typeface="Monterchi"/>
                        </a:rPr>
                        <m:t>𝒙</m:t>
                      </m:r>
                    </m:oMath>
                  </m:oMathPara>
                </a14:m>
                <a:endParaRPr lang="en-PH" sz="10000" b="1" dirty="0">
                  <a:solidFill>
                    <a:srgbClr val="1C2B2B"/>
                  </a:solidFill>
                  <a:latin typeface="Monterchi"/>
                  <a:ea typeface="Monterchi"/>
                  <a:cs typeface="Monterchi"/>
                  <a:sym typeface="Monterchi"/>
                </a:endParaRPr>
              </a:p>
            </p:txBody>
          </p:sp>
        </mc:Choice>
        <mc:Fallback>
          <p:sp>
            <p:nvSpPr>
              <p:cNvPr id="14" name="TextBox 13">
                <a:extLst>
                  <a:ext uri="{FF2B5EF4-FFF2-40B4-BE49-F238E27FC236}">
                    <a16:creationId xmlns:a16="http://schemas.microsoft.com/office/drawing/2014/main" id="{DF4161AA-5E40-E064-54F1-23434DA828CD}"/>
                  </a:ext>
                </a:extLst>
              </p:cNvPr>
              <p:cNvSpPr txBox="1">
                <a:spLocks noRot="1" noChangeAspect="1" noMove="1" noResize="1" noEditPoints="1" noAdjustHandles="1" noChangeArrowheads="1" noChangeShapeType="1" noTextEdit="1"/>
              </p:cNvSpPr>
              <p:nvPr/>
            </p:nvSpPr>
            <p:spPr>
              <a:xfrm>
                <a:off x="7010400" y="5013425"/>
                <a:ext cx="3124200" cy="3147272"/>
              </a:xfrm>
              <a:prstGeom prst="rect">
                <a:avLst/>
              </a:prstGeom>
              <a:blipFill>
                <a:blip r:embed="rId6"/>
                <a:stretch>
                  <a:fillRect r="-195"/>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C8AD95EE-3798-2EB8-8E0A-A2763B6E08DD}"/>
                  </a:ext>
                </a:extLst>
              </p:cNvPr>
              <p:cNvSpPr txBox="1"/>
              <p:nvPr/>
            </p:nvSpPr>
            <p:spPr>
              <a:xfrm>
                <a:off x="10162309" y="5013425"/>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7" name="TextBox 16">
                <a:extLst>
                  <a:ext uri="{FF2B5EF4-FFF2-40B4-BE49-F238E27FC236}">
                    <a16:creationId xmlns:a16="http://schemas.microsoft.com/office/drawing/2014/main" id="{C8AD95EE-3798-2EB8-8E0A-A2763B6E08DD}"/>
                  </a:ext>
                </a:extLst>
              </p:cNvPr>
              <p:cNvSpPr txBox="1">
                <a:spLocks noRot="1" noChangeAspect="1" noMove="1" noResize="1" noEditPoints="1" noAdjustHandles="1" noChangeArrowheads="1" noChangeShapeType="1" noTextEdit="1"/>
              </p:cNvSpPr>
              <p:nvPr/>
            </p:nvSpPr>
            <p:spPr>
              <a:xfrm>
                <a:off x="10162309" y="5013425"/>
                <a:ext cx="3124200" cy="3147272"/>
              </a:xfrm>
              <a:prstGeom prst="rect">
                <a:avLst/>
              </a:prstGeom>
              <a:blipFill>
                <a:blip r:embed="rId7"/>
                <a:stretch>
                  <a:fillRect r="-1559"/>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7266FD0C-9834-D521-838F-D9E2A7529267}"/>
                  </a:ext>
                </a:extLst>
              </p:cNvPr>
              <p:cNvSpPr txBox="1"/>
              <p:nvPr/>
            </p:nvSpPr>
            <p:spPr>
              <a:xfrm>
                <a:off x="4792093" y="655109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chemeClr val="bg1"/>
                              </a:solidFill>
                              <a:latin typeface="Cambria Math" panose="02040503050406030204" pitchFamily="18" charset="0"/>
                              <a:ea typeface="Monterchi"/>
                              <a:cs typeface="Monterchi"/>
                              <a:sym typeface="Monterchi"/>
                            </a:rPr>
                          </m:ctrlPr>
                        </m:sSupPr>
                        <m:e>
                          <m:r>
                            <a:rPr lang="en-PH" sz="10000" b="1" i="1" smtClean="0">
                              <a:solidFill>
                                <a:schemeClr val="bg1"/>
                              </a:solidFill>
                              <a:latin typeface="Cambria Math" panose="02040503050406030204" pitchFamily="18" charset="0"/>
                              <a:ea typeface="Monterchi"/>
                              <a:cs typeface="Monterchi"/>
                              <a:sym typeface="Monterchi"/>
                            </a:rPr>
                            <m:t>𝒙</m:t>
                          </m:r>
                        </m:e>
                        <m:sup>
                          <m:r>
                            <a:rPr lang="en-PH" sz="10000" b="1" i="1" smtClean="0">
                              <a:solidFill>
                                <a:schemeClr val="bg1"/>
                              </a:solidFill>
                              <a:latin typeface="Cambria Math" panose="02040503050406030204" pitchFamily="18" charset="0"/>
                              <a:ea typeface="Monterchi"/>
                              <a:cs typeface="Monterchi"/>
                              <a:sym typeface="Monterchi"/>
                            </a:rPr>
                            <m:t>𝟐</m:t>
                          </m:r>
                        </m:sup>
                      </m:sSup>
                    </m:oMath>
                  </m:oMathPara>
                </a14:m>
                <a:endParaRPr lang="en-PH" sz="10000" b="1" dirty="0">
                  <a:solidFill>
                    <a:schemeClr val="bg1"/>
                  </a:solidFill>
                  <a:latin typeface="Monterchi"/>
                  <a:ea typeface="Monterchi"/>
                  <a:cs typeface="Monterchi"/>
                  <a:sym typeface="Monterchi"/>
                </a:endParaRPr>
              </a:p>
            </p:txBody>
          </p:sp>
        </mc:Choice>
        <mc:Fallback>
          <p:sp>
            <p:nvSpPr>
              <p:cNvPr id="18" name="TextBox 17">
                <a:extLst>
                  <a:ext uri="{FF2B5EF4-FFF2-40B4-BE49-F238E27FC236}">
                    <a16:creationId xmlns:a16="http://schemas.microsoft.com/office/drawing/2014/main" id="{7266FD0C-9834-D521-838F-D9E2A7529267}"/>
                  </a:ext>
                </a:extLst>
              </p:cNvPr>
              <p:cNvSpPr txBox="1">
                <a:spLocks noRot="1" noChangeAspect="1" noMove="1" noResize="1" noEditPoints="1" noAdjustHandles="1" noChangeArrowheads="1" noChangeShapeType="1" noTextEdit="1"/>
              </p:cNvSpPr>
              <p:nvPr/>
            </p:nvSpPr>
            <p:spPr>
              <a:xfrm>
                <a:off x="4792093" y="6551097"/>
                <a:ext cx="3124200" cy="3147272"/>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B1EDD2A-BBB9-1E64-3174-36F44BD461BC}"/>
                  </a:ext>
                </a:extLst>
              </p:cNvPr>
              <p:cNvSpPr txBox="1"/>
              <p:nvPr/>
            </p:nvSpPr>
            <p:spPr>
              <a:xfrm>
                <a:off x="6457474" y="643698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chemeClr val="bg1"/>
                          </a:solidFill>
                          <a:latin typeface="Cambria Math" panose="02040503050406030204" pitchFamily="18" charset="0"/>
                          <a:ea typeface="Monterchi"/>
                          <a:cs typeface="Monterchi"/>
                          <a:sym typeface="Monterchi"/>
                        </a:rPr>
                        <m:t>+ </m:t>
                      </m:r>
                      <m:r>
                        <a:rPr lang="en-PH" sz="10000" b="1" i="1" smtClean="0">
                          <a:solidFill>
                            <a:schemeClr val="bg1"/>
                          </a:solidFill>
                          <a:latin typeface="Cambria Math" panose="02040503050406030204" pitchFamily="18" charset="0"/>
                          <a:ea typeface="Monterchi"/>
                          <a:cs typeface="Monterchi"/>
                          <a:sym typeface="Monterchi"/>
                        </a:rPr>
                        <m:t>𝟒</m:t>
                      </m:r>
                      <m:r>
                        <a:rPr lang="en-PH" sz="10000" b="1" i="1" smtClean="0">
                          <a:solidFill>
                            <a:schemeClr val="bg1"/>
                          </a:solidFill>
                          <a:latin typeface="Cambria Math" panose="02040503050406030204" pitchFamily="18" charset="0"/>
                          <a:ea typeface="Monterchi"/>
                          <a:cs typeface="Monterchi"/>
                          <a:sym typeface="Monterchi"/>
                        </a:rPr>
                        <m:t>𝒙</m:t>
                      </m:r>
                    </m:oMath>
                  </m:oMathPara>
                </a14:m>
                <a:endParaRPr lang="en-PH" sz="10000" b="1" dirty="0">
                  <a:solidFill>
                    <a:schemeClr val="bg1"/>
                  </a:solidFill>
                  <a:latin typeface="Monterchi"/>
                  <a:ea typeface="Monterchi"/>
                  <a:cs typeface="Monterchi"/>
                  <a:sym typeface="Monterchi"/>
                </a:endParaRPr>
              </a:p>
            </p:txBody>
          </p:sp>
        </mc:Choice>
        <mc:Fallback>
          <p:sp>
            <p:nvSpPr>
              <p:cNvPr id="19" name="TextBox 18">
                <a:extLst>
                  <a:ext uri="{FF2B5EF4-FFF2-40B4-BE49-F238E27FC236}">
                    <a16:creationId xmlns:a16="http://schemas.microsoft.com/office/drawing/2014/main" id="{5B1EDD2A-BBB9-1E64-3174-36F44BD461BC}"/>
                  </a:ext>
                </a:extLst>
              </p:cNvPr>
              <p:cNvSpPr txBox="1">
                <a:spLocks noRot="1" noChangeAspect="1" noMove="1" noResize="1" noEditPoints="1" noAdjustHandles="1" noChangeArrowheads="1" noChangeShapeType="1" noTextEdit="1"/>
              </p:cNvSpPr>
              <p:nvPr/>
            </p:nvSpPr>
            <p:spPr>
              <a:xfrm>
                <a:off x="6457474" y="6436987"/>
                <a:ext cx="3124200" cy="3147272"/>
              </a:xfrm>
              <a:prstGeom prst="rect">
                <a:avLst/>
              </a:prstGeom>
              <a:blipFill>
                <a:blip r:embed="rId9"/>
                <a:stretch>
                  <a:fillRect r="-390"/>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5EC2E541-87D2-50EA-A69D-E05FCE6A64EA}"/>
                  </a:ext>
                </a:extLst>
              </p:cNvPr>
              <p:cNvSpPr txBox="1"/>
              <p:nvPr/>
            </p:nvSpPr>
            <p:spPr>
              <a:xfrm>
                <a:off x="10640695" y="6374221"/>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chemeClr val="bg1"/>
                          </a:solidFill>
                          <a:latin typeface="Cambria Math" panose="02040503050406030204" pitchFamily="18" charset="0"/>
                          <a:ea typeface="Monterchi"/>
                          <a:cs typeface="Monterchi"/>
                          <a:sym typeface="Monterchi"/>
                        </a:rPr>
                        <m:t>=</m:t>
                      </m:r>
                      <m:r>
                        <a:rPr lang="en-PH" sz="10000" b="1" i="1" smtClean="0">
                          <a:solidFill>
                            <a:schemeClr val="bg1"/>
                          </a:solidFill>
                          <a:latin typeface="Cambria Math" panose="02040503050406030204" pitchFamily="18" charset="0"/>
                          <a:ea typeface="Monterchi"/>
                          <a:cs typeface="Monterchi"/>
                          <a:sym typeface="Monterchi"/>
                        </a:rPr>
                        <m:t>𝟔𝟎</m:t>
                      </m:r>
                    </m:oMath>
                  </m:oMathPara>
                </a14:m>
                <a:endParaRPr lang="en-PH" sz="10000" b="1" dirty="0">
                  <a:solidFill>
                    <a:schemeClr val="bg1"/>
                  </a:solidFill>
                  <a:latin typeface="Monterchi"/>
                  <a:ea typeface="Monterchi"/>
                  <a:cs typeface="Monterchi"/>
                  <a:sym typeface="Monterchi"/>
                </a:endParaRPr>
              </a:p>
            </p:txBody>
          </p:sp>
        </mc:Choice>
        <mc:Fallback>
          <p:sp>
            <p:nvSpPr>
              <p:cNvPr id="20" name="TextBox 19">
                <a:extLst>
                  <a:ext uri="{FF2B5EF4-FFF2-40B4-BE49-F238E27FC236}">
                    <a16:creationId xmlns:a16="http://schemas.microsoft.com/office/drawing/2014/main" id="{5EC2E541-87D2-50EA-A69D-E05FCE6A64EA}"/>
                  </a:ext>
                </a:extLst>
              </p:cNvPr>
              <p:cNvSpPr txBox="1">
                <a:spLocks noRot="1" noChangeAspect="1" noMove="1" noResize="1" noEditPoints="1" noAdjustHandles="1" noChangeArrowheads="1" noChangeShapeType="1" noTextEdit="1"/>
              </p:cNvSpPr>
              <p:nvPr/>
            </p:nvSpPr>
            <p:spPr>
              <a:xfrm>
                <a:off x="10640695" y="6374221"/>
                <a:ext cx="3124200" cy="3147272"/>
              </a:xfrm>
              <a:prstGeom prst="rect">
                <a:avLst/>
              </a:prstGeom>
              <a:blipFill>
                <a:blip r:embed="rId10"/>
                <a:stretch>
                  <a:fillRect r="-1563"/>
                </a:stretch>
              </a:blipFill>
            </p:spPr>
            <p:txBody>
              <a:bodyPr/>
              <a:lstStyle/>
              <a:p>
                <a:r>
                  <a:rPr lang="en-PH">
                    <a:noFill/>
                  </a:rPr>
                  <a:t> </a:t>
                </a:r>
              </a:p>
            </p:txBody>
          </p:sp>
        </mc:Fallback>
      </mc:AlternateContent>
    </p:spTree>
    <p:extLst>
      <p:ext uri="{BB962C8B-B14F-4D97-AF65-F5344CB8AC3E}">
        <p14:creationId xmlns:p14="http://schemas.microsoft.com/office/powerpoint/2010/main" val="41045259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7"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1000"/>
                                        <p:tgtEl>
                                          <p:spTgt spid="20"/>
                                        </p:tgtEl>
                                      </p:cBhvr>
                                    </p:animEffect>
                                    <p:anim calcmode="lin" valueType="num">
                                      <p:cBhvr>
                                        <p:cTn id="39" dur="1000" fill="hold"/>
                                        <p:tgtEl>
                                          <p:spTgt spid="20"/>
                                        </p:tgtEl>
                                        <p:attrNameLst>
                                          <p:attrName>ppt_x</p:attrName>
                                        </p:attrNameLst>
                                      </p:cBhvr>
                                      <p:tavLst>
                                        <p:tav tm="0">
                                          <p:val>
                                            <p:strVal val="#ppt_x"/>
                                          </p:val>
                                        </p:tav>
                                        <p:tav tm="100000">
                                          <p:val>
                                            <p:strVal val="#ppt_x"/>
                                          </p:val>
                                        </p:tav>
                                      </p:tavLst>
                                    </p:anim>
                                    <p:anim calcmode="lin" valueType="num">
                                      <p:cBhvr>
                                        <p:cTn id="4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p:bldP spid="14" grpId="0"/>
      <p:bldP spid="17"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EA50EEDB-137C-13CD-EE62-E4699B09CF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CCD384-656B-5DD1-FD9A-7EEC4B1EB277}"/>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6EE14EB6-3FFE-53C3-5057-4C425312640A}"/>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2BD77D6A-5C17-04FF-2085-371E362215C6}"/>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E5CB4B71-85DE-2178-1E9C-10620A7E8250}"/>
              </a:ext>
            </a:extLst>
          </p:cNvPr>
          <p:cNvGrpSpPr/>
          <p:nvPr/>
        </p:nvGrpSpPr>
        <p:grpSpPr>
          <a:xfrm>
            <a:off x="1219201" y="800100"/>
            <a:ext cx="15925800" cy="8309638"/>
            <a:chOff x="0" y="0"/>
            <a:chExt cx="3381238" cy="1870887"/>
          </a:xfrm>
        </p:grpSpPr>
        <p:sp>
          <p:nvSpPr>
            <p:cNvPr id="6" name="Freeform 6">
              <a:extLst>
                <a:ext uri="{FF2B5EF4-FFF2-40B4-BE49-F238E27FC236}">
                  <a16:creationId xmlns:a16="http://schemas.microsoft.com/office/drawing/2014/main" id="{C721D2FD-A3E7-9C2B-3892-7797888DDC0E}"/>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108737EE-BB1C-B756-0941-B465FC40AB2E}"/>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0AB315DD-5234-A989-4192-AF5DBC3BE02B}"/>
              </a:ext>
            </a:extLst>
          </p:cNvPr>
          <p:cNvSpPr/>
          <p:nvPr/>
        </p:nvSpPr>
        <p:spPr>
          <a:xfrm flipH="1">
            <a:off x="408709" y="8124564"/>
            <a:ext cx="1770629" cy="1970348"/>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13D9A94-8137-9AD8-38D5-647395ED1336}"/>
                  </a:ext>
                </a:extLst>
              </p:cNvPr>
              <p:cNvSpPr txBox="1"/>
              <p:nvPr/>
            </p:nvSpPr>
            <p:spPr>
              <a:xfrm>
                <a:off x="4564221" y="1385198"/>
                <a:ext cx="9296400" cy="3077766"/>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𝒙</m:t>
                      </m:r>
                      <m:d>
                        <m:dPr>
                          <m:ctrlPr>
                            <a:rPr lang="en-PH" sz="10000" b="1" i="1" smtClean="0">
                              <a:solidFill>
                                <a:srgbClr val="1C2B2B"/>
                              </a:solidFill>
                              <a:latin typeface="Cambria Math" panose="02040503050406030204" pitchFamily="18" charset="0"/>
                              <a:ea typeface="Monterchi"/>
                              <a:cs typeface="Monterchi"/>
                              <a:sym typeface="Monterchi"/>
                            </a:rPr>
                          </m:ctrlPr>
                        </m:dPr>
                        <m:e>
                          <m:r>
                            <a:rPr lang="en-PH" sz="10000" b="1" i="1" smtClean="0">
                              <a:solidFill>
                                <a:srgbClr val="1C2B2B"/>
                              </a:solidFill>
                              <a:latin typeface="Cambria Math" panose="02040503050406030204" pitchFamily="18" charset="0"/>
                              <a:ea typeface="Monterchi"/>
                              <a:cs typeface="Monterchi"/>
                              <a:sym typeface="Monterchi"/>
                            </a:rPr>
                            <m:t>𝒙</m:t>
                          </m:r>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𝟒</m:t>
                          </m:r>
                        </m:e>
                      </m:d>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5" name="TextBox 14">
                <a:extLst>
                  <a:ext uri="{FF2B5EF4-FFF2-40B4-BE49-F238E27FC236}">
                    <a16:creationId xmlns:a16="http://schemas.microsoft.com/office/drawing/2014/main" id="{413D9A94-8137-9AD8-38D5-647395ED1336}"/>
                  </a:ext>
                </a:extLst>
              </p:cNvPr>
              <p:cNvSpPr txBox="1">
                <a:spLocks noRot="1" noChangeAspect="1" noMove="1" noResize="1" noEditPoints="1" noAdjustHandles="1" noChangeArrowheads="1" noChangeShapeType="1" noTextEdit="1"/>
              </p:cNvSpPr>
              <p:nvPr/>
            </p:nvSpPr>
            <p:spPr>
              <a:xfrm>
                <a:off x="4564221" y="1385198"/>
                <a:ext cx="9296400" cy="3077766"/>
              </a:xfrm>
              <a:prstGeom prst="rect">
                <a:avLst/>
              </a:prstGeom>
              <a:blipFill>
                <a:blip r:embed="rId4"/>
                <a:stretch>
                  <a:fillRect/>
                </a:stretch>
              </a:blipFill>
            </p:spPr>
            <p:txBody>
              <a:bodyPr/>
              <a:lstStyle/>
              <a:p>
                <a:r>
                  <a:rPr lang="en-PH">
                    <a:noFill/>
                  </a:rPr>
                  <a:t> </a:t>
                </a:r>
              </a:p>
            </p:txBody>
          </p:sp>
        </mc:Fallback>
      </mc:AlternateContent>
      <p:sp>
        <p:nvSpPr>
          <p:cNvPr id="8" name="Arrow: Curved Down 7">
            <a:extLst>
              <a:ext uri="{FF2B5EF4-FFF2-40B4-BE49-F238E27FC236}">
                <a16:creationId xmlns:a16="http://schemas.microsoft.com/office/drawing/2014/main" id="{FFA20C8A-4F94-2881-CE5E-7CB07C9E2302}"/>
              </a:ext>
            </a:extLst>
          </p:cNvPr>
          <p:cNvSpPr/>
          <p:nvPr/>
        </p:nvSpPr>
        <p:spPr>
          <a:xfrm>
            <a:off x="5478621" y="1781081"/>
            <a:ext cx="1371600" cy="685800"/>
          </a:xfrm>
          <a:prstGeom prst="curvedDownArrow">
            <a:avLst>
              <a:gd name="adj1" fmla="val 25000"/>
              <a:gd name="adj2" fmla="val 50000"/>
              <a:gd name="adj3" fmla="val 4520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0" name="Arrow: Curved Down 9">
            <a:extLst>
              <a:ext uri="{FF2B5EF4-FFF2-40B4-BE49-F238E27FC236}">
                <a16:creationId xmlns:a16="http://schemas.microsoft.com/office/drawing/2014/main" id="{620895ED-30E4-1E72-26D2-CF40E81E90C3}"/>
              </a:ext>
            </a:extLst>
          </p:cNvPr>
          <p:cNvSpPr/>
          <p:nvPr/>
        </p:nvSpPr>
        <p:spPr>
          <a:xfrm>
            <a:off x="5478621" y="1385198"/>
            <a:ext cx="3657600" cy="1081683"/>
          </a:xfrm>
          <a:prstGeom prst="curved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600F1E0-4A46-B903-829C-8CE7A1555C5B}"/>
                  </a:ext>
                </a:extLst>
              </p:cNvPr>
              <p:cNvSpPr txBox="1"/>
              <p:nvPr/>
            </p:nvSpPr>
            <p:spPr>
              <a:xfrm>
                <a:off x="4552070" y="356986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rgbClr val="1C2B2B"/>
                              </a:solidFill>
                              <a:latin typeface="Cambria Math" panose="02040503050406030204" pitchFamily="18" charset="0"/>
                              <a:ea typeface="Monterchi"/>
                              <a:cs typeface="Monterchi"/>
                              <a:sym typeface="Monterchi"/>
                            </a:rPr>
                          </m:ctrlPr>
                        </m:sSupPr>
                        <m:e>
                          <m:r>
                            <a:rPr lang="en-PH" sz="10000" b="1" i="1" smtClean="0">
                              <a:solidFill>
                                <a:srgbClr val="1C2B2B"/>
                              </a:solidFill>
                              <a:latin typeface="Cambria Math" panose="02040503050406030204" pitchFamily="18" charset="0"/>
                              <a:ea typeface="Monterchi"/>
                              <a:cs typeface="Monterchi"/>
                              <a:sym typeface="Monterchi"/>
                            </a:rPr>
                            <m:t>𝒙</m:t>
                          </m:r>
                        </m:e>
                        <m:sup>
                          <m:r>
                            <a:rPr lang="en-PH" sz="10000" b="1" i="1" smtClean="0">
                              <a:solidFill>
                                <a:srgbClr val="1C2B2B"/>
                              </a:solidFill>
                              <a:latin typeface="Cambria Math" panose="02040503050406030204" pitchFamily="18" charset="0"/>
                              <a:ea typeface="Monterchi"/>
                              <a:cs typeface="Monterchi"/>
                              <a:sym typeface="Monterchi"/>
                            </a:rPr>
                            <m:t>𝟐</m:t>
                          </m:r>
                        </m:sup>
                      </m:sSup>
                    </m:oMath>
                  </m:oMathPara>
                </a14:m>
                <a:endParaRPr lang="en-PH" sz="10000" b="1" dirty="0">
                  <a:solidFill>
                    <a:srgbClr val="1C2B2B"/>
                  </a:solidFill>
                  <a:latin typeface="Monterchi"/>
                  <a:ea typeface="Monterchi"/>
                  <a:cs typeface="Monterchi"/>
                  <a:sym typeface="Monterchi"/>
                </a:endParaRPr>
              </a:p>
            </p:txBody>
          </p:sp>
        </mc:Choice>
        <mc:Fallback>
          <p:sp>
            <p:nvSpPr>
              <p:cNvPr id="12" name="TextBox 11">
                <a:extLst>
                  <a:ext uri="{FF2B5EF4-FFF2-40B4-BE49-F238E27FC236}">
                    <a16:creationId xmlns:a16="http://schemas.microsoft.com/office/drawing/2014/main" id="{D600F1E0-4A46-B903-829C-8CE7A1555C5B}"/>
                  </a:ext>
                </a:extLst>
              </p:cNvPr>
              <p:cNvSpPr txBox="1">
                <a:spLocks noRot="1" noChangeAspect="1" noMove="1" noResize="1" noEditPoints="1" noAdjustHandles="1" noChangeArrowheads="1" noChangeShapeType="1" noTextEdit="1"/>
              </p:cNvSpPr>
              <p:nvPr/>
            </p:nvSpPr>
            <p:spPr>
              <a:xfrm>
                <a:off x="4552070" y="3569864"/>
                <a:ext cx="3124200" cy="3147272"/>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93BCB3C-C001-F069-83EE-C98F65F2A053}"/>
                  </a:ext>
                </a:extLst>
              </p:cNvPr>
              <p:cNvSpPr txBox="1"/>
              <p:nvPr/>
            </p:nvSpPr>
            <p:spPr>
              <a:xfrm>
                <a:off x="6533270" y="356986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𝟒</m:t>
                      </m:r>
                      <m:r>
                        <a:rPr lang="en-PH" sz="10000" b="1" i="1" smtClean="0">
                          <a:solidFill>
                            <a:srgbClr val="1C2B2B"/>
                          </a:solidFill>
                          <a:latin typeface="Cambria Math" panose="02040503050406030204" pitchFamily="18" charset="0"/>
                          <a:ea typeface="Monterchi"/>
                          <a:cs typeface="Monterchi"/>
                          <a:sym typeface="Monterchi"/>
                        </a:rPr>
                        <m:t>𝒙</m:t>
                      </m:r>
                    </m:oMath>
                  </m:oMathPara>
                </a14:m>
                <a:endParaRPr lang="en-PH" sz="10000" b="1" dirty="0">
                  <a:solidFill>
                    <a:srgbClr val="1C2B2B"/>
                  </a:solidFill>
                  <a:latin typeface="Monterchi"/>
                  <a:ea typeface="Monterchi"/>
                  <a:cs typeface="Monterchi"/>
                  <a:sym typeface="Monterchi"/>
                </a:endParaRPr>
              </a:p>
            </p:txBody>
          </p:sp>
        </mc:Choice>
        <mc:Fallback>
          <p:sp>
            <p:nvSpPr>
              <p:cNvPr id="14" name="TextBox 13">
                <a:extLst>
                  <a:ext uri="{FF2B5EF4-FFF2-40B4-BE49-F238E27FC236}">
                    <a16:creationId xmlns:a16="http://schemas.microsoft.com/office/drawing/2014/main" id="{093BCB3C-C001-F069-83EE-C98F65F2A053}"/>
                  </a:ext>
                </a:extLst>
              </p:cNvPr>
              <p:cNvSpPr txBox="1">
                <a:spLocks noRot="1" noChangeAspect="1" noMove="1" noResize="1" noEditPoints="1" noAdjustHandles="1" noChangeArrowheads="1" noChangeShapeType="1" noTextEdit="1"/>
              </p:cNvSpPr>
              <p:nvPr/>
            </p:nvSpPr>
            <p:spPr>
              <a:xfrm>
                <a:off x="6533270" y="3569864"/>
                <a:ext cx="3124200" cy="3147272"/>
              </a:xfrm>
              <a:prstGeom prst="rect">
                <a:avLst/>
              </a:prstGeom>
              <a:blipFill>
                <a:blip r:embed="rId6"/>
                <a:stretch>
                  <a:fillRect r="-391"/>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259EA58A-2E25-AB9B-782A-082058197D20}"/>
                  </a:ext>
                </a:extLst>
              </p:cNvPr>
              <p:cNvSpPr txBox="1"/>
              <p:nvPr/>
            </p:nvSpPr>
            <p:spPr>
              <a:xfrm>
                <a:off x="9685179" y="356986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7" name="TextBox 16">
                <a:extLst>
                  <a:ext uri="{FF2B5EF4-FFF2-40B4-BE49-F238E27FC236}">
                    <a16:creationId xmlns:a16="http://schemas.microsoft.com/office/drawing/2014/main" id="{259EA58A-2E25-AB9B-782A-082058197D20}"/>
                  </a:ext>
                </a:extLst>
              </p:cNvPr>
              <p:cNvSpPr txBox="1">
                <a:spLocks noRot="1" noChangeAspect="1" noMove="1" noResize="1" noEditPoints="1" noAdjustHandles="1" noChangeArrowheads="1" noChangeShapeType="1" noTextEdit="1"/>
              </p:cNvSpPr>
              <p:nvPr/>
            </p:nvSpPr>
            <p:spPr>
              <a:xfrm>
                <a:off x="9685179" y="3569864"/>
                <a:ext cx="3124200" cy="3147272"/>
              </a:xfrm>
              <a:prstGeom prst="rect">
                <a:avLst/>
              </a:prstGeom>
              <a:blipFill>
                <a:blip r:embed="rId7"/>
                <a:stretch>
                  <a:fillRect r="-1758"/>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CFDE58A-4503-229F-946E-93BA4F0041E7}"/>
                  </a:ext>
                </a:extLst>
              </p:cNvPr>
              <p:cNvSpPr txBox="1"/>
              <p:nvPr/>
            </p:nvSpPr>
            <p:spPr>
              <a:xfrm>
                <a:off x="6893347" y="567269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C00000"/>
                          </a:solidFill>
                          <a:latin typeface="Cambria Math" panose="02040503050406030204" pitchFamily="18" charset="0"/>
                          <a:ea typeface="Monterchi"/>
                          <a:cs typeface="Monterchi"/>
                          <a:sym typeface="Monterchi"/>
                        </a:rPr>
                        <m:t>− </m:t>
                      </m:r>
                      <m:r>
                        <a:rPr lang="en-PH" sz="10000" b="1" i="1" smtClean="0">
                          <a:solidFill>
                            <a:srgbClr val="C00000"/>
                          </a:solidFill>
                          <a:latin typeface="Cambria Math" panose="02040503050406030204" pitchFamily="18" charset="0"/>
                          <a:ea typeface="Monterchi"/>
                          <a:cs typeface="Monterchi"/>
                          <a:sym typeface="Monterchi"/>
                        </a:rPr>
                        <m:t>𝟔𝟎</m:t>
                      </m:r>
                      <m:r>
                        <a:rPr lang="en-PH" sz="10000" b="1" i="1" smtClean="0">
                          <a:solidFill>
                            <a:srgbClr val="C00000"/>
                          </a:solidFill>
                          <a:latin typeface="Cambria Math" panose="02040503050406030204" pitchFamily="18" charset="0"/>
                          <a:ea typeface="Monterchi"/>
                          <a:cs typeface="Monterchi"/>
                          <a:sym typeface="Monterchi"/>
                        </a:rPr>
                        <m:t> </m:t>
                      </m:r>
                    </m:oMath>
                  </m:oMathPara>
                </a14:m>
                <a:endParaRPr lang="en-PH" sz="10000" b="1" dirty="0">
                  <a:solidFill>
                    <a:srgbClr val="C00000"/>
                  </a:solidFill>
                  <a:latin typeface="Monterchi"/>
                  <a:ea typeface="Monterchi"/>
                  <a:cs typeface="Monterchi"/>
                  <a:sym typeface="Monterchi"/>
                </a:endParaRPr>
              </a:p>
            </p:txBody>
          </p:sp>
        </mc:Choice>
        <mc:Fallback>
          <p:sp>
            <p:nvSpPr>
              <p:cNvPr id="11" name="TextBox 10">
                <a:extLst>
                  <a:ext uri="{FF2B5EF4-FFF2-40B4-BE49-F238E27FC236}">
                    <a16:creationId xmlns:a16="http://schemas.microsoft.com/office/drawing/2014/main" id="{1CFDE58A-4503-229F-946E-93BA4F0041E7}"/>
                  </a:ext>
                </a:extLst>
              </p:cNvPr>
              <p:cNvSpPr txBox="1">
                <a:spLocks noRot="1" noChangeAspect="1" noMove="1" noResize="1" noEditPoints="1" noAdjustHandles="1" noChangeArrowheads="1" noChangeShapeType="1" noTextEdit="1"/>
              </p:cNvSpPr>
              <p:nvPr/>
            </p:nvSpPr>
            <p:spPr>
              <a:xfrm>
                <a:off x="6893347" y="5672697"/>
                <a:ext cx="3124200" cy="3147272"/>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4F847161-FB21-D029-F06E-19D543745264}"/>
                  </a:ext>
                </a:extLst>
              </p:cNvPr>
              <p:cNvSpPr txBox="1"/>
              <p:nvPr/>
            </p:nvSpPr>
            <p:spPr>
              <a:xfrm>
                <a:off x="1787947" y="565950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rgbClr val="1C2B2B"/>
                              </a:solidFill>
                              <a:latin typeface="Cambria Math" panose="02040503050406030204" pitchFamily="18" charset="0"/>
                              <a:ea typeface="Monterchi"/>
                              <a:cs typeface="Monterchi"/>
                              <a:sym typeface="Monterchi"/>
                            </a:rPr>
                          </m:ctrlPr>
                        </m:sSupPr>
                        <m:e>
                          <m:r>
                            <a:rPr lang="en-PH" sz="10000" b="1" i="1" smtClean="0">
                              <a:solidFill>
                                <a:srgbClr val="1C2B2B"/>
                              </a:solidFill>
                              <a:latin typeface="Cambria Math" panose="02040503050406030204" pitchFamily="18" charset="0"/>
                              <a:ea typeface="Monterchi"/>
                              <a:cs typeface="Monterchi"/>
                              <a:sym typeface="Monterchi"/>
                            </a:rPr>
                            <m:t>𝒙</m:t>
                          </m:r>
                        </m:e>
                        <m:sup>
                          <m:r>
                            <a:rPr lang="en-PH" sz="10000" b="1" i="1" smtClean="0">
                              <a:solidFill>
                                <a:srgbClr val="1C2B2B"/>
                              </a:solidFill>
                              <a:latin typeface="Cambria Math" panose="02040503050406030204" pitchFamily="18" charset="0"/>
                              <a:ea typeface="Monterchi"/>
                              <a:cs typeface="Monterchi"/>
                              <a:sym typeface="Monterchi"/>
                            </a:rPr>
                            <m:t>𝟐</m:t>
                          </m:r>
                        </m:sup>
                      </m:sSup>
                    </m:oMath>
                  </m:oMathPara>
                </a14:m>
                <a:endParaRPr lang="en-PH" sz="10000" b="1" dirty="0">
                  <a:solidFill>
                    <a:srgbClr val="1C2B2B"/>
                  </a:solidFill>
                  <a:latin typeface="Monterchi"/>
                  <a:ea typeface="Monterchi"/>
                  <a:cs typeface="Monterchi"/>
                  <a:sym typeface="Monterchi"/>
                </a:endParaRPr>
              </a:p>
            </p:txBody>
          </p:sp>
        </mc:Choice>
        <mc:Fallback>
          <p:sp>
            <p:nvSpPr>
              <p:cNvPr id="16" name="TextBox 15">
                <a:extLst>
                  <a:ext uri="{FF2B5EF4-FFF2-40B4-BE49-F238E27FC236}">
                    <a16:creationId xmlns:a16="http://schemas.microsoft.com/office/drawing/2014/main" id="{4F847161-FB21-D029-F06E-19D543745264}"/>
                  </a:ext>
                </a:extLst>
              </p:cNvPr>
              <p:cNvSpPr txBox="1">
                <a:spLocks noRot="1" noChangeAspect="1" noMove="1" noResize="1" noEditPoints="1" noAdjustHandles="1" noChangeArrowheads="1" noChangeShapeType="1" noTextEdit="1"/>
              </p:cNvSpPr>
              <p:nvPr/>
            </p:nvSpPr>
            <p:spPr>
              <a:xfrm>
                <a:off x="1787947" y="5659504"/>
                <a:ext cx="3124200" cy="3147272"/>
              </a:xfrm>
              <a:prstGeom prst="rect">
                <a:avLst/>
              </a:prstGeom>
              <a:blipFill>
                <a:blip r:embed="rId9"/>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DA65D003-152E-B3B3-7D71-10136D90FCCD}"/>
                  </a:ext>
                </a:extLst>
              </p:cNvPr>
              <p:cNvSpPr txBox="1"/>
              <p:nvPr/>
            </p:nvSpPr>
            <p:spPr>
              <a:xfrm>
                <a:off x="3769147" y="565950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𝟒</m:t>
                      </m:r>
                      <m:r>
                        <a:rPr lang="en-PH" sz="10000" b="1" i="1" smtClean="0">
                          <a:solidFill>
                            <a:srgbClr val="1C2B2B"/>
                          </a:solidFill>
                          <a:latin typeface="Cambria Math" panose="02040503050406030204" pitchFamily="18" charset="0"/>
                          <a:ea typeface="Monterchi"/>
                          <a:cs typeface="Monterchi"/>
                          <a:sym typeface="Monterchi"/>
                        </a:rPr>
                        <m:t>𝒙</m:t>
                      </m:r>
                    </m:oMath>
                  </m:oMathPara>
                </a14:m>
                <a:endParaRPr lang="en-PH" sz="10000" b="1" dirty="0">
                  <a:solidFill>
                    <a:srgbClr val="1C2B2B"/>
                  </a:solidFill>
                  <a:latin typeface="Monterchi"/>
                  <a:ea typeface="Monterchi"/>
                  <a:cs typeface="Monterchi"/>
                  <a:sym typeface="Monterchi"/>
                </a:endParaRPr>
              </a:p>
            </p:txBody>
          </p:sp>
        </mc:Choice>
        <mc:Fallback>
          <p:sp>
            <p:nvSpPr>
              <p:cNvPr id="19" name="TextBox 18">
                <a:extLst>
                  <a:ext uri="{FF2B5EF4-FFF2-40B4-BE49-F238E27FC236}">
                    <a16:creationId xmlns:a16="http://schemas.microsoft.com/office/drawing/2014/main" id="{DA65D003-152E-B3B3-7D71-10136D90FCCD}"/>
                  </a:ext>
                </a:extLst>
              </p:cNvPr>
              <p:cNvSpPr txBox="1">
                <a:spLocks noRot="1" noChangeAspect="1" noMove="1" noResize="1" noEditPoints="1" noAdjustHandles="1" noChangeArrowheads="1" noChangeShapeType="1" noTextEdit="1"/>
              </p:cNvSpPr>
              <p:nvPr/>
            </p:nvSpPr>
            <p:spPr>
              <a:xfrm>
                <a:off x="3769147" y="5659504"/>
                <a:ext cx="3124200" cy="3147272"/>
              </a:xfrm>
              <a:prstGeom prst="rect">
                <a:avLst/>
              </a:prstGeom>
              <a:blipFill>
                <a:blip r:embed="rId10"/>
                <a:stretch>
                  <a:fillRect r="-390"/>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262194D1-A0E4-8320-2520-0F05B3D8783D}"/>
                  </a:ext>
                </a:extLst>
              </p:cNvPr>
              <p:cNvSpPr txBox="1"/>
              <p:nvPr/>
            </p:nvSpPr>
            <p:spPr>
              <a:xfrm>
                <a:off x="9916193" y="559947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22" name="TextBox 21">
                <a:extLst>
                  <a:ext uri="{FF2B5EF4-FFF2-40B4-BE49-F238E27FC236}">
                    <a16:creationId xmlns:a16="http://schemas.microsoft.com/office/drawing/2014/main" id="{262194D1-A0E4-8320-2520-0F05B3D8783D}"/>
                  </a:ext>
                </a:extLst>
              </p:cNvPr>
              <p:cNvSpPr txBox="1">
                <a:spLocks noRot="1" noChangeAspect="1" noMove="1" noResize="1" noEditPoints="1" noAdjustHandles="1" noChangeArrowheads="1" noChangeShapeType="1" noTextEdit="1"/>
              </p:cNvSpPr>
              <p:nvPr/>
            </p:nvSpPr>
            <p:spPr>
              <a:xfrm>
                <a:off x="9916193" y="5599477"/>
                <a:ext cx="3124200" cy="3147272"/>
              </a:xfrm>
              <a:prstGeom prst="rect">
                <a:avLst/>
              </a:prstGeom>
              <a:blipFill>
                <a:blip r:embed="rId11"/>
                <a:stretch>
                  <a:fillRect r="-1563"/>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9E5CC336-5EC4-9AD7-1422-3FA419CE3C0B}"/>
                  </a:ext>
                </a:extLst>
              </p:cNvPr>
              <p:cNvSpPr txBox="1"/>
              <p:nvPr/>
            </p:nvSpPr>
            <p:spPr>
              <a:xfrm>
                <a:off x="12809379" y="559947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C00000"/>
                          </a:solidFill>
                          <a:latin typeface="Cambria Math" panose="02040503050406030204" pitchFamily="18" charset="0"/>
                          <a:ea typeface="Monterchi"/>
                          <a:cs typeface="Monterchi"/>
                          <a:sym typeface="Monterchi"/>
                        </a:rPr>
                        <m:t>− </m:t>
                      </m:r>
                      <m:r>
                        <a:rPr lang="en-PH" sz="10000" b="1" i="1" smtClean="0">
                          <a:solidFill>
                            <a:srgbClr val="C00000"/>
                          </a:solidFill>
                          <a:latin typeface="Cambria Math" panose="02040503050406030204" pitchFamily="18" charset="0"/>
                          <a:ea typeface="Monterchi"/>
                          <a:cs typeface="Monterchi"/>
                          <a:sym typeface="Monterchi"/>
                        </a:rPr>
                        <m:t>𝟔𝟎</m:t>
                      </m:r>
                      <m:r>
                        <a:rPr lang="en-PH" sz="10000" b="1" i="1" smtClean="0">
                          <a:solidFill>
                            <a:srgbClr val="C00000"/>
                          </a:solidFill>
                          <a:latin typeface="Cambria Math" panose="02040503050406030204" pitchFamily="18" charset="0"/>
                          <a:ea typeface="Monterchi"/>
                          <a:cs typeface="Monterchi"/>
                          <a:sym typeface="Monterchi"/>
                        </a:rPr>
                        <m:t> </m:t>
                      </m:r>
                    </m:oMath>
                  </m:oMathPara>
                </a14:m>
                <a:endParaRPr lang="en-PH" sz="10000" b="1" dirty="0">
                  <a:solidFill>
                    <a:srgbClr val="C00000"/>
                  </a:solidFill>
                  <a:latin typeface="Monterchi"/>
                  <a:ea typeface="Monterchi"/>
                  <a:cs typeface="Monterchi"/>
                  <a:sym typeface="Monterchi"/>
                </a:endParaRPr>
              </a:p>
            </p:txBody>
          </p:sp>
        </mc:Choice>
        <mc:Fallback>
          <p:sp>
            <p:nvSpPr>
              <p:cNvPr id="24" name="TextBox 23">
                <a:extLst>
                  <a:ext uri="{FF2B5EF4-FFF2-40B4-BE49-F238E27FC236}">
                    <a16:creationId xmlns:a16="http://schemas.microsoft.com/office/drawing/2014/main" id="{9E5CC336-5EC4-9AD7-1422-3FA419CE3C0B}"/>
                  </a:ext>
                </a:extLst>
              </p:cNvPr>
              <p:cNvSpPr txBox="1">
                <a:spLocks noRot="1" noChangeAspect="1" noMove="1" noResize="1" noEditPoints="1" noAdjustHandles="1" noChangeArrowheads="1" noChangeShapeType="1" noTextEdit="1"/>
              </p:cNvSpPr>
              <p:nvPr/>
            </p:nvSpPr>
            <p:spPr>
              <a:xfrm>
                <a:off x="12809379" y="5599477"/>
                <a:ext cx="3124200" cy="3147272"/>
              </a:xfrm>
              <a:prstGeom prst="rect">
                <a:avLst/>
              </a:prstGeom>
              <a:blipFill>
                <a:blip r:embed="rId1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2189819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3D536F1E-D63B-3684-3D88-5E534E007C7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3F65B2-BE43-9ADF-6BA9-58CFF129C7D8}"/>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629E0516-D485-5DE5-038E-2C78E7F0908E}"/>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EEB0D106-7A92-D0BF-2313-977196A45110}"/>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9B690D0C-CCF4-CE8F-CA51-74CDF7F5D9FD}"/>
              </a:ext>
            </a:extLst>
          </p:cNvPr>
          <p:cNvGrpSpPr/>
          <p:nvPr/>
        </p:nvGrpSpPr>
        <p:grpSpPr>
          <a:xfrm>
            <a:off x="1219201" y="800100"/>
            <a:ext cx="15925800" cy="8309638"/>
            <a:chOff x="0" y="0"/>
            <a:chExt cx="3381238" cy="1870887"/>
          </a:xfrm>
        </p:grpSpPr>
        <p:sp>
          <p:nvSpPr>
            <p:cNvPr id="6" name="Freeform 6">
              <a:extLst>
                <a:ext uri="{FF2B5EF4-FFF2-40B4-BE49-F238E27FC236}">
                  <a16:creationId xmlns:a16="http://schemas.microsoft.com/office/drawing/2014/main" id="{BDE2DD40-E8B1-234A-EF2E-589045DB16A8}"/>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A813DCDA-3592-5796-4C2E-CF1BCAB4A77D}"/>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191F0F0B-DC12-9C0F-4C59-35C3B9704CEA}"/>
              </a:ext>
            </a:extLst>
          </p:cNvPr>
          <p:cNvSpPr/>
          <p:nvPr/>
        </p:nvSpPr>
        <p:spPr>
          <a:xfrm flipH="1">
            <a:off x="408709" y="8124564"/>
            <a:ext cx="1770629" cy="1970348"/>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4C4F2076-EF9C-7678-8B85-BEA95C85255E}"/>
                  </a:ext>
                </a:extLst>
              </p:cNvPr>
              <p:cNvSpPr txBox="1"/>
              <p:nvPr/>
            </p:nvSpPr>
            <p:spPr>
              <a:xfrm>
                <a:off x="4564221" y="1385198"/>
                <a:ext cx="9296400" cy="3077766"/>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𝒙</m:t>
                      </m:r>
                      <m:d>
                        <m:dPr>
                          <m:ctrlPr>
                            <a:rPr lang="en-PH" sz="10000" b="1" i="1" smtClean="0">
                              <a:solidFill>
                                <a:srgbClr val="1C2B2B"/>
                              </a:solidFill>
                              <a:latin typeface="Cambria Math" panose="02040503050406030204" pitchFamily="18" charset="0"/>
                              <a:ea typeface="Monterchi"/>
                              <a:cs typeface="Monterchi"/>
                              <a:sym typeface="Monterchi"/>
                            </a:rPr>
                          </m:ctrlPr>
                        </m:dPr>
                        <m:e>
                          <m:r>
                            <a:rPr lang="en-PH" sz="10000" b="1" i="1" smtClean="0">
                              <a:solidFill>
                                <a:srgbClr val="1C2B2B"/>
                              </a:solidFill>
                              <a:latin typeface="Cambria Math" panose="02040503050406030204" pitchFamily="18" charset="0"/>
                              <a:ea typeface="Monterchi"/>
                              <a:cs typeface="Monterchi"/>
                              <a:sym typeface="Monterchi"/>
                            </a:rPr>
                            <m:t>𝒙</m:t>
                          </m:r>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𝟒</m:t>
                          </m:r>
                        </m:e>
                      </m:d>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5" name="TextBox 14">
                <a:extLst>
                  <a:ext uri="{FF2B5EF4-FFF2-40B4-BE49-F238E27FC236}">
                    <a16:creationId xmlns:a16="http://schemas.microsoft.com/office/drawing/2014/main" id="{4C4F2076-EF9C-7678-8B85-BEA95C85255E}"/>
                  </a:ext>
                </a:extLst>
              </p:cNvPr>
              <p:cNvSpPr txBox="1">
                <a:spLocks noRot="1" noChangeAspect="1" noMove="1" noResize="1" noEditPoints="1" noAdjustHandles="1" noChangeArrowheads="1" noChangeShapeType="1" noTextEdit="1"/>
              </p:cNvSpPr>
              <p:nvPr/>
            </p:nvSpPr>
            <p:spPr>
              <a:xfrm>
                <a:off x="4564221" y="1385198"/>
                <a:ext cx="9296400" cy="3077766"/>
              </a:xfrm>
              <a:prstGeom prst="rect">
                <a:avLst/>
              </a:prstGeom>
              <a:blipFill>
                <a:blip r:embed="rId4"/>
                <a:stretch>
                  <a:fillRect/>
                </a:stretch>
              </a:blipFill>
            </p:spPr>
            <p:txBody>
              <a:bodyPr/>
              <a:lstStyle/>
              <a:p>
                <a:r>
                  <a:rPr lang="en-PH">
                    <a:noFill/>
                  </a:rPr>
                  <a:t> </a:t>
                </a:r>
              </a:p>
            </p:txBody>
          </p:sp>
        </mc:Fallback>
      </mc:AlternateContent>
      <p:sp>
        <p:nvSpPr>
          <p:cNvPr id="8" name="Arrow: Curved Down 7">
            <a:extLst>
              <a:ext uri="{FF2B5EF4-FFF2-40B4-BE49-F238E27FC236}">
                <a16:creationId xmlns:a16="http://schemas.microsoft.com/office/drawing/2014/main" id="{FA9838E9-5823-F7E8-A35D-E7EB8FA319F0}"/>
              </a:ext>
            </a:extLst>
          </p:cNvPr>
          <p:cNvSpPr/>
          <p:nvPr/>
        </p:nvSpPr>
        <p:spPr>
          <a:xfrm>
            <a:off x="5478621" y="1781081"/>
            <a:ext cx="1371600" cy="685800"/>
          </a:xfrm>
          <a:prstGeom prst="curvedDownArrow">
            <a:avLst>
              <a:gd name="adj1" fmla="val 25000"/>
              <a:gd name="adj2" fmla="val 50000"/>
              <a:gd name="adj3" fmla="val 4520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0" name="Arrow: Curved Down 9">
            <a:extLst>
              <a:ext uri="{FF2B5EF4-FFF2-40B4-BE49-F238E27FC236}">
                <a16:creationId xmlns:a16="http://schemas.microsoft.com/office/drawing/2014/main" id="{BEECE417-E89D-FF74-B7F5-06AD0E263F76}"/>
              </a:ext>
            </a:extLst>
          </p:cNvPr>
          <p:cNvSpPr/>
          <p:nvPr/>
        </p:nvSpPr>
        <p:spPr>
          <a:xfrm>
            <a:off x="5478621" y="1385198"/>
            <a:ext cx="3657600" cy="1081683"/>
          </a:xfrm>
          <a:prstGeom prst="curved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1889E77-EBE3-2391-0509-B77BCFF94D8F}"/>
                  </a:ext>
                </a:extLst>
              </p:cNvPr>
              <p:cNvSpPr txBox="1"/>
              <p:nvPr/>
            </p:nvSpPr>
            <p:spPr>
              <a:xfrm>
                <a:off x="4552070" y="356986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rgbClr val="1C2B2B"/>
                              </a:solidFill>
                              <a:latin typeface="Cambria Math" panose="02040503050406030204" pitchFamily="18" charset="0"/>
                              <a:ea typeface="Monterchi"/>
                              <a:cs typeface="Monterchi"/>
                              <a:sym typeface="Monterchi"/>
                            </a:rPr>
                          </m:ctrlPr>
                        </m:sSupPr>
                        <m:e>
                          <m:r>
                            <a:rPr lang="en-PH" sz="10000" b="1" i="1" smtClean="0">
                              <a:solidFill>
                                <a:srgbClr val="1C2B2B"/>
                              </a:solidFill>
                              <a:latin typeface="Cambria Math" panose="02040503050406030204" pitchFamily="18" charset="0"/>
                              <a:ea typeface="Monterchi"/>
                              <a:cs typeface="Monterchi"/>
                              <a:sym typeface="Monterchi"/>
                            </a:rPr>
                            <m:t>𝒙</m:t>
                          </m:r>
                        </m:e>
                        <m:sup>
                          <m:r>
                            <a:rPr lang="en-PH" sz="10000" b="1" i="1" smtClean="0">
                              <a:solidFill>
                                <a:srgbClr val="1C2B2B"/>
                              </a:solidFill>
                              <a:latin typeface="Cambria Math" panose="02040503050406030204" pitchFamily="18" charset="0"/>
                              <a:ea typeface="Monterchi"/>
                              <a:cs typeface="Monterchi"/>
                              <a:sym typeface="Monterchi"/>
                            </a:rPr>
                            <m:t>𝟐</m:t>
                          </m:r>
                        </m:sup>
                      </m:sSup>
                    </m:oMath>
                  </m:oMathPara>
                </a14:m>
                <a:endParaRPr lang="en-PH" sz="10000" b="1" dirty="0">
                  <a:solidFill>
                    <a:srgbClr val="1C2B2B"/>
                  </a:solidFill>
                  <a:latin typeface="Monterchi"/>
                  <a:ea typeface="Monterchi"/>
                  <a:cs typeface="Monterchi"/>
                  <a:sym typeface="Monterchi"/>
                </a:endParaRPr>
              </a:p>
            </p:txBody>
          </p:sp>
        </mc:Choice>
        <mc:Fallback>
          <p:sp>
            <p:nvSpPr>
              <p:cNvPr id="12" name="TextBox 11">
                <a:extLst>
                  <a:ext uri="{FF2B5EF4-FFF2-40B4-BE49-F238E27FC236}">
                    <a16:creationId xmlns:a16="http://schemas.microsoft.com/office/drawing/2014/main" id="{A1889E77-EBE3-2391-0509-B77BCFF94D8F}"/>
                  </a:ext>
                </a:extLst>
              </p:cNvPr>
              <p:cNvSpPr txBox="1">
                <a:spLocks noRot="1" noChangeAspect="1" noMove="1" noResize="1" noEditPoints="1" noAdjustHandles="1" noChangeArrowheads="1" noChangeShapeType="1" noTextEdit="1"/>
              </p:cNvSpPr>
              <p:nvPr/>
            </p:nvSpPr>
            <p:spPr>
              <a:xfrm>
                <a:off x="4552070" y="3569864"/>
                <a:ext cx="3124200" cy="3147272"/>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C8CAB9-1844-2BF1-F036-B6DB1975605D}"/>
                  </a:ext>
                </a:extLst>
              </p:cNvPr>
              <p:cNvSpPr txBox="1"/>
              <p:nvPr/>
            </p:nvSpPr>
            <p:spPr>
              <a:xfrm>
                <a:off x="6533270" y="356986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𝟒</m:t>
                      </m:r>
                      <m:r>
                        <a:rPr lang="en-PH" sz="10000" b="1" i="1" smtClean="0">
                          <a:solidFill>
                            <a:srgbClr val="1C2B2B"/>
                          </a:solidFill>
                          <a:latin typeface="Cambria Math" panose="02040503050406030204" pitchFamily="18" charset="0"/>
                          <a:ea typeface="Monterchi"/>
                          <a:cs typeface="Monterchi"/>
                          <a:sym typeface="Monterchi"/>
                        </a:rPr>
                        <m:t>𝒙</m:t>
                      </m:r>
                    </m:oMath>
                  </m:oMathPara>
                </a14:m>
                <a:endParaRPr lang="en-PH" sz="10000" b="1" dirty="0">
                  <a:solidFill>
                    <a:srgbClr val="1C2B2B"/>
                  </a:solidFill>
                  <a:latin typeface="Monterchi"/>
                  <a:ea typeface="Monterchi"/>
                  <a:cs typeface="Monterchi"/>
                  <a:sym typeface="Monterchi"/>
                </a:endParaRPr>
              </a:p>
            </p:txBody>
          </p:sp>
        </mc:Choice>
        <mc:Fallback>
          <p:sp>
            <p:nvSpPr>
              <p:cNvPr id="14" name="TextBox 13">
                <a:extLst>
                  <a:ext uri="{FF2B5EF4-FFF2-40B4-BE49-F238E27FC236}">
                    <a16:creationId xmlns:a16="http://schemas.microsoft.com/office/drawing/2014/main" id="{2FC8CAB9-1844-2BF1-F036-B6DB1975605D}"/>
                  </a:ext>
                </a:extLst>
              </p:cNvPr>
              <p:cNvSpPr txBox="1">
                <a:spLocks noRot="1" noChangeAspect="1" noMove="1" noResize="1" noEditPoints="1" noAdjustHandles="1" noChangeArrowheads="1" noChangeShapeType="1" noTextEdit="1"/>
              </p:cNvSpPr>
              <p:nvPr/>
            </p:nvSpPr>
            <p:spPr>
              <a:xfrm>
                <a:off x="6533270" y="3569864"/>
                <a:ext cx="3124200" cy="3147272"/>
              </a:xfrm>
              <a:prstGeom prst="rect">
                <a:avLst/>
              </a:prstGeom>
              <a:blipFill>
                <a:blip r:embed="rId6"/>
                <a:stretch>
                  <a:fillRect r="-391"/>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D2CEDDC7-3BAA-A32B-4508-549FA4A7CADB}"/>
                  </a:ext>
                </a:extLst>
              </p:cNvPr>
              <p:cNvSpPr txBox="1"/>
              <p:nvPr/>
            </p:nvSpPr>
            <p:spPr>
              <a:xfrm>
                <a:off x="9685179" y="356986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17" name="TextBox 16">
                <a:extLst>
                  <a:ext uri="{FF2B5EF4-FFF2-40B4-BE49-F238E27FC236}">
                    <a16:creationId xmlns:a16="http://schemas.microsoft.com/office/drawing/2014/main" id="{D2CEDDC7-3BAA-A32B-4508-549FA4A7CADB}"/>
                  </a:ext>
                </a:extLst>
              </p:cNvPr>
              <p:cNvSpPr txBox="1">
                <a:spLocks noRot="1" noChangeAspect="1" noMove="1" noResize="1" noEditPoints="1" noAdjustHandles="1" noChangeArrowheads="1" noChangeShapeType="1" noTextEdit="1"/>
              </p:cNvSpPr>
              <p:nvPr/>
            </p:nvSpPr>
            <p:spPr>
              <a:xfrm>
                <a:off x="9685179" y="3569864"/>
                <a:ext cx="3124200" cy="3147272"/>
              </a:xfrm>
              <a:prstGeom prst="rect">
                <a:avLst/>
              </a:prstGeom>
              <a:blipFill>
                <a:blip r:embed="rId7"/>
                <a:stretch>
                  <a:fillRect r="-1758"/>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D068545-8DD7-208C-677A-AED7182C1F3B}"/>
                  </a:ext>
                </a:extLst>
              </p:cNvPr>
              <p:cNvSpPr txBox="1"/>
              <p:nvPr/>
            </p:nvSpPr>
            <p:spPr>
              <a:xfrm>
                <a:off x="6893347" y="567269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C00000"/>
                          </a:solidFill>
                          <a:latin typeface="Cambria Math" panose="02040503050406030204" pitchFamily="18" charset="0"/>
                          <a:ea typeface="Monterchi"/>
                          <a:cs typeface="Monterchi"/>
                          <a:sym typeface="Monterchi"/>
                        </a:rPr>
                        <m:t>− </m:t>
                      </m:r>
                      <m:r>
                        <a:rPr lang="en-PH" sz="10000" b="1" i="1" smtClean="0">
                          <a:solidFill>
                            <a:srgbClr val="C00000"/>
                          </a:solidFill>
                          <a:latin typeface="Cambria Math" panose="02040503050406030204" pitchFamily="18" charset="0"/>
                          <a:ea typeface="Monterchi"/>
                          <a:cs typeface="Monterchi"/>
                          <a:sym typeface="Monterchi"/>
                        </a:rPr>
                        <m:t>𝟔𝟎</m:t>
                      </m:r>
                      <m:r>
                        <a:rPr lang="en-PH" sz="10000" b="1" i="1" smtClean="0">
                          <a:solidFill>
                            <a:srgbClr val="C00000"/>
                          </a:solidFill>
                          <a:latin typeface="Cambria Math" panose="02040503050406030204" pitchFamily="18" charset="0"/>
                          <a:ea typeface="Monterchi"/>
                          <a:cs typeface="Monterchi"/>
                          <a:sym typeface="Monterchi"/>
                        </a:rPr>
                        <m:t> </m:t>
                      </m:r>
                    </m:oMath>
                  </m:oMathPara>
                </a14:m>
                <a:endParaRPr lang="en-PH" sz="10000" b="1" dirty="0">
                  <a:solidFill>
                    <a:srgbClr val="C00000"/>
                  </a:solidFill>
                  <a:latin typeface="Monterchi"/>
                  <a:ea typeface="Monterchi"/>
                  <a:cs typeface="Monterchi"/>
                  <a:sym typeface="Monterchi"/>
                </a:endParaRPr>
              </a:p>
            </p:txBody>
          </p:sp>
        </mc:Choice>
        <mc:Fallback>
          <p:sp>
            <p:nvSpPr>
              <p:cNvPr id="11" name="TextBox 10">
                <a:extLst>
                  <a:ext uri="{FF2B5EF4-FFF2-40B4-BE49-F238E27FC236}">
                    <a16:creationId xmlns:a16="http://schemas.microsoft.com/office/drawing/2014/main" id="{3D068545-8DD7-208C-677A-AED7182C1F3B}"/>
                  </a:ext>
                </a:extLst>
              </p:cNvPr>
              <p:cNvSpPr txBox="1">
                <a:spLocks noRot="1" noChangeAspect="1" noMove="1" noResize="1" noEditPoints="1" noAdjustHandles="1" noChangeArrowheads="1" noChangeShapeType="1" noTextEdit="1"/>
              </p:cNvSpPr>
              <p:nvPr/>
            </p:nvSpPr>
            <p:spPr>
              <a:xfrm>
                <a:off x="6893347" y="5672697"/>
                <a:ext cx="3124200" cy="3147272"/>
              </a:xfrm>
              <a:prstGeom prst="rect">
                <a:avLst/>
              </a:prstGeom>
              <a:blipFill>
                <a:blip r:embed="rId8"/>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8EE5590-A30F-4AD7-3976-D50B52AD4B5E}"/>
                  </a:ext>
                </a:extLst>
              </p:cNvPr>
              <p:cNvSpPr txBox="1"/>
              <p:nvPr/>
            </p:nvSpPr>
            <p:spPr>
              <a:xfrm>
                <a:off x="1787947" y="565950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rgbClr val="1C2B2B"/>
                              </a:solidFill>
                              <a:latin typeface="Cambria Math" panose="02040503050406030204" pitchFamily="18" charset="0"/>
                              <a:ea typeface="Monterchi"/>
                              <a:cs typeface="Monterchi"/>
                              <a:sym typeface="Monterchi"/>
                            </a:rPr>
                          </m:ctrlPr>
                        </m:sSupPr>
                        <m:e>
                          <m:r>
                            <a:rPr lang="en-PH" sz="10000" b="1" i="1" smtClean="0">
                              <a:solidFill>
                                <a:srgbClr val="1C2B2B"/>
                              </a:solidFill>
                              <a:latin typeface="Cambria Math" panose="02040503050406030204" pitchFamily="18" charset="0"/>
                              <a:ea typeface="Monterchi"/>
                              <a:cs typeface="Monterchi"/>
                              <a:sym typeface="Monterchi"/>
                            </a:rPr>
                            <m:t>𝒙</m:t>
                          </m:r>
                        </m:e>
                        <m:sup>
                          <m:r>
                            <a:rPr lang="en-PH" sz="10000" b="1" i="1" smtClean="0">
                              <a:solidFill>
                                <a:srgbClr val="1C2B2B"/>
                              </a:solidFill>
                              <a:latin typeface="Cambria Math" panose="02040503050406030204" pitchFamily="18" charset="0"/>
                              <a:ea typeface="Monterchi"/>
                              <a:cs typeface="Monterchi"/>
                              <a:sym typeface="Monterchi"/>
                            </a:rPr>
                            <m:t>𝟐</m:t>
                          </m:r>
                        </m:sup>
                      </m:sSup>
                    </m:oMath>
                  </m:oMathPara>
                </a14:m>
                <a:endParaRPr lang="en-PH" sz="10000" b="1" dirty="0">
                  <a:solidFill>
                    <a:srgbClr val="1C2B2B"/>
                  </a:solidFill>
                  <a:latin typeface="Monterchi"/>
                  <a:ea typeface="Monterchi"/>
                  <a:cs typeface="Monterchi"/>
                  <a:sym typeface="Monterchi"/>
                </a:endParaRPr>
              </a:p>
            </p:txBody>
          </p:sp>
        </mc:Choice>
        <mc:Fallback>
          <p:sp>
            <p:nvSpPr>
              <p:cNvPr id="16" name="TextBox 15">
                <a:extLst>
                  <a:ext uri="{FF2B5EF4-FFF2-40B4-BE49-F238E27FC236}">
                    <a16:creationId xmlns:a16="http://schemas.microsoft.com/office/drawing/2014/main" id="{98EE5590-A30F-4AD7-3976-D50B52AD4B5E}"/>
                  </a:ext>
                </a:extLst>
              </p:cNvPr>
              <p:cNvSpPr txBox="1">
                <a:spLocks noRot="1" noChangeAspect="1" noMove="1" noResize="1" noEditPoints="1" noAdjustHandles="1" noChangeArrowheads="1" noChangeShapeType="1" noTextEdit="1"/>
              </p:cNvSpPr>
              <p:nvPr/>
            </p:nvSpPr>
            <p:spPr>
              <a:xfrm>
                <a:off x="1787947" y="5659504"/>
                <a:ext cx="3124200" cy="3147272"/>
              </a:xfrm>
              <a:prstGeom prst="rect">
                <a:avLst/>
              </a:prstGeom>
              <a:blipFill>
                <a:blip r:embed="rId9"/>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CE27239-F621-8018-CB69-45C19638291E}"/>
                  </a:ext>
                </a:extLst>
              </p:cNvPr>
              <p:cNvSpPr txBox="1"/>
              <p:nvPr/>
            </p:nvSpPr>
            <p:spPr>
              <a:xfrm>
                <a:off x="3769147" y="5659504"/>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𝟒</m:t>
                      </m:r>
                      <m:r>
                        <a:rPr lang="en-PH" sz="10000" b="1" i="1" smtClean="0">
                          <a:solidFill>
                            <a:srgbClr val="1C2B2B"/>
                          </a:solidFill>
                          <a:latin typeface="Cambria Math" panose="02040503050406030204" pitchFamily="18" charset="0"/>
                          <a:ea typeface="Monterchi"/>
                          <a:cs typeface="Monterchi"/>
                          <a:sym typeface="Monterchi"/>
                        </a:rPr>
                        <m:t>𝒙</m:t>
                      </m:r>
                    </m:oMath>
                  </m:oMathPara>
                </a14:m>
                <a:endParaRPr lang="en-PH" sz="10000" b="1" dirty="0">
                  <a:solidFill>
                    <a:srgbClr val="1C2B2B"/>
                  </a:solidFill>
                  <a:latin typeface="Monterchi"/>
                  <a:ea typeface="Monterchi"/>
                  <a:cs typeface="Monterchi"/>
                  <a:sym typeface="Monterchi"/>
                </a:endParaRPr>
              </a:p>
            </p:txBody>
          </p:sp>
        </mc:Choice>
        <mc:Fallback>
          <p:sp>
            <p:nvSpPr>
              <p:cNvPr id="19" name="TextBox 18">
                <a:extLst>
                  <a:ext uri="{FF2B5EF4-FFF2-40B4-BE49-F238E27FC236}">
                    <a16:creationId xmlns:a16="http://schemas.microsoft.com/office/drawing/2014/main" id="{CCE27239-F621-8018-CB69-45C19638291E}"/>
                  </a:ext>
                </a:extLst>
              </p:cNvPr>
              <p:cNvSpPr txBox="1">
                <a:spLocks noRot="1" noChangeAspect="1" noMove="1" noResize="1" noEditPoints="1" noAdjustHandles="1" noChangeArrowheads="1" noChangeShapeType="1" noTextEdit="1"/>
              </p:cNvSpPr>
              <p:nvPr/>
            </p:nvSpPr>
            <p:spPr>
              <a:xfrm>
                <a:off x="3769147" y="5659504"/>
                <a:ext cx="3124200" cy="3147272"/>
              </a:xfrm>
              <a:prstGeom prst="rect">
                <a:avLst/>
              </a:prstGeom>
              <a:blipFill>
                <a:blip r:embed="rId10"/>
                <a:stretch>
                  <a:fillRect r="-390"/>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03E9C1F0-9ECA-B379-BAB0-B77A56DCEEEB}"/>
                  </a:ext>
                </a:extLst>
              </p:cNvPr>
              <p:cNvSpPr txBox="1"/>
              <p:nvPr/>
            </p:nvSpPr>
            <p:spPr>
              <a:xfrm>
                <a:off x="9916193" y="559947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𝟔𝟎</m:t>
                      </m:r>
                    </m:oMath>
                  </m:oMathPara>
                </a14:m>
                <a:endParaRPr lang="en-PH" sz="10000" b="1" dirty="0">
                  <a:solidFill>
                    <a:srgbClr val="1C2B2B"/>
                  </a:solidFill>
                  <a:latin typeface="Monterchi"/>
                  <a:ea typeface="Monterchi"/>
                  <a:cs typeface="Monterchi"/>
                  <a:sym typeface="Monterchi"/>
                </a:endParaRPr>
              </a:p>
            </p:txBody>
          </p:sp>
        </mc:Choice>
        <mc:Fallback>
          <p:sp>
            <p:nvSpPr>
              <p:cNvPr id="22" name="TextBox 21">
                <a:extLst>
                  <a:ext uri="{FF2B5EF4-FFF2-40B4-BE49-F238E27FC236}">
                    <a16:creationId xmlns:a16="http://schemas.microsoft.com/office/drawing/2014/main" id="{03E9C1F0-9ECA-B379-BAB0-B77A56DCEEEB}"/>
                  </a:ext>
                </a:extLst>
              </p:cNvPr>
              <p:cNvSpPr txBox="1">
                <a:spLocks noRot="1" noChangeAspect="1" noMove="1" noResize="1" noEditPoints="1" noAdjustHandles="1" noChangeArrowheads="1" noChangeShapeType="1" noTextEdit="1"/>
              </p:cNvSpPr>
              <p:nvPr/>
            </p:nvSpPr>
            <p:spPr>
              <a:xfrm>
                <a:off x="9916193" y="5599477"/>
                <a:ext cx="3124200" cy="3147272"/>
              </a:xfrm>
              <a:prstGeom prst="rect">
                <a:avLst/>
              </a:prstGeom>
              <a:blipFill>
                <a:blip r:embed="rId11"/>
                <a:stretch>
                  <a:fillRect r="-1563"/>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2FD620D3-1CEE-46BB-CC5C-FA491B3B9313}"/>
                  </a:ext>
                </a:extLst>
              </p:cNvPr>
              <p:cNvSpPr txBox="1"/>
              <p:nvPr/>
            </p:nvSpPr>
            <p:spPr>
              <a:xfrm>
                <a:off x="12809379" y="5599477"/>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C00000"/>
                          </a:solidFill>
                          <a:latin typeface="Cambria Math" panose="02040503050406030204" pitchFamily="18" charset="0"/>
                          <a:ea typeface="Monterchi"/>
                          <a:cs typeface="Monterchi"/>
                          <a:sym typeface="Monterchi"/>
                        </a:rPr>
                        <m:t>− </m:t>
                      </m:r>
                      <m:r>
                        <a:rPr lang="en-PH" sz="10000" b="1" i="1" smtClean="0">
                          <a:solidFill>
                            <a:srgbClr val="C00000"/>
                          </a:solidFill>
                          <a:latin typeface="Cambria Math" panose="02040503050406030204" pitchFamily="18" charset="0"/>
                          <a:ea typeface="Monterchi"/>
                          <a:cs typeface="Monterchi"/>
                          <a:sym typeface="Monterchi"/>
                        </a:rPr>
                        <m:t>𝟔𝟎</m:t>
                      </m:r>
                      <m:r>
                        <a:rPr lang="en-PH" sz="10000" b="1" i="1" smtClean="0">
                          <a:solidFill>
                            <a:srgbClr val="C00000"/>
                          </a:solidFill>
                          <a:latin typeface="Cambria Math" panose="02040503050406030204" pitchFamily="18" charset="0"/>
                          <a:ea typeface="Monterchi"/>
                          <a:cs typeface="Monterchi"/>
                          <a:sym typeface="Monterchi"/>
                        </a:rPr>
                        <m:t> </m:t>
                      </m:r>
                    </m:oMath>
                  </m:oMathPara>
                </a14:m>
                <a:endParaRPr lang="en-PH" sz="10000" b="1" dirty="0">
                  <a:solidFill>
                    <a:srgbClr val="C00000"/>
                  </a:solidFill>
                  <a:latin typeface="Monterchi"/>
                  <a:ea typeface="Monterchi"/>
                  <a:cs typeface="Monterchi"/>
                  <a:sym typeface="Monterchi"/>
                </a:endParaRPr>
              </a:p>
            </p:txBody>
          </p:sp>
        </mc:Choice>
        <mc:Fallback>
          <p:sp>
            <p:nvSpPr>
              <p:cNvPr id="24" name="TextBox 23">
                <a:extLst>
                  <a:ext uri="{FF2B5EF4-FFF2-40B4-BE49-F238E27FC236}">
                    <a16:creationId xmlns:a16="http://schemas.microsoft.com/office/drawing/2014/main" id="{2FD620D3-1CEE-46BB-CC5C-FA491B3B9313}"/>
                  </a:ext>
                </a:extLst>
              </p:cNvPr>
              <p:cNvSpPr txBox="1">
                <a:spLocks noRot="1" noChangeAspect="1" noMove="1" noResize="1" noEditPoints="1" noAdjustHandles="1" noChangeArrowheads="1" noChangeShapeType="1" noTextEdit="1"/>
              </p:cNvSpPr>
              <p:nvPr/>
            </p:nvSpPr>
            <p:spPr>
              <a:xfrm>
                <a:off x="12809379" y="5599477"/>
                <a:ext cx="3124200" cy="3147272"/>
              </a:xfrm>
              <a:prstGeom prst="rect">
                <a:avLst/>
              </a:prstGeom>
              <a:blipFill>
                <a:blip r:embed="rId12"/>
                <a:stretch>
                  <a:fillRect/>
                </a:stretch>
              </a:blipFill>
            </p:spPr>
            <p:txBody>
              <a:bodyPr/>
              <a:lstStyle/>
              <a:p>
                <a:r>
                  <a:rPr lang="en-PH">
                    <a:noFill/>
                  </a:rPr>
                  <a:t> </a:t>
                </a:r>
              </a:p>
            </p:txBody>
          </p:sp>
        </mc:Fallback>
      </mc:AlternateContent>
      <p:sp>
        <p:nvSpPr>
          <p:cNvPr id="9" name="Minus Sign 8">
            <a:extLst>
              <a:ext uri="{FF2B5EF4-FFF2-40B4-BE49-F238E27FC236}">
                <a16:creationId xmlns:a16="http://schemas.microsoft.com/office/drawing/2014/main" id="{9F16FB54-85B1-83F4-B01C-1D750E9C6BAD}"/>
              </a:ext>
            </a:extLst>
          </p:cNvPr>
          <p:cNvSpPr/>
          <p:nvPr/>
        </p:nvSpPr>
        <p:spPr>
          <a:xfrm rot="20223514">
            <a:off x="11019296" y="6805851"/>
            <a:ext cx="3051988" cy="995887"/>
          </a:xfrm>
          <a:prstGeom prst="mathMinu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Minus Sign 17">
            <a:extLst>
              <a:ext uri="{FF2B5EF4-FFF2-40B4-BE49-F238E27FC236}">
                <a16:creationId xmlns:a16="http://schemas.microsoft.com/office/drawing/2014/main" id="{E8D386D3-1C36-B5FD-E7F8-C46AFDB0BF5F}"/>
              </a:ext>
            </a:extLst>
          </p:cNvPr>
          <p:cNvSpPr/>
          <p:nvPr/>
        </p:nvSpPr>
        <p:spPr>
          <a:xfrm rot="20240640">
            <a:off x="13541466" y="6709574"/>
            <a:ext cx="2933627" cy="995887"/>
          </a:xfrm>
          <a:prstGeom prst="mathMinu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F9E43081-D5DC-76FA-A49C-C9A7F9E2B28B}"/>
                  </a:ext>
                </a:extLst>
              </p:cNvPr>
              <p:cNvSpPr txBox="1"/>
              <p:nvPr/>
            </p:nvSpPr>
            <p:spPr>
              <a:xfrm>
                <a:off x="13158356" y="4207336"/>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chemeClr val="bg1"/>
                          </a:solidFill>
                          <a:latin typeface="Cambria Math" panose="02040503050406030204" pitchFamily="18" charset="0"/>
                          <a:ea typeface="Monterchi"/>
                          <a:cs typeface="Monterchi"/>
                          <a:sym typeface="Monterchi"/>
                        </a:rPr>
                        <m:t>=</m:t>
                      </m:r>
                      <m:r>
                        <a:rPr lang="en-PH" sz="10000" b="1" i="1" smtClean="0">
                          <a:solidFill>
                            <a:schemeClr val="bg1"/>
                          </a:solidFill>
                          <a:latin typeface="Cambria Math" panose="02040503050406030204" pitchFamily="18" charset="0"/>
                          <a:ea typeface="Monterchi"/>
                          <a:cs typeface="Monterchi"/>
                          <a:sym typeface="Monterchi"/>
                        </a:rPr>
                        <m:t>𝟎</m:t>
                      </m:r>
                    </m:oMath>
                  </m:oMathPara>
                </a14:m>
                <a:endParaRPr lang="en-PH" sz="10000" b="1" dirty="0">
                  <a:solidFill>
                    <a:schemeClr val="bg1"/>
                  </a:solidFill>
                  <a:latin typeface="Monterchi"/>
                  <a:ea typeface="Monterchi"/>
                  <a:cs typeface="Monterchi"/>
                  <a:sym typeface="Monterchi"/>
                </a:endParaRPr>
              </a:p>
            </p:txBody>
          </p:sp>
        </mc:Choice>
        <mc:Fallback>
          <p:sp>
            <p:nvSpPr>
              <p:cNvPr id="23" name="TextBox 22">
                <a:extLst>
                  <a:ext uri="{FF2B5EF4-FFF2-40B4-BE49-F238E27FC236}">
                    <a16:creationId xmlns:a16="http://schemas.microsoft.com/office/drawing/2014/main" id="{F9E43081-D5DC-76FA-A49C-C9A7F9E2B28B}"/>
                  </a:ext>
                </a:extLst>
              </p:cNvPr>
              <p:cNvSpPr txBox="1">
                <a:spLocks noRot="1" noChangeAspect="1" noMove="1" noResize="1" noEditPoints="1" noAdjustHandles="1" noChangeArrowheads="1" noChangeShapeType="1" noTextEdit="1"/>
              </p:cNvSpPr>
              <p:nvPr/>
            </p:nvSpPr>
            <p:spPr>
              <a:xfrm>
                <a:off x="13158356" y="4207336"/>
                <a:ext cx="3124200" cy="3147272"/>
              </a:xfrm>
              <a:prstGeom prst="rect">
                <a:avLst/>
              </a:prstGeom>
              <a:blipFill>
                <a:blip r:embed="rId13"/>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31812152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872017E6-99E6-2AB1-52B9-18EEF97A5B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206A0F-C6AA-5943-3666-61B22BA1956D}"/>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E22883EB-F497-F30B-1525-53FCF86871FF}"/>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DA85640F-AA0C-4CB3-29E4-3E2B8C3298F4}"/>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6EE60BEA-B944-8AA9-6E75-56C46F42647F}"/>
              </a:ext>
            </a:extLst>
          </p:cNvPr>
          <p:cNvGrpSpPr/>
          <p:nvPr/>
        </p:nvGrpSpPr>
        <p:grpSpPr>
          <a:xfrm>
            <a:off x="1219201" y="800100"/>
            <a:ext cx="15925800" cy="8309638"/>
            <a:chOff x="0" y="0"/>
            <a:chExt cx="3381238" cy="1870887"/>
          </a:xfrm>
        </p:grpSpPr>
        <p:sp>
          <p:nvSpPr>
            <p:cNvPr id="6" name="Freeform 6">
              <a:extLst>
                <a:ext uri="{FF2B5EF4-FFF2-40B4-BE49-F238E27FC236}">
                  <a16:creationId xmlns:a16="http://schemas.microsoft.com/office/drawing/2014/main" id="{1FC1689F-04CF-878F-2DF2-4BCF0E4A2975}"/>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627B7BDD-594A-30D2-709D-549771DAD6DD}"/>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B26F2DF5-17D1-5E81-A4C4-09EE0986314E}"/>
              </a:ext>
            </a:extLst>
          </p:cNvPr>
          <p:cNvSpPr/>
          <p:nvPr/>
        </p:nvSpPr>
        <p:spPr>
          <a:xfrm flipH="1">
            <a:off x="408709" y="8124564"/>
            <a:ext cx="1770629" cy="1970348"/>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6C135DD3-DEA0-714D-A52F-20D4231A75BA}"/>
                  </a:ext>
                </a:extLst>
              </p:cNvPr>
              <p:cNvSpPr txBox="1"/>
              <p:nvPr/>
            </p:nvSpPr>
            <p:spPr>
              <a:xfrm>
                <a:off x="2722381" y="2981761"/>
                <a:ext cx="12980080" cy="3077766"/>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d>
                        <m:dPr>
                          <m:ctrlPr>
                            <a:rPr lang="en-PH" sz="10000" b="1" i="1" smtClean="0">
                              <a:solidFill>
                                <a:srgbClr val="1C2B2B"/>
                              </a:solidFill>
                              <a:latin typeface="Cambria Math" panose="02040503050406030204" pitchFamily="18" charset="0"/>
                              <a:ea typeface="Monterchi"/>
                              <a:cs typeface="Monterchi"/>
                              <a:sym typeface="Monterchi"/>
                            </a:rPr>
                          </m:ctrlPr>
                        </m:dPr>
                        <m:e>
                          <m:r>
                            <a:rPr lang="en-PH" sz="10000" b="1" i="1" smtClean="0">
                              <a:solidFill>
                                <a:srgbClr val="1C2B2B"/>
                              </a:solidFill>
                              <a:latin typeface="Cambria Math" panose="02040503050406030204" pitchFamily="18" charset="0"/>
                              <a:ea typeface="Monterchi"/>
                              <a:cs typeface="Monterchi"/>
                              <a:sym typeface="Monterchi"/>
                            </a:rPr>
                            <m:t>𝒙</m:t>
                          </m:r>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𝟏𝟎</m:t>
                          </m:r>
                        </m:e>
                      </m:d>
                      <m:d>
                        <m:dPr>
                          <m:ctrlPr>
                            <a:rPr lang="en-PH" sz="10000" b="1" i="1" smtClean="0">
                              <a:solidFill>
                                <a:srgbClr val="1C2B2B"/>
                              </a:solidFill>
                              <a:latin typeface="Cambria Math" panose="02040503050406030204" pitchFamily="18" charset="0"/>
                              <a:ea typeface="Monterchi"/>
                              <a:cs typeface="Monterchi"/>
                              <a:sym typeface="Monterchi"/>
                            </a:rPr>
                          </m:ctrlPr>
                        </m:dPr>
                        <m:e>
                          <m:r>
                            <a:rPr lang="en-PH" sz="10000" b="1" i="1" smtClean="0">
                              <a:solidFill>
                                <a:srgbClr val="1C2B2B"/>
                              </a:solidFill>
                              <a:latin typeface="Cambria Math" panose="02040503050406030204" pitchFamily="18" charset="0"/>
                              <a:ea typeface="Monterchi"/>
                              <a:cs typeface="Monterchi"/>
                              <a:sym typeface="Monterchi"/>
                            </a:rPr>
                            <m:t>𝒙</m:t>
                          </m:r>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𝟔</m:t>
                          </m:r>
                        </m:e>
                      </m:d>
                      <m:r>
                        <a:rPr lang="en-PH" sz="10000" b="1" i="1" smtClean="0">
                          <a:solidFill>
                            <a:srgbClr val="1C2B2B"/>
                          </a:solidFill>
                          <a:latin typeface="Cambria Math" panose="02040503050406030204" pitchFamily="18" charset="0"/>
                          <a:ea typeface="Monterchi"/>
                          <a:cs typeface="Monterchi"/>
                          <a:sym typeface="Monterchi"/>
                        </a:rPr>
                        <m:t>=</m:t>
                      </m:r>
                      <m:r>
                        <a:rPr lang="en-PH" sz="10000" b="1" i="1" smtClean="0">
                          <a:solidFill>
                            <a:srgbClr val="1C2B2B"/>
                          </a:solidFill>
                          <a:latin typeface="Cambria Math" panose="02040503050406030204" pitchFamily="18" charset="0"/>
                          <a:ea typeface="Monterchi"/>
                          <a:cs typeface="Monterchi"/>
                          <a:sym typeface="Monterchi"/>
                        </a:rPr>
                        <m:t>𝟎</m:t>
                      </m:r>
                    </m:oMath>
                  </m:oMathPara>
                </a14:m>
                <a:endParaRPr lang="en-PH" sz="10000" b="1" dirty="0">
                  <a:solidFill>
                    <a:srgbClr val="1C2B2B"/>
                  </a:solidFill>
                  <a:latin typeface="Monterchi"/>
                  <a:ea typeface="Monterchi"/>
                  <a:cs typeface="Monterchi"/>
                  <a:sym typeface="Monterchi"/>
                </a:endParaRPr>
              </a:p>
            </p:txBody>
          </p:sp>
        </mc:Choice>
        <mc:Fallback>
          <p:sp>
            <p:nvSpPr>
              <p:cNvPr id="17" name="TextBox 16">
                <a:extLst>
                  <a:ext uri="{FF2B5EF4-FFF2-40B4-BE49-F238E27FC236}">
                    <a16:creationId xmlns:a16="http://schemas.microsoft.com/office/drawing/2014/main" id="{6C135DD3-DEA0-714D-A52F-20D4231A75BA}"/>
                  </a:ext>
                </a:extLst>
              </p:cNvPr>
              <p:cNvSpPr txBox="1">
                <a:spLocks noRot="1" noChangeAspect="1" noMove="1" noResize="1" noEditPoints="1" noAdjustHandles="1" noChangeArrowheads="1" noChangeShapeType="1" noTextEdit="1"/>
              </p:cNvSpPr>
              <p:nvPr/>
            </p:nvSpPr>
            <p:spPr>
              <a:xfrm>
                <a:off x="2722381" y="2981761"/>
                <a:ext cx="12980080" cy="3077766"/>
              </a:xfrm>
              <a:prstGeom prst="rect">
                <a:avLst/>
              </a:prstGeom>
              <a:blipFill>
                <a:blip r:embed="rId4"/>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2F30C779-0580-3BA0-1E30-E7DF1FA07DDD}"/>
                  </a:ext>
                </a:extLst>
              </p:cNvPr>
              <p:cNvSpPr txBox="1"/>
              <p:nvPr/>
            </p:nvSpPr>
            <p:spPr>
              <a:xfrm>
                <a:off x="3012362" y="5198298"/>
                <a:ext cx="7297170" cy="2000548"/>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6500" b="1" i="1" smtClean="0">
                          <a:solidFill>
                            <a:srgbClr val="1C2B2B"/>
                          </a:solidFill>
                          <a:latin typeface="Cambria Math" panose="02040503050406030204" pitchFamily="18" charset="0"/>
                          <a:ea typeface="Monterchi"/>
                          <a:cs typeface="Monterchi"/>
                          <a:sym typeface="Monterchi"/>
                        </a:rPr>
                        <m:t>𝒙</m:t>
                      </m:r>
                      <m:r>
                        <a:rPr lang="en-PH" sz="6500" b="1" i="1" smtClean="0">
                          <a:solidFill>
                            <a:srgbClr val="1C2B2B"/>
                          </a:solidFill>
                          <a:latin typeface="Cambria Math" panose="02040503050406030204" pitchFamily="18" charset="0"/>
                          <a:ea typeface="Monterchi"/>
                          <a:cs typeface="Monterchi"/>
                          <a:sym typeface="Monterchi"/>
                        </a:rPr>
                        <m:t>+</m:t>
                      </m:r>
                      <m:r>
                        <a:rPr lang="en-PH" sz="6500" b="1" i="1" smtClean="0">
                          <a:solidFill>
                            <a:srgbClr val="1C2B2B"/>
                          </a:solidFill>
                          <a:latin typeface="Cambria Math" panose="02040503050406030204" pitchFamily="18" charset="0"/>
                          <a:ea typeface="Monterchi"/>
                          <a:cs typeface="Monterchi"/>
                          <a:sym typeface="Monterchi"/>
                        </a:rPr>
                        <m:t>𝟏𝟎</m:t>
                      </m:r>
                      <m:r>
                        <a:rPr lang="en-PH" sz="6500" b="1" i="1" smtClean="0">
                          <a:solidFill>
                            <a:srgbClr val="1C2B2B"/>
                          </a:solidFill>
                          <a:latin typeface="Cambria Math" panose="02040503050406030204" pitchFamily="18" charset="0"/>
                          <a:ea typeface="Monterchi"/>
                          <a:cs typeface="Monterchi"/>
                          <a:sym typeface="Monterchi"/>
                        </a:rPr>
                        <m:t>=</m:t>
                      </m:r>
                      <m:r>
                        <a:rPr lang="en-PH" sz="6500" b="1" i="1" smtClean="0">
                          <a:solidFill>
                            <a:srgbClr val="1C2B2B"/>
                          </a:solidFill>
                          <a:latin typeface="Cambria Math" panose="02040503050406030204" pitchFamily="18" charset="0"/>
                          <a:ea typeface="Monterchi"/>
                          <a:cs typeface="Monterchi"/>
                          <a:sym typeface="Monterchi"/>
                        </a:rPr>
                        <m:t>𝟎</m:t>
                      </m:r>
                    </m:oMath>
                  </m:oMathPara>
                </a14:m>
                <a:endParaRPr lang="en-PH" sz="6500" b="1" dirty="0">
                  <a:solidFill>
                    <a:srgbClr val="1C2B2B"/>
                  </a:solidFill>
                  <a:latin typeface="Monterchi"/>
                  <a:ea typeface="Monterchi"/>
                  <a:cs typeface="Monterchi"/>
                  <a:sym typeface="Monterchi"/>
                </a:endParaRPr>
              </a:p>
            </p:txBody>
          </p:sp>
        </mc:Choice>
        <mc:Fallback>
          <p:sp>
            <p:nvSpPr>
              <p:cNvPr id="25" name="TextBox 24">
                <a:extLst>
                  <a:ext uri="{FF2B5EF4-FFF2-40B4-BE49-F238E27FC236}">
                    <a16:creationId xmlns:a16="http://schemas.microsoft.com/office/drawing/2014/main" id="{2F30C779-0580-3BA0-1E30-E7DF1FA07DDD}"/>
                  </a:ext>
                </a:extLst>
              </p:cNvPr>
              <p:cNvSpPr txBox="1">
                <a:spLocks noRot="1" noChangeAspect="1" noMove="1" noResize="1" noEditPoints="1" noAdjustHandles="1" noChangeArrowheads="1" noChangeShapeType="1" noTextEdit="1"/>
              </p:cNvSpPr>
              <p:nvPr/>
            </p:nvSpPr>
            <p:spPr>
              <a:xfrm>
                <a:off x="3012362" y="5198298"/>
                <a:ext cx="7297170" cy="2000548"/>
              </a:xfrm>
              <a:prstGeom prst="rect">
                <a:avLst/>
              </a:prstGeom>
              <a:blipFill>
                <a:blip r:embed="rId5"/>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39FD068-541A-BB73-E122-AD1186BDE242}"/>
                  </a:ext>
                </a:extLst>
              </p:cNvPr>
              <p:cNvSpPr txBox="1"/>
              <p:nvPr/>
            </p:nvSpPr>
            <p:spPr>
              <a:xfrm>
                <a:off x="8090962" y="5160818"/>
                <a:ext cx="7297170" cy="2000548"/>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6500" b="1" i="1" smtClean="0">
                          <a:solidFill>
                            <a:srgbClr val="1C2B2B"/>
                          </a:solidFill>
                          <a:latin typeface="Cambria Math" panose="02040503050406030204" pitchFamily="18" charset="0"/>
                          <a:ea typeface="Monterchi"/>
                          <a:cs typeface="Monterchi"/>
                          <a:sym typeface="Monterchi"/>
                        </a:rPr>
                        <m:t>𝒙</m:t>
                      </m:r>
                      <m:r>
                        <a:rPr lang="en-PH" sz="6500" b="1" i="1" smtClean="0">
                          <a:solidFill>
                            <a:srgbClr val="1C2B2B"/>
                          </a:solidFill>
                          <a:latin typeface="Cambria Math" panose="02040503050406030204" pitchFamily="18" charset="0"/>
                          <a:ea typeface="Monterchi"/>
                          <a:cs typeface="Monterchi"/>
                          <a:sym typeface="Monterchi"/>
                        </a:rPr>
                        <m:t>−</m:t>
                      </m:r>
                      <m:r>
                        <a:rPr lang="en-PH" sz="6500" b="1" i="1" smtClean="0">
                          <a:solidFill>
                            <a:srgbClr val="1C2B2B"/>
                          </a:solidFill>
                          <a:latin typeface="Cambria Math" panose="02040503050406030204" pitchFamily="18" charset="0"/>
                          <a:ea typeface="Monterchi"/>
                          <a:cs typeface="Monterchi"/>
                          <a:sym typeface="Monterchi"/>
                        </a:rPr>
                        <m:t>𝟔</m:t>
                      </m:r>
                      <m:r>
                        <a:rPr lang="en-PH" sz="6500" b="1" i="1" smtClean="0">
                          <a:solidFill>
                            <a:srgbClr val="1C2B2B"/>
                          </a:solidFill>
                          <a:latin typeface="Cambria Math" panose="02040503050406030204" pitchFamily="18" charset="0"/>
                          <a:ea typeface="Monterchi"/>
                          <a:cs typeface="Monterchi"/>
                          <a:sym typeface="Monterchi"/>
                        </a:rPr>
                        <m:t>=</m:t>
                      </m:r>
                      <m:r>
                        <a:rPr lang="en-PH" sz="6500" b="1" i="1" smtClean="0">
                          <a:solidFill>
                            <a:srgbClr val="1C2B2B"/>
                          </a:solidFill>
                          <a:latin typeface="Cambria Math" panose="02040503050406030204" pitchFamily="18" charset="0"/>
                          <a:ea typeface="Monterchi"/>
                          <a:cs typeface="Monterchi"/>
                          <a:sym typeface="Monterchi"/>
                        </a:rPr>
                        <m:t>𝟎</m:t>
                      </m:r>
                    </m:oMath>
                  </m:oMathPara>
                </a14:m>
                <a:endParaRPr lang="en-PH" sz="6500" b="1" dirty="0">
                  <a:solidFill>
                    <a:srgbClr val="1C2B2B"/>
                  </a:solidFill>
                  <a:latin typeface="Monterchi"/>
                  <a:ea typeface="Monterchi"/>
                  <a:cs typeface="Monterchi"/>
                  <a:sym typeface="Monterchi"/>
                </a:endParaRPr>
              </a:p>
            </p:txBody>
          </p:sp>
        </mc:Choice>
        <mc:Fallback>
          <p:sp>
            <p:nvSpPr>
              <p:cNvPr id="27" name="TextBox 26">
                <a:extLst>
                  <a:ext uri="{FF2B5EF4-FFF2-40B4-BE49-F238E27FC236}">
                    <a16:creationId xmlns:a16="http://schemas.microsoft.com/office/drawing/2014/main" id="{B39FD068-541A-BB73-E122-AD1186BDE242}"/>
                  </a:ext>
                </a:extLst>
              </p:cNvPr>
              <p:cNvSpPr txBox="1">
                <a:spLocks noRot="1" noChangeAspect="1" noMove="1" noResize="1" noEditPoints="1" noAdjustHandles="1" noChangeArrowheads="1" noChangeShapeType="1" noTextEdit="1"/>
              </p:cNvSpPr>
              <p:nvPr/>
            </p:nvSpPr>
            <p:spPr>
              <a:xfrm>
                <a:off x="8090962" y="5160818"/>
                <a:ext cx="7297170" cy="2000548"/>
              </a:xfrm>
              <a:prstGeom prst="rect">
                <a:avLst/>
              </a:prstGeom>
              <a:blipFill>
                <a:blip r:embed="rId6"/>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7D5F4174-13F5-46D5-F53E-E5602155A3C0}"/>
                  </a:ext>
                </a:extLst>
              </p:cNvPr>
              <p:cNvSpPr txBox="1"/>
              <p:nvPr/>
            </p:nvSpPr>
            <p:spPr>
              <a:xfrm>
                <a:off x="3024438" y="6645981"/>
                <a:ext cx="7297170" cy="2000548"/>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6500" b="1" i="1" smtClean="0">
                          <a:solidFill>
                            <a:srgbClr val="1C2B2B"/>
                          </a:solidFill>
                          <a:latin typeface="Cambria Math" panose="02040503050406030204" pitchFamily="18" charset="0"/>
                          <a:ea typeface="Monterchi"/>
                          <a:cs typeface="Monterchi"/>
                          <a:sym typeface="Monterchi"/>
                        </a:rPr>
                        <m:t>𝒙</m:t>
                      </m:r>
                      <m:r>
                        <a:rPr lang="en-PH" sz="6500" b="1" i="1" smtClean="0">
                          <a:solidFill>
                            <a:srgbClr val="1C2B2B"/>
                          </a:solidFill>
                          <a:latin typeface="Cambria Math" panose="02040503050406030204" pitchFamily="18" charset="0"/>
                          <a:ea typeface="Monterchi"/>
                          <a:cs typeface="Monterchi"/>
                          <a:sym typeface="Monterchi"/>
                        </a:rPr>
                        <m:t>=−</m:t>
                      </m:r>
                      <m:r>
                        <a:rPr lang="en-PH" sz="6500" b="1" i="1" smtClean="0">
                          <a:solidFill>
                            <a:srgbClr val="1C2B2B"/>
                          </a:solidFill>
                          <a:latin typeface="Cambria Math" panose="02040503050406030204" pitchFamily="18" charset="0"/>
                          <a:ea typeface="Monterchi"/>
                          <a:cs typeface="Monterchi"/>
                          <a:sym typeface="Monterchi"/>
                        </a:rPr>
                        <m:t>𝟏𝟎</m:t>
                      </m:r>
                    </m:oMath>
                  </m:oMathPara>
                </a14:m>
                <a:endParaRPr lang="en-PH" sz="6500" b="1" dirty="0">
                  <a:solidFill>
                    <a:srgbClr val="1C2B2B"/>
                  </a:solidFill>
                  <a:latin typeface="Monterchi"/>
                  <a:ea typeface="Monterchi"/>
                  <a:cs typeface="Monterchi"/>
                  <a:sym typeface="Monterchi"/>
                </a:endParaRPr>
              </a:p>
            </p:txBody>
          </p:sp>
        </mc:Choice>
        <mc:Fallback>
          <p:sp>
            <p:nvSpPr>
              <p:cNvPr id="29" name="TextBox 28">
                <a:extLst>
                  <a:ext uri="{FF2B5EF4-FFF2-40B4-BE49-F238E27FC236}">
                    <a16:creationId xmlns:a16="http://schemas.microsoft.com/office/drawing/2014/main" id="{7D5F4174-13F5-46D5-F53E-E5602155A3C0}"/>
                  </a:ext>
                </a:extLst>
              </p:cNvPr>
              <p:cNvSpPr txBox="1">
                <a:spLocks noRot="1" noChangeAspect="1" noMove="1" noResize="1" noEditPoints="1" noAdjustHandles="1" noChangeArrowheads="1" noChangeShapeType="1" noTextEdit="1"/>
              </p:cNvSpPr>
              <p:nvPr/>
            </p:nvSpPr>
            <p:spPr>
              <a:xfrm>
                <a:off x="3024438" y="6645981"/>
                <a:ext cx="7297170" cy="2000548"/>
              </a:xfrm>
              <a:prstGeom prst="rect">
                <a:avLst/>
              </a:prstGeom>
              <a:blipFill>
                <a:blip r:embed="rId7"/>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C9CE9BEB-CE81-90F8-42BB-0FCD60CD5B7E}"/>
                  </a:ext>
                </a:extLst>
              </p:cNvPr>
              <p:cNvSpPr txBox="1"/>
              <p:nvPr/>
            </p:nvSpPr>
            <p:spPr>
              <a:xfrm>
                <a:off x="7945610" y="6625011"/>
                <a:ext cx="7297170" cy="2000548"/>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6500" b="1" i="1" smtClean="0">
                          <a:solidFill>
                            <a:srgbClr val="1C2B2B"/>
                          </a:solidFill>
                          <a:latin typeface="Cambria Math" panose="02040503050406030204" pitchFamily="18" charset="0"/>
                          <a:ea typeface="Monterchi"/>
                          <a:cs typeface="Monterchi"/>
                          <a:sym typeface="Monterchi"/>
                        </a:rPr>
                        <m:t>𝒙</m:t>
                      </m:r>
                      <m:r>
                        <a:rPr lang="en-PH" sz="6500" b="1" i="1" smtClean="0">
                          <a:solidFill>
                            <a:srgbClr val="1C2B2B"/>
                          </a:solidFill>
                          <a:latin typeface="Cambria Math" panose="02040503050406030204" pitchFamily="18" charset="0"/>
                          <a:ea typeface="Monterchi"/>
                          <a:cs typeface="Monterchi"/>
                          <a:sym typeface="Monterchi"/>
                        </a:rPr>
                        <m:t>=</m:t>
                      </m:r>
                      <m:r>
                        <a:rPr lang="en-PH" sz="6500" b="1" i="1" smtClean="0">
                          <a:solidFill>
                            <a:srgbClr val="1C2B2B"/>
                          </a:solidFill>
                          <a:latin typeface="Cambria Math" panose="02040503050406030204" pitchFamily="18" charset="0"/>
                          <a:ea typeface="Monterchi"/>
                          <a:cs typeface="Monterchi"/>
                          <a:sym typeface="Monterchi"/>
                        </a:rPr>
                        <m:t>𝟔</m:t>
                      </m:r>
                    </m:oMath>
                  </m:oMathPara>
                </a14:m>
                <a:endParaRPr lang="en-PH" sz="6500" b="1" dirty="0">
                  <a:solidFill>
                    <a:srgbClr val="1C2B2B"/>
                  </a:solidFill>
                  <a:latin typeface="Monterchi"/>
                  <a:ea typeface="Monterchi"/>
                  <a:cs typeface="Monterchi"/>
                  <a:sym typeface="Monterchi"/>
                </a:endParaRPr>
              </a:p>
            </p:txBody>
          </p:sp>
        </mc:Choice>
        <mc:Fallback>
          <p:sp>
            <p:nvSpPr>
              <p:cNvPr id="31" name="TextBox 30">
                <a:extLst>
                  <a:ext uri="{FF2B5EF4-FFF2-40B4-BE49-F238E27FC236}">
                    <a16:creationId xmlns:a16="http://schemas.microsoft.com/office/drawing/2014/main" id="{C9CE9BEB-CE81-90F8-42BB-0FCD60CD5B7E}"/>
                  </a:ext>
                </a:extLst>
              </p:cNvPr>
              <p:cNvSpPr txBox="1">
                <a:spLocks noRot="1" noChangeAspect="1" noMove="1" noResize="1" noEditPoints="1" noAdjustHandles="1" noChangeArrowheads="1" noChangeShapeType="1" noTextEdit="1"/>
              </p:cNvSpPr>
              <p:nvPr/>
            </p:nvSpPr>
            <p:spPr>
              <a:xfrm>
                <a:off x="7945610" y="6625011"/>
                <a:ext cx="7297170" cy="2000548"/>
              </a:xfrm>
              <a:prstGeom prst="rect">
                <a:avLst/>
              </a:prstGeom>
              <a:blipFill>
                <a:blip r:embed="rId8"/>
                <a:stretch>
                  <a:fillRect/>
                </a:stretch>
              </a:blipFill>
            </p:spPr>
            <p:txBody>
              <a:bodyPr/>
              <a:lstStyle/>
              <a:p>
                <a:r>
                  <a:rPr lang="en-PH">
                    <a:noFill/>
                  </a:rPr>
                  <a:t> </a:t>
                </a:r>
              </a:p>
            </p:txBody>
          </p:sp>
        </mc:Fallback>
      </mc:AlternateContent>
      <p:cxnSp>
        <p:nvCxnSpPr>
          <p:cNvPr id="33" name="Straight Connector 32">
            <a:extLst>
              <a:ext uri="{FF2B5EF4-FFF2-40B4-BE49-F238E27FC236}">
                <a16:creationId xmlns:a16="http://schemas.microsoft.com/office/drawing/2014/main" id="{94A8A42A-6283-177C-09B2-B40F755BEED6}"/>
              </a:ext>
            </a:extLst>
          </p:cNvPr>
          <p:cNvCxnSpPr/>
          <p:nvPr/>
        </p:nvCxnSpPr>
        <p:spPr>
          <a:xfrm>
            <a:off x="9075579" y="6059527"/>
            <a:ext cx="0" cy="2587002"/>
          </a:xfrm>
          <a:prstGeom prst="line">
            <a:avLst/>
          </a:prstGeom>
          <a:ln w="76200">
            <a:solidFill>
              <a:schemeClr val="tx1"/>
            </a:solidFill>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1D5DF44-7EFE-1679-1850-D5DFCE4340B8}"/>
                  </a:ext>
                </a:extLst>
              </p:cNvPr>
              <p:cNvSpPr txBox="1"/>
              <p:nvPr/>
            </p:nvSpPr>
            <p:spPr>
              <a:xfrm>
                <a:off x="8239139" y="735282"/>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𝟔𝟎</m:t>
                      </m:r>
                      <m:r>
                        <a:rPr lang="en-PH" sz="10000" b="1" i="1" smtClean="0">
                          <a:solidFill>
                            <a:srgbClr val="1C2B2B"/>
                          </a:solidFill>
                          <a:latin typeface="Cambria Math" panose="02040503050406030204" pitchFamily="18" charset="0"/>
                          <a:ea typeface="Monterchi"/>
                          <a:cs typeface="Monterchi"/>
                          <a:sym typeface="Monterchi"/>
                        </a:rPr>
                        <m:t> </m:t>
                      </m:r>
                    </m:oMath>
                  </m:oMathPara>
                </a14:m>
                <a:endParaRPr lang="en-PH" sz="10000" b="1" dirty="0">
                  <a:solidFill>
                    <a:srgbClr val="1C2B2B"/>
                  </a:solidFill>
                  <a:latin typeface="Monterchi"/>
                  <a:ea typeface="Monterchi"/>
                  <a:cs typeface="Monterchi"/>
                  <a:sym typeface="Monterchi"/>
                </a:endParaRPr>
              </a:p>
            </p:txBody>
          </p:sp>
        </mc:Choice>
        <mc:Fallback>
          <p:sp>
            <p:nvSpPr>
              <p:cNvPr id="35" name="TextBox 34">
                <a:extLst>
                  <a:ext uri="{FF2B5EF4-FFF2-40B4-BE49-F238E27FC236}">
                    <a16:creationId xmlns:a16="http://schemas.microsoft.com/office/drawing/2014/main" id="{71D5DF44-7EFE-1679-1850-D5DFCE4340B8}"/>
                  </a:ext>
                </a:extLst>
              </p:cNvPr>
              <p:cNvSpPr txBox="1">
                <a:spLocks noRot="1" noChangeAspect="1" noMove="1" noResize="1" noEditPoints="1" noAdjustHandles="1" noChangeArrowheads="1" noChangeShapeType="1" noTextEdit="1"/>
              </p:cNvSpPr>
              <p:nvPr/>
            </p:nvSpPr>
            <p:spPr>
              <a:xfrm>
                <a:off x="8239139" y="735282"/>
                <a:ext cx="3124200" cy="3147272"/>
              </a:xfrm>
              <a:prstGeom prst="rect">
                <a:avLst/>
              </a:prstGeom>
              <a:blipFill>
                <a:blip r:embed="rId9"/>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7ACD5197-2944-0337-6627-66A03EE060A5}"/>
                  </a:ext>
                </a:extLst>
              </p:cNvPr>
              <p:cNvSpPr txBox="1"/>
              <p:nvPr/>
            </p:nvSpPr>
            <p:spPr>
              <a:xfrm>
                <a:off x="3133739" y="722089"/>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sSup>
                        <m:sSupPr>
                          <m:ctrlPr>
                            <a:rPr lang="en-PH" sz="10000" b="1" i="1" smtClean="0">
                              <a:solidFill>
                                <a:srgbClr val="1C2B2B"/>
                              </a:solidFill>
                              <a:latin typeface="Cambria Math" panose="02040503050406030204" pitchFamily="18" charset="0"/>
                              <a:ea typeface="Monterchi"/>
                              <a:cs typeface="Monterchi"/>
                              <a:sym typeface="Monterchi"/>
                            </a:rPr>
                          </m:ctrlPr>
                        </m:sSupPr>
                        <m:e>
                          <m:r>
                            <a:rPr lang="en-PH" sz="10000" b="1" i="1" smtClean="0">
                              <a:solidFill>
                                <a:srgbClr val="1C2B2B"/>
                              </a:solidFill>
                              <a:latin typeface="Cambria Math" panose="02040503050406030204" pitchFamily="18" charset="0"/>
                              <a:ea typeface="Monterchi"/>
                              <a:cs typeface="Monterchi"/>
                              <a:sym typeface="Monterchi"/>
                            </a:rPr>
                            <m:t>𝒙</m:t>
                          </m:r>
                        </m:e>
                        <m:sup>
                          <m:r>
                            <a:rPr lang="en-PH" sz="10000" b="1" i="1" smtClean="0">
                              <a:solidFill>
                                <a:srgbClr val="1C2B2B"/>
                              </a:solidFill>
                              <a:latin typeface="Cambria Math" panose="02040503050406030204" pitchFamily="18" charset="0"/>
                              <a:ea typeface="Monterchi"/>
                              <a:cs typeface="Monterchi"/>
                              <a:sym typeface="Monterchi"/>
                            </a:rPr>
                            <m:t>𝟐</m:t>
                          </m:r>
                        </m:sup>
                      </m:sSup>
                    </m:oMath>
                  </m:oMathPara>
                </a14:m>
                <a:endParaRPr lang="en-PH" sz="10000" b="1" dirty="0">
                  <a:solidFill>
                    <a:srgbClr val="1C2B2B"/>
                  </a:solidFill>
                  <a:latin typeface="Monterchi"/>
                  <a:ea typeface="Monterchi"/>
                  <a:cs typeface="Monterchi"/>
                  <a:sym typeface="Monterchi"/>
                </a:endParaRPr>
              </a:p>
            </p:txBody>
          </p:sp>
        </mc:Choice>
        <mc:Fallback>
          <p:sp>
            <p:nvSpPr>
              <p:cNvPr id="37" name="TextBox 36">
                <a:extLst>
                  <a:ext uri="{FF2B5EF4-FFF2-40B4-BE49-F238E27FC236}">
                    <a16:creationId xmlns:a16="http://schemas.microsoft.com/office/drawing/2014/main" id="{7ACD5197-2944-0337-6627-66A03EE060A5}"/>
                  </a:ext>
                </a:extLst>
              </p:cNvPr>
              <p:cNvSpPr txBox="1">
                <a:spLocks noRot="1" noChangeAspect="1" noMove="1" noResize="1" noEditPoints="1" noAdjustHandles="1" noChangeArrowheads="1" noChangeShapeType="1" noTextEdit="1"/>
              </p:cNvSpPr>
              <p:nvPr/>
            </p:nvSpPr>
            <p:spPr>
              <a:xfrm>
                <a:off x="3133739" y="722089"/>
                <a:ext cx="3124200" cy="3147272"/>
              </a:xfrm>
              <a:prstGeom prst="rect">
                <a:avLst/>
              </a:prstGeom>
              <a:blipFill>
                <a:blip r:embed="rId10"/>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624D5519-BF36-B84F-F132-F1B649DBF1AA}"/>
                  </a:ext>
                </a:extLst>
              </p:cNvPr>
              <p:cNvSpPr txBox="1"/>
              <p:nvPr/>
            </p:nvSpPr>
            <p:spPr>
              <a:xfrm>
                <a:off x="5114939" y="722089"/>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rgbClr val="1C2B2B"/>
                          </a:solidFill>
                          <a:latin typeface="Cambria Math" panose="02040503050406030204" pitchFamily="18" charset="0"/>
                          <a:ea typeface="Monterchi"/>
                          <a:cs typeface="Monterchi"/>
                          <a:sym typeface="Monterchi"/>
                        </a:rPr>
                        <m:t>+ </m:t>
                      </m:r>
                      <m:r>
                        <a:rPr lang="en-PH" sz="10000" b="1" i="1" smtClean="0">
                          <a:solidFill>
                            <a:srgbClr val="1C2B2B"/>
                          </a:solidFill>
                          <a:latin typeface="Cambria Math" panose="02040503050406030204" pitchFamily="18" charset="0"/>
                          <a:ea typeface="Monterchi"/>
                          <a:cs typeface="Monterchi"/>
                          <a:sym typeface="Monterchi"/>
                        </a:rPr>
                        <m:t>𝟒</m:t>
                      </m:r>
                      <m:r>
                        <a:rPr lang="en-PH" sz="10000" b="1" i="1" smtClean="0">
                          <a:solidFill>
                            <a:srgbClr val="1C2B2B"/>
                          </a:solidFill>
                          <a:latin typeface="Cambria Math" panose="02040503050406030204" pitchFamily="18" charset="0"/>
                          <a:ea typeface="Monterchi"/>
                          <a:cs typeface="Monterchi"/>
                          <a:sym typeface="Monterchi"/>
                        </a:rPr>
                        <m:t>𝒙</m:t>
                      </m:r>
                    </m:oMath>
                  </m:oMathPara>
                </a14:m>
                <a:endParaRPr lang="en-PH" sz="10000" b="1" dirty="0">
                  <a:solidFill>
                    <a:srgbClr val="1C2B2B"/>
                  </a:solidFill>
                  <a:latin typeface="Monterchi"/>
                  <a:ea typeface="Monterchi"/>
                  <a:cs typeface="Monterchi"/>
                  <a:sym typeface="Monterchi"/>
                </a:endParaRPr>
              </a:p>
            </p:txBody>
          </p:sp>
        </mc:Choice>
        <mc:Fallback>
          <p:sp>
            <p:nvSpPr>
              <p:cNvPr id="39" name="TextBox 38">
                <a:extLst>
                  <a:ext uri="{FF2B5EF4-FFF2-40B4-BE49-F238E27FC236}">
                    <a16:creationId xmlns:a16="http://schemas.microsoft.com/office/drawing/2014/main" id="{624D5519-BF36-B84F-F132-F1B649DBF1AA}"/>
                  </a:ext>
                </a:extLst>
              </p:cNvPr>
              <p:cNvSpPr txBox="1">
                <a:spLocks noRot="1" noChangeAspect="1" noMove="1" noResize="1" noEditPoints="1" noAdjustHandles="1" noChangeArrowheads="1" noChangeShapeType="1" noTextEdit="1"/>
              </p:cNvSpPr>
              <p:nvPr/>
            </p:nvSpPr>
            <p:spPr>
              <a:xfrm>
                <a:off x="5114939" y="722089"/>
                <a:ext cx="3124200" cy="3147272"/>
              </a:xfrm>
              <a:prstGeom prst="rect">
                <a:avLst/>
              </a:prstGeom>
              <a:blipFill>
                <a:blip r:embed="rId11"/>
                <a:stretch>
                  <a:fillRect r="-195"/>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EA65B957-5723-2A02-3E6E-5849EA18B374}"/>
                  </a:ext>
                </a:extLst>
              </p:cNvPr>
              <p:cNvSpPr txBox="1"/>
              <p:nvPr/>
            </p:nvSpPr>
            <p:spPr>
              <a:xfrm>
                <a:off x="11404257" y="753448"/>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chemeClr val="tx1"/>
                          </a:solidFill>
                          <a:latin typeface="Cambria Math" panose="02040503050406030204" pitchFamily="18" charset="0"/>
                          <a:ea typeface="Monterchi"/>
                          <a:cs typeface="Monterchi"/>
                          <a:sym typeface="Monterchi"/>
                        </a:rPr>
                        <m:t>=</m:t>
                      </m:r>
                      <m:r>
                        <a:rPr lang="en-PH" sz="10000" b="1" i="1" smtClean="0">
                          <a:solidFill>
                            <a:schemeClr val="tx1"/>
                          </a:solidFill>
                          <a:latin typeface="Cambria Math" panose="02040503050406030204" pitchFamily="18" charset="0"/>
                          <a:ea typeface="Monterchi"/>
                          <a:cs typeface="Monterchi"/>
                          <a:sym typeface="Monterchi"/>
                        </a:rPr>
                        <m:t>𝟎</m:t>
                      </m:r>
                    </m:oMath>
                  </m:oMathPara>
                </a14:m>
                <a:endParaRPr lang="en-PH" sz="10000" b="1" dirty="0">
                  <a:solidFill>
                    <a:schemeClr val="tx1"/>
                  </a:solidFill>
                  <a:latin typeface="Monterchi"/>
                  <a:ea typeface="Monterchi"/>
                  <a:cs typeface="Monterchi"/>
                  <a:sym typeface="Monterchi"/>
                </a:endParaRPr>
              </a:p>
            </p:txBody>
          </p:sp>
        </mc:Choice>
        <mc:Fallback>
          <p:sp>
            <p:nvSpPr>
              <p:cNvPr id="41" name="TextBox 40">
                <a:extLst>
                  <a:ext uri="{FF2B5EF4-FFF2-40B4-BE49-F238E27FC236}">
                    <a16:creationId xmlns:a16="http://schemas.microsoft.com/office/drawing/2014/main" id="{EA65B957-5723-2A02-3E6E-5849EA18B374}"/>
                  </a:ext>
                </a:extLst>
              </p:cNvPr>
              <p:cNvSpPr txBox="1">
                <a:spLocks noRot="1" noChangeAspect="1" noMove="1" noResize="1" noEditPoints="1" noAdjustHandles="1" noChangeArrowheads="1" noChangeShapeType="1" noTextEdit="1"/>
              </p:cNvSpPr>
              <p:nvPr/>
            </p:nvSpPr>
            <p:spPr>
              <a:xfrm>
                <a:off x="11404257" y="753448"/>
                <a:ext cx="3124200" cy="3147272"/>
              </a:xfrm>
              <a:prstGeom prst="rect">
                <a:avLst/>
              </a:prstGeom>
              <a:blipFill>
                <a:blip r:embed="rId12"/>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855A9E71-A4D7-BF33-3A8D-74CA5BA1DA78}"/>
                  </a:ext>
                </a:extLst>
              </p:cNvPr>
              <p:cNvSpPr txBox="1"/>
              <p:nvPr/>
            </p:nvSpPr>
            <p:spPr>
              <a:xfrm>
                <a:off x="13616875" y="689538"/>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chemeClr val="bg1"/>
                          </a:solidFill>
                          <a:latin typeface="Cambria Math" panose="02040503050406030204" pitchFamily="18" charset="0"/>
                          <a:ea typeface="Monterchi"/>
                          <a:cs typeface="Monterchi"/>
                          <a:sym typeface="Monterchi"/>
                        </a:rPr>
                        <m:t>=</m:t>
                      </m:r>
                      <m:r>
                        <a:rPr lang="en-PH" sz="10000" b="1" i="1" smtClean="0">
                          <a:solidFill>
                            <a:schemeClr val="bg1"/>
                          </a:solidFill>
                          <a:latin typeface="Cambria Math" panose="02040503050406030204" pitchFamily="18" charset="0"/>
                          <a:ea typeface="Monterchi"/>
                          <a:cs typeface="Monterchi"/>
                          <a:sym typeface="Monterchi"/>
                        </a:rPr>
                        <m:t>𝟔𝟎</m:t>
                      </m:r>
                    </m:oMath>
                  </m:oMathPara>
                </a14:m>
                <a:endParaRPr lang="en-PH" sz="10000" b="1" dirty="0">
                  <a:solidFill>
                    <a:schemeClr val="bg1"/>
                  </a:solidFill>
                  <a:latin typeface="Monterchi"/>
                  <a:ea typeface="Monterchi"/>
                  <a:cs typeface="Monterchi"/>
                  <a:sym typeface="Monterchi"/>
                </a:endParaRPr>
              </a:p>
            </p:txBody>
          </p:sp>
        </mc:Choice>
        <mc:Fallback>
          <p:sp>
            <p:nvSpPr>
              <p:cNvPr id="43" name="TextBox 42">
                <a:extLst>
                  <a:ext uri="{FF2B5EF4-FFF2-40B4-BE49-F238E27FC236}">
                    <a16:creationId xmlns:a16="http://schemas.microsoft.com/office/drawing/2014/main" id="{855A9E71-A4D7-BF33-3A8D-74CA5BA1DA78}"/>
                  </a:ext>
                </a:extLst>
              </p:cNvPr>
              <p:cNvSpPr txBox="1">
                <a:spLocks noRot="1" noChangeAspect="1" noMove="1" noResize="1" noEditPoints="1" noAdjustHandles="1" noChangeArrowheads="1" noChangeShapeType="1" noTextEdit="1"/>
              </p:cNvSpPr>
              <p:nvPr/>
            </p:nvSpPr>
            <p:spPr>
              <a:xfrm>
                <a:off x="13616875" y="689538"/>
                <a:ext cx="3124200" cy="3147272"/>
              </a:xfrm>
              <a:prstGeom prst="rect">
                <a:avLst/>
              </a:prstGeom>
              <a:blipFill>
                <a:blip r:embed="rId13"/>
                <a:stretch>
                  <a:fillRect r="-1758"/>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E01D59D2-A86D-15BD-D7AE-5658882CA130}"/>
                  </a:ext>
                </a:extLst>
              </p:cNvPr>
              <p:cNvSpPr txBox="1"/>
              <p:nvPr/>
            </p:nvSpPr>
            <p:spPr>
              <a:xfrm>
                <a:off x="13386992" y="772188"/>
                <a:ext cx="3124200" cy="3147272"/>
              </a:xfrm>
              <a:prstGeom prst="rect">
                <a:avLst/>
              </a:prstGeom>
            </p:spPr>
            <p:txBody>
              <a:bodyPr wrap="square" lIns="0" tIns="0" rIns="0" bIns="0" rtlCol="0" anchor="t">
                <a:spAutoFit/>
              </a:bodyPr>
              <a:lstStyle/>
              <a:p>
                <a:pPr marL="431799" lvl="1" algn="just">
                  <a:lnSpc>
                    <a:spcPct val="200000"/>
                  </a:lnSpc>
                </a:pPr>
                <a14:m>
                  <m:oMathPara xmlns:m="http://schemas.openxmlformats.org/officeDocument/2006/math">
                    <m:oMathParaPr>
                      <m:jc m:val="centerGroup"/>
                    </m:oMathParaPr>
                    <m:oMath xmlns:m="http://schemas.openxmlformats.org/officeDocument/2006/math">
                      <m:r>
                        <a:rPr lang="en-PH" sz="10000" b="1" i="1" smtClean="0">
                          <a:solidFill>
                            <a:schemeClr val="bg1"/>
                          </a:solidFill>
                          <a:latin typeface="Cambria Math" panose="02040503050406030204" pitchFamily="18" charset="0"/>
                          <a:ea typeface="Monterchi"/>
                          <a:cs typeface="Monterchi"/>
                          <a:sym typeface="Monterchi"/>
                        </a:rPr>
                        <m:t>− </m:t>
                      </m:r>
                      <m:r>
                        <a:rPr lang="en-PH" sz="10000" b="1" i="1" smtClean="0">
                          <a:solidFill>
                            <a:schemeClr val="bg1"/>
                          </a:solidFill>
                          <a:latin typeface="Cambria Math" panose="02040503050406030204" pitchFamily="18" charset="0"/>
                          <a:ea typeface="Monterchi"/>
                          <a:cs typeface="Monterchi"/>
                          <a:sym typeface="Monterchi"/>
                        </a:rPr>
                        <m:t>𝟔𝟎</m:t>
                      </m:r>
                      <m:r>
                        <a:rPr lang="en-PH" sz="10000" b="1" i="1" smtClean="0">
                          <a:solidFill>
                            <a:schemeClr val="bg1"/>
                          </a:solidFill>
                          <a:latin typeface="Cambria Math" panose="02040503050406030204" pitchFamily="18" charset="0"/>
                          <a:ea typeface="Monterchi"/>
                          <a:cs typeface="Monterchi"/>
                          <a:sym typeface="Monterchi"/>
                        </a:rPr>
                        <m:t> </m:t>
                      </m:r>
                    </m:oMath>
                  </m:oMathPara>
                </a14:m>
                <a:endParaRPr lang="en-PH" sz="10000" b="1" dirty="0">
                  <a:solidFill>
                    <a:schemeClr val="bg1"/>
                  </a:solidFill>
                  <a:latin typeface="Monterchi"/>
                  <a:ea typeface="Monterchi"/>
                  <a:cs typeface="Monterchi"/>
                  <a:sym typeface="Monterchi"/>
                </a:endParaRPr>
              </a:p>
            </p:txBody>
          </p:sp>
        </mc:Choice>
        <mc:Fallback>
          <p:sp>
            <p:nvSpPr>
              <p:cNvPr id="45" name="TextBox 44">
                <a:extLst>
                  <a:ext uri="{FF2B5EF4-FFF2-40B4-BE49-F238E27FC236}">
                    <a16:creationId xmlns:a16="http://schemas.microsoft.com/office/drawing/2014/main" id="{E01D59D2-A86D-15BD-D7AE-5658882CA130}"/>
                  </a:ext>
                </a:extLst>
              </p:cNvPr>
              <p:cNvSpPr txBox="1">
                <a:spLocks noRot="1" noChangeAspect="1" noMove="1" noResize="1" noEditPoints="1" noAdjustHandles="1" noChangeArrowheads="1" noChangeShapeType="1" noTextEdit="1"/>
              </p:cNvSpPr>
              <p:nvPr/>
            </p:nvSpPr>
            <p:spPr>
              <a:xfrm>
                <a:off x="13386992" y="772188"/>
                <a:ext cx="3124200" cy="3147272"/>
              </a:xfrm>
              <a:prstGeom prst="rect">
                <a:avLst/>
              </a:prstGeom>
              <a:blipFill>
                <a:blip r:embed="rId1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6022956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1000"/>
                                        <p:tgtEl>
                                          <p:spTgt spid="25"/>
                                        </p:tgtEl>
                                      </p:cBhvr>
                                    </p:animEffect>
                                    <p:anim calcmode="lin" valueType="num">
                                      <p:cBhvr>
                                        <p:cTn id="19" dur="1000" fill="hold"/>
                                        <p:tgtEl>
                                          <p:spTgt spid="25"/>
                                        </p:tgtEl>
                                        <p:attrNameLst>
                                          <p:attrName>ppt_x</p:attrName>
                                        </p:attrNameLst>
                                      </p:cBhvr>
                                      <p:tavLst>
                                        <p:tav tm="0">
                                          <p:val>
                                            <p:strVal val="#ppt_x"/>
                                          </p:val>
                                        </p:tav>
                                        <p:tav tm="100000">
                                          <p:val>
                                            <p:strVal val="#ppt_x"/>
                                          </p:val>
                                        </p:tav>
                                      </p:tavLst>
                                    </p:anim>
                                    <p:anim calcmode="lin" valueType="num">
                                      <p:cBhvr>
                                        <p:cTn id="20" dur="1000" fill="hold"/>
                                        <p:tgtEl>
                                          <p:spTgt spid="25"/>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1000"/>
                                        <p:tgtEl>
                                          <p:spTgt spid="27"/>
                                        </p:tgtEl>
                                      </p:cBhvr>
                                    </p:animEffect>
                                    <p:anim calcmode="lin" valueType="num">
                                      <p:cBhvr>
                                        <p:cTn id="24" dur="1000" fill="hold"/>
                                        <p:tgtEl>
                                          <p:spTgt spid="27"/>
                                        </p:tgtEl>
                                        <p:attrNameLst>
                                          <p:attrName>ppt_x</p:attrName>
                                        </p:attrNameLst>
                                      </p:cBhvr>
                                      <p:tavLst>
                                        <p:tav tm="0">
                                          <p:val>
                                            <p:strVal val="#ppt_x"/>
                                          </p:val>
                                        </p:tav>
                                        <p:tav tm="100000">
                                          <p:val>
                                            <p:strVal val="#ppt_x"/>
                                          </p:val>
                                        </p:tav>
                                      </p:tavLst>
                                    </p:anim>
                                    <p:anim calcmode="lin" valueType="num">
                                      <p:cBhvr>
                                        <p:cTn id="25"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1000"/>
                                        <p:tgtEl>
                                          <p:spTgt spid="29"/>
                                        </p:tgtEl>
                                      </p:cBhvr>
                                    </p:animEffect>
                                    <p:anim calcmode="lin" valueType="num">
                                      <p:cBhvr>
                                        <p:cTn id="31" dur="1000" fill="hold"/>
                                        <p:tgtEl>
                                          <p:spTgt spid="29"/>
                                        </p:tgtEl>
                                        <p:attrNameLst>
                                          <p:attrName>ppt_x</p:attrName>
                                        </p:attrNameLst>
                                      </p:cBhvr>
                                      <p:tavLst>
                                        <p:tav tm="0">
                                          <p:val>
                                            <p:strVal val="#ppt_x"/>
                                          </p:val>
                                        </p:tav>
                                        <p:tav tm="100000">
                                          <p:val>
                                            <p:strVal val="#ppt_x"/>
                                          </p:val>
                                        </p:tav>
                                      </p:tavLst>
                                    </p:anim>
                                    <p:anim calcmode="lin" valueType="num">
                                      <p:cBhvr>
                                        <p:cTn id="3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7"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1000"/>
                                        <p:tgtEl>
                                          <p:spTgt spid="31"/>
                                        </p:tgtEl>
                                      </p:cBhvr>
                                    </p:animEffec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27" grpId="0"/>
      <p:bldP spid="29"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D4ACE235-6889-EBC2-EC58-CD068E0FD02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F7DF353-FD27-CC96-E947-AF5DB1B9DF99}"/>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0E068F13-DA1A-DBE6-0390-94E890B2E435}"/>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0860C261-8C8D-F35B-E5D5-B2ED752173D5}"/>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4FECCD18-C62F-07C4-20B2-80BCCD387A8C}"/>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232DC8A3-53B6-5216-85F6-FC03400FC26C}"/>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9444FD2C-89C6-7449-4E47-6AAA1890AF5A}"/>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AE195569-0652-3150-3D50-6FBBAF6EE30F}"/>
              </a:ext>
            </a:extLst>
          </p:cNvPr>
          <p:cNvGrpSpPr/>
          <p:nvPr/>
        </p:nvGrpSpPr>
        <p:grpSpPr>
          <a:xfrm>
            <a:off x="5333999" y="1177262"/>
            <a:ext cx="7714119" cy="1449999"/>
            <a:chOff x="0" y="0"/>
            <a:chExt cx="2693549" cy="436650"/>
          </a:xfrm>
        </p:grpSpPr>
        <p:sp>
          <p:nvSpPr>
            <p:cNvPr id="9" name="Freeform 9">
              <a:extLst>
                <a:ext uri="{FF2B5EF4-FFF2-40B4-BE49-F238E27FC236}">
                  <a16:creationId xmlns:a16="http://schemas.microsoft.com/office/drawing/2014/main" id="{E88D588D-6DE2-3BCF-A0E7-D00B3655CE4A}"/>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9377D515-06A6-6B78-9AB1-DEC4C422AA83}"/>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68270B46-E6AB-0B96-27D5-3509772024CE}"/>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p:sp>
        <p:nvSpPr>
          <p:cNvPr id="11" name="TextBox 19">
            <a:extLst>
              <a:ext uri="{FF2B5EF4-FFF2-40B4-BE49-F238E27FC236}">
                <a16:creationId xmlns:a16="http://schemas.microsoft.com/office/drawing/2014/main" id="{4C7C9407-EF15-32BE-A775-4469F3EC9921}"/>
              </a:ext>
            </a:extLst>
          </p:cNvPr>
          <p:cNvSpPr txBox="1"/>
          <p:nvPr/>
        </p:nvSpPr>
        <p:spPr>
          <a:xfrm>
            <a:off x="4717328" y="1325820"/>
            <a:ext cx="8990186" cy="1000274"/>
          </a:xfrm>
          <a:prstGeom prst="rect">
            <a:avLst/>
          </a:prstGeom>
        </p:spPr>
        <p:txBody>
          <a:bodyPr wrap="square" lIns="0" tIns="0" rIns="0" bIns="0" rtlCol="0" anchor="t">
            <a:spAutoFit/>
          </a:bodyPr>
          <a:lstStyle/>
          <a:p>
            <a:pPr algn="ctr">
              <a:lnSpc>
                <a:spcPts val="8399"/>
              </a:lnSpc>
            </a:pPr>
            <a:r>
              <a:rPr lang="en-US" sz="5000" dirty="0">
                <a:solidFill>
                  <a:srgbClr val="E1E1E1"/>
                </a:solidFill>
                <a:latin typeface="Bugaki"/>
                <a:ea typeface="Bugaki"/>
                <a:cs typeface="Bugaki"/>
                <a:sym typeface="Bugaki"/>
              </a:rPr>
              <a:t>Solve the equations.</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630204F5-A587-8E2C-4F20-12F6E6589CF8}"/>
                  </a:ext>
                </a:extLst>
              </p:cNvPr>
              <p:cNvSpPr txBox="1"/>
              <p:nvPr/>
            </p:nvSpPr>
            <p:spPr>
              <a:xfrm>
                <a:off x="3183340" y="3162994"/>
                <a:ext cx="11254893" cy="1789977"/>
              </a:xfrm>
              <a:prstGeom prst="rect">
                <a:avLst/>
              </a:prstGeom>
            </p:spPr>
            <p:txBody>
              <a:bodyPr wrap="square" lIns="0" tIns="0" rIns="0" bIns="0" rtlCol="0" anchor="t">
                <a:spAutoFit/>
              </a:bodyPr>
              <a:lstStyle/>
              <a:p>
                <a:pPr marL="1003299" lvl="1" indent="-571500" algn="just">
                  <a:lnSpc>
                    <a:spcPct val="200000"/>
                  </a:lnSpc>
                  <a:buFont typeface="Arial" panose="020B0604020202020204" pitchFamily="34" charset="0"/>
                  <a:buChar char="•"/>
                </a:pPr>
                <a14:m>
                  <m:oMath xmlns:m="http://schemas.openxmlformats.org/officeDocument/2006/math">
                    <m:sSup>
                      <m:sSupPr>
                        <m:ctrlPr>
                          <a:rPr lang="en-PH" sz="6500" i="1" smtClean="0">
                            <a:solidFill>
                              <a:srgbClr val="1C2B2B"/>
                            </a:solidFill>
                            <a:latin typeface="Cambria Math" panose="02040503050406030204" pitchFamily="18" charset="0"/>
                            <a:ea typeface="Monterchi"/>
                            <a:cs typeface="Monterchi"/>
                            <a:sym typeface="Monterchi"/>
                          </a:rPr>
                        </m:ctrlPr>
                      </m:sSupPr>
                      <m:e>
                        <m:d>
                          <m:dPr>
                            <m:ctrlPr>
                              <a:rPr lang="en-PH" sz="6500" i="1" smtClean="0">
                                <a:solidFill>
                                  <a:srgbClr val="1C2B2B"/>
                                </a:solidFill>
                                <a:latin typeface="Cambria Math" panose="02040503050406030204" pitchFamily="18" charset="0"/>
                                <a:ea typeface="Monterchi"/>
                                <a:cs typeface="Monterchi"/>
                                <a:sym typeface="Monterchi"/>
                              </a:rPr>
                            </m:ctrlPr>
                          </m:dPr>
                          <m:e>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+8</m:t>
                            </m:r>
                          </m:e>
                        </m:d>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−9</m:t>
                    </m:r>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=52</m:t>
                    </m:r>
                  </m:oMath>
                </a14:m>
                <a:endParaRPr lang="en-PH" sz="6500" dirty="0">
                  <a:solidFill>
                    <a:srgbClr val="1C2B2B"/>
                  </a:solidFill>
                  <a:latin typeface="Monterchi"/>
                  <a:ea typeface="Monterchi"/>
                  <a:cs typeface="Monterchi"/>
                  <a:sym typeface="Monterchi"/>
                </a:endParaRPr>
              </a:p>
            </p:txBody>
          </p:sp>
        </mc:Choice>
        <mc:Fallback>
          <p:sp>
            <p:nvSpPr>
              <p:cNvPr id="16" name="TextBox 15">
                <a:extLst>
                  <a:ext uri="{FF2B5EF4-FFF2-40B4-BE49-F238E27FC236}">
                    <a16:creationId xmlns:a16="http://schemas.microsoft.com/office/drawing/2014/main" id="{630204F5-A587-8E2C-4F20-12F6E6589CF8}"/>
                  </a:ext>
                </a:extLst>
              </p:cNvPr>
              <p:cNvSpPr txBox="1">
                <a:spLocks noRot="1" noChangeAspect="1" noMove="1" noResize="1" noEditPoints="1" noAdjustHandles="1" noChangeArrowheads="1" noChangeShapeType="1" noTextEdit="1"/>
              </p:cNvSpPr>
              <p:nvPr/>
            </p:nvSpPr>
            <p:spPr>
              <a:xfrm>
                <a:off x="3183340" y="3162994"/>
                <a:ext cx="11254893" cy="1789977"/>
              </a:xfrm>
              <a:prstGeom prst="rect">
                <a:avLst/>
              </a:prstGeom>
              <a:blipFill>
                <a:blip r:embed="rId4"/>
                <a:stretch>
                  <a:fillRect/>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8B9477A-BB17-0E79-4D79-A6504EDE2B54}"/>
                  </a:ext>
                </a:extLst>
              </p:cNvPr>
              <p:cNvSpPr txBox="1"/>
              <p:nvPr/>
            </p:nvSpPr>
            <p:spPr>
              <a:xfrm>
                <a:off x="3183339" y="5379057"/>
                <a:ext cx="11254893" cy="1789977"/>
              </a:xfrm>
              <a:prstGeom prst="rect">
                <a:avLst/>
              </a:prstGeom>
            </p:spPr>
            <p:txBody>
              <a:bodyPr wrap="square" lIns="0" tIns="0" rIns="0" bIns="0" rtlCol="0" anchor="t">
                <a:spAutoFit/>
              </a:bodyPr>
              <a:lstStyle/>
              <a:p>
                <a:pPr marL="1003299" lvl="1" indent="-571500" algn="just">
                  <a:lnSpc>
                    <a:spcPct val="200000"/>
                  </a:lnSpc>
                  <a:buFont typeface="Arial" panose="020B0604020202020204" pitchFamily="34" charset="0"/>
                  <a:buChar char="•"/>
                </a:pP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3</m:t>
                    </m:r>
                    <m:r>
                      <a:rPr lang="en-PH" sz="6500" b="0" i="1" smtClean="0">
                        <a:solidFill>
                          <a:srgbClr val="1C2B2B"/>
                        </a:solidFill>
                        <a:latin typeface="Cambria Math" panose="02040503050406030204" pitchFamily="18" charset="0"/>
                        <a:ea typeface="Monterchi"/>
                        <a:cs typeface="Monterchi"/>
                        <a:sym typeface="Monterchi"/>
                      </a:rPr>
                      <m:t>𝑥</m:t>
                    </m:r>
                    <m:d>
                      <m:dPr>
                        <m:ctrlPr>
                          <a:rPr lang="en-PH" sz="6500" i="1" smtClean="0">
                            <a:solidFill>
                              <a:srgbClr val="1C2B2B"/>
                            </a:solidFill>
                            <a:latin typeface="Cambria Math" panose="02040503050406030204" pitchFamily="18" charset="0"/>
                            <a:ea typeface="Monterchi"/>
                            <a:cs typeface="Monterchi"/>
                            <a:sym typeface="Monterchi"/>
                          </a:rPr>
                        </m:ctrlPr>
                      </m:dPr>
                      <m:e>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−2</m:t>
                        </m:r>
                      </m:e>
                    </m:d>
                    <m:r>
                      <a:rPr lang="en-PH" sz="6500" b="0" i="1" smtClean="0">
                        <a:solidFill>
                          <a:srgbClr val="1C2B2B"/>
                        </a:solidFill>
                        <a:latin typeface="Cambria Math" panose="02040503050406030204" pitchFamily="18" charset="0"/>
                        <a:ea typeface="Monterchi"/>
                        <a:cs typeface="Monterchi"/>
                        <a:sym typeface="Monterchi"/>
                      </a:rPr>
                      <m:t>=12</m:t>
                    </m:r>
                    <m:r>
                      <a:rPr lang="en-PH" sz="6500" b="0" i="1" smtClean="0">
                        <a:solidFill>
                          <a:srgbClr val="1C2B2B"/>
                        </a:solidFill>
                        <a:latin typeface="Cambria Math" panose="02040503050406030204" pitchFamily="18" charset="0"/>
                        <a:ea typeface="Monterchi"/>
                        <a:cs typeface="Monterchi"/>
                        <a:sym typeface="Monterchi"/>
                      </a:rPr>
                      <m:t>𝑥</m:t>
                    </m:r>
                  </m:oMath>
                </a14:m>
                <a:endParaRPr lang="en-PH" sz="6500" dirty="0">
                  <a:solidFill>
                    <a:srgbClr val="1C2B2B"/>
                  </a:solidFill>
                  <a:latin typeface="Monterchi"/>
                  <a:ea typeface="Monterchi"/>
                  <a:cs typeface="Monterchi"/>
                  <a:sym typeface="Monterchi"/>
                </a:endParaRPr>
              </a:p>
            </p:txBody>
          </p:sp>
        </mc:Choice>
        <mc:Fallback>
          <p:sp>
            <p:nvSpPr>
              <p:cNvPr id="19" name="TextBox 18">
                <a:extLst>
                  <a:ext uri="{FF2B5EF4-FFF2-40B4-BE49-F238E27FC236}">
                    <a16:creationId xmlns:a16="http://schemas.microsoft.com/office/drawing/2014/main" id="{E8B9477A-BB17-0E79-4D79-A6504EDE2B54}"/>
                  </a:ext>
                </a:extLst>
              </p:cNvPr>
              <p:cNvSpPr txBox="1">
                <a:spLocks noRot="1" noChangeAspect="1" noMove="1" noResize="1" noEditPoints="1" noAdjustHandles="1" noChangeArrowheads="1" noChangeShapeType="1" noTextEdit="1"/>
              </p:cNvSpPr>
              <p:nvPr/>
            </p:nvSpPr>
            <p:spPr>
              <a:xfrm>
                <a:off x="3183339" y="5379057"/>
                <a:ext cx="11254893" cy="1789977"/>
              </a:xfrm>
              <a:prstGeom prst="rect">
                <a:avLst/>
              </a:prstGeom>
              <a:blipFill>
                <a:blip r:embed="rId5"/>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2349236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72BF9A71-6755-391A-FDC1-BEE7C37C15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9DDE3B6-D28F-4EE7-C8AC-DB15FAE6D24F}"/>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1D286A64-1CE0-89B2-3FDE-A36C3B660C58}"/>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1EB79528-1C90-826B-954F-7ECFD35F45DD}"/>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C7FD98B6-403E-12A5-8B38-945552CA64C9}"/>
              </a:ext>
            </a:extLst>
          </p:cNvPr>
          <p:cNvGrpSpPr/>
          <p:nvPr/>
        </p:nvGrpSpPr>
        <p:grpSpPr>
          <a:xfrm>
            <a:off x="2724931" y="2006214"/>
            <a:ext cx="12838139" cy="7103524"/>
            <a:chOff x="0" y="0"/>
            <a:chExt cx="3381238" cy="1870887"/>
          </a:xfrm>
        </p:grpSpPr>
        <p:sp>
          <p:nvSpPr>
            <p:cNvPr id="6" name="Freeform 6">
              <a:extLst>
                <a:ext uri="{FF2B5EF4-FFF2-40B4-BE49-F238E27FC236}">
                  <a16:creationId xmlns:a16="http://schemas.microsoft.com/office/drawing/2014/main" id="{A39CDD6C-75D6-421C-8EA8-00C602990E26}"/>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F30A8412-85B3-769A-CF80-5CC5BD61CAD4}"/>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59D72825-1E7E-DE47-B90A-538B02AAC278}"/>
              </a:ext>
            </a:extLst>
          </p:cNvPr>
          <p:cNvGrpSpPr/>
          <p:nvPr/>
        </p:nvGrpSpPr>
        <p:grpSpPr>
          <a:xfrm>
            <a:off x="5333999" y="1177262"/>
            <a:ext cx="7714119" cy="1756438"/>
            <a:chOff x="0" y="0"/>
            <a:chExt cx="2693549" cy="436650"/>
          </a:xfrm>
        </p:grpSpPr>
        <p:sp>
          <p:nvSpPr>
            <p:cNvPr id="9" name="Freeform 9">
              <a:extLst>
                <a:ext uri="{FF2B5EF4-FFF2-40B4-BE49-F238E27FC236}">
                  <a16:creationId xmlns:a16="http://schemas.microsoft.com/office/drawing/2014/main" id="{32847AF1-84B8-21B3-A698-E2D5E4FEE157}"/>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963CF153-4E93-1A20-C371-A8E7B447661C}"/>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21" name="Freeform 14">
            <a:extLst>
              <a:ext uri="{FF2B5EF4-FFF2-40B4-BE49-F238E27FC236}">
                <a16:creationId xmlns:a16="http://schemas.microsoft.com/office/drawing/2014/main" id="{B85B3796-B990-D824-6B0D-8105C91CD7E0}"/>
              </a:ext>
            </a:extLst>
          </p:cNvPr>
          <p:cNvSpPr/>
          <p:nvPr/>
        </p:nvSpPr>
        <p:spPr>
          <a:xfrm flipH="1">
            <a:off x="591571" y="7621139"/>
            <a:ext cx="2206441" cy="2312109"/>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3"/>
            <a:stretch>
              <a:fillRect/>
            </a:stretch>
          </a:blipFill>
        </p:spPr>
        <p:txBody>
          <a:bodyPr/>
          <a:lstStyle/>
          <a:p>
            <a:endParaRPr lang="en-PH" dirty="0"/>
          </a:p>
        </p:txBody>
      </p:sp>
      <p:sp>
        <p:nvSpPr>
          <p:cNvPr id="11" name="TextBox 19">
            <a:extLst>
              <a:ext uri="{FF2B5EF4-FFF2-40B4-BE49-F238E27FC236}">
                <a16:creationId xmlns:a16="http://schemas.microsoft.com/office/drawing/2014/main" id="{F9AA2F5E-2137-5EB2-F9AE-6E0EC34D4970}"/>
              </a:ext>
            </a:extLst>
          </p:cNvPr>
          <p:cNvSpPr txBox="1"/>
          <p:nvPr/>
        </p:nvSpPr>
        <p:spPr>
          <a:xfrm>
            <a:off x="4717328" y="1325820"/>
            <a:ext cx="8990186" cy="1000274"/>
          </a:xfrm>
          <a:prstGeom prst="rect">
            <a:avLst/>
          </a:prstGeom>
        </p:spPr>
        <p:txBody>
          <a:bodyPr wrap="square" lIns="0" tIns="0" rIns="0" bIns="0" rtlCol="0" anchor="t">
            <a:spAutoFit/>
          </a:bodyPr>
          <a:lstStyle/>
          <a:p>
            <a:pPr algn="ctr">
              <a:lnSpc>
                <a:spcPts val="8399"/>
              </a:lnSpc>
            </a:pPr>
            <a:r>
              <a:rPr lang="en-US" sz="5000" dirty="0">
                <a:solidFill>
                  <a:srgbClr val="E1E1E1"/>
                </a:solidFill>
                <a:latin typeface="Bugaki"/>
                <a:ea typeface="Bugaki"/>
                <a:cs typeface="Bugaki"/>
                <a:sym typeface="Bugaki"/>
              </a:rPr>
              <a:t>Let’s Practice!</a:t>
            </a: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CF06D88C-D9A9-1A1C-B3F6-BE4D0A4CF25B}"/>
                  </a:ext>
                </a:extLst>
              </p:cNvPr>
              <p:cNvSpPr txBox="1"/>
              <p:nvPr/>
            </p:nvSpPr>
            <p:spPr>
              <a:xfrm>
                <a:off x="3343113" y="3086958"/>
                <a:ext cx="11254893" cy="4674228"/>
              </a:xfrm>
              <a:prstGeom prst="rect">
                <a:avLst/>
              </a:prstGeom>
            </p:spPr>
            <p:txBody>
              <a:bodyPr wrap="square" lIns="0" tIns="0" rIns="0" bIns="0" rtlCol="0" anchor="t">
                <a:spAutoFit/>
              </a:bodyPr>
              <a:lstStyle/>
              <a:p>
                <a:pPr marL="1003299" lvl="1" indent="-571500" algn="just">
                  <a:lnSpc>
                    <a:spcPct val="250000"/>
                  </a:lnSpc>
                  <a:buFont typeface="Arial" panose="020B0604020202020204" pitchFamily="34" charset="0"/>
                  <a:buChar char="•"/>
                </a:pPr>
                <a14:m>
                  <m:oMath xmlns:m="http://schemas.openxmlformats.org/officeDocument/2006/math">
                    <m:r>
                      <a:rPr lang="en-PH" sz="6500" b="0" i="1" smtClean="0">
                        <a:solidFill>
                          <a:srgbClr val="1C2B2B"/>
                        </a:solidFill>
                        <a:latin typeface="Cambria Math" panose="02040503050406030204" pitchFamily="18" charset="0"/>
                        <a:ea typeface="Monterchi"/>
                        <a:cs typeface="Monterchi"/>
                        <a:sym typeface="Monterchi"/>
                      </a:rPr>
                      <m:t>𝑥</m:t>
                    </m:r>
                    <m:d>
                      <m:dPr>
                        <m:ctrlPr>
                          <a:rPr lang="en-PH" sz="6500" i="1" smtClean="0">
                            <a:solidFill>
                              <a:srgbClr val="1C2B2B"/>
                            </a:solidFill>
                            <a:latin typeface="Cambria Math" panose="02040503050406030204" pitchFamily="18" charset="0"/>
                            <a:ea typeface="Monterchi"/>
                            <a:cs typeface="Monterchi"/>
                            <a:sym typeface="Monterchi"/>
                          </a:rPr>
                        </m:ctrlPr>
                      </m:dPr>
                      <m:e>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+10</m:t>
                        </m:r>
                      </m:e>
                    </m:d>
                    <m:r>
                      <a:rPr lang="en-PH" sz="6500" b="0" i="1" smtClean="0">
                        <a:solidFill>
                          <a:srgbClr val="1C2B2B"/>
                        </a:solidFill>
                        <a:latin typeface="Cambria Math" panose="02040503050406030204" pitchFamily="18" charset="0"/>
                        <a:ea typeface="Monterchi"/>
                        <a:cs typeface="Monterchi"/>
                        <a:sym typeface="Monterchi"/>
                      </a:rPr>
                      <m:t>=20</m:t>
                    </m:r>
                  </m:oMath>
                </a14:m>
                <a:endParaRPr lang="en-PH" sz="6500" i="1" dirty="0">
                  <a:solidFill>
                    <a:srgbClr val="1C2B2B"/>
                  </a:solidFill>
                  <a:latin typeface="Cambria Math" panose="02040503050406030204" pitchFamily="18" charset="0"/>
                  <a:ea typeface="Monterchi"/>
                  <a:cs typeface="Monterchi"/>
                  <a:sym typeface="Monterchi"/>
                </a:endParaRPr>
              </a:p>
              <a:p>
                <a:pPr marL="1003299" lvl="1" indent="-571500" algn="just">
                  <a:lnSpc>
                    <a:spcPct val="250000"/>
                  </a:lnSpc>
                  <a:buFont typeface="Arial" panose="020B0604020202020204" pitchFamily="34" charset="0"/>
                  <a:buChar char="•"/>
                </a:pPr>
                <a14:m>
                  <m:oMath xmlns:m="http://schemas.openxmlformats.org/officeDocument/2006/math">
                    <m:sSup>
                      <m:sSupPr>
                        <m:ctrlPr>
                          <a:rPr lang="en-PH" sz="6500" i="1" smtClean="0">
                            <a:solidFill>
                              <a:srgbClr val="1C2B2B"/>
                            </a:solidFill>
                            <a:latin typeface="Cambria Math" panose="02040503050406030204" pitchFamily="18" charset="0"/>
                            <a:ea typeface="Monterchi"/>
                            <a:cs typeface="Monterchi"/>
                            <a:sym typeface="Monterchi"/>
                          </a:rPr>
                        </m:ctrlPr>
                      </m:sSupPr>
                      <m:e>
                        <m:d>
                          <m:dPr>
                            <m:ctrlPr>
                              <a:rPr lang="en-PH" sz="6500" i="1" smtClean="0">
                                <a:solidFill>
                                  <a:srgbClr val="1C2B2B"/>
                                </a:solidFill>
                                <a:latin typeface="Cambria Math" panose="02040503050406030204" pitchFamily="18" charset="0"/>
                                <a:ea typeface="Monterchi"/>
                                <a:cs typeface="Monterchi"/>
                                <a:sym typeface="Monterchi"/>
                              </a:rPr>
                            </m:ctrlPr>
                          </m:dPr>
                          <m:e>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+2</m:t>
                            </m:r>
                          </m:e>
                        </m:d>
                      </m:e>
                      <m:sup>
                        <m:r>
                          <a:rPr lang="en-PH" sz="6500" b="0" i="1" smtClean="0">
                            <a:solidFill>
                              <a:srgbClr val="1C2B2B"/>
                            </a:solidFill>
                            <a:latin typeface="Cambria Math" panose="02040503050406030204" pitchFamily="18" charset="0"/>
                            <a:ea typeface="Monterchi"/>
                            <a:cs typeface="Monterchi"/>
                            <a:sym typeface="Monterchi"/>
                          </a:rPr>
                          <m:t>2</m:t>
                        </m:r>
                      </m:sup>
                    </m:sSup>
                    <m:r>
                      <a:rPr lang="en-PH" sz="6500" b="0" i="1" smtClean="0">
                        <a:solidFill>
                          <a:srgbClr val="1C2B2B"/>
                        </a:solidFill>
                        <a:latin typeface="Cambria Math" panose="02040503050406030204" pitchFamily="18" charset="0"/>
                        <a:ea typeface="Monterchi"/>
                        <a:cs typeface="Monterchi"/>
                        <a:sym typeface="Monterchi"/>
                      </a:rPr>
                      <m:t>−9</m:t>
                    </m:r>
                    <m:r>
                      <a:rPr lang="en-PH" sz="6500" b="0" i="1" smtClean="0">
                        <a:solidFill>
                          <a:srgbClr val="1C2B2B"/>
                        </a:solidFill>
                        <a:latin typeface="Cambria Math" panose="02040503050406030204" pitchFamily="18" charset="0"/>
                        <a:ea typeface="Monterchi"/>
                        <a:cs typeface="Monterchi"/>
                        <a:sym typeface="Monterchi"/>
                      </a:rPr>
                      <m:t>𝑥</m:t>
                    </m:r>
                    <m:r>
                      <a:rPr lang="en-PH" sz="6500" b="0" i="1" smtClean="0">
                        <a:solidFill>
                          <a:srgbClr val="1C2B2B"/>
                        </a:solidFill>
                        <a:latin typeface="Cambria Math" panose="02040503050406030204" pitchFamily="18" charset="0"/>
                        <a:ea typeface="Monterchi"/>
                        <a:cs typeface="Monterchi"/>
                        <a:sym typeface="Monterchi"/>
                      </a:rPr>
                      <m:t>=18</m:t>
                    </m:r>
                  </m:oMath>
                </a14:m>
                <a:endParaRPr lang="en-PH" sz="6500" dirty="0">
                  <a:solidFill>
                    <a:srgbClr val="1C2B2B"/>
                  </a:solidFill>
                  <a:latin typeface="Monterchi"/>
                  <a:ea typeface="Monterchi"/>
                  <a:cs typeface="Monterchi"/>
                  <a:sym typeface="Monterchi"/>
                </a:endParaRPr>
              </a:p>
            </p:txBody>
          </p:sp>
        </mc:Choice>
        <mc:Fallback>
          <p:sp>
            <p:nvSpPr>
              <p:cNvPr id="15" name="TextBox 14">
                <a:extLst>
                  <a:ext uri="{FF2B5EF4-FFF2-40B4-BE49-F238E27FC236}">
                    <a16:creationId xmlns:a16="http://schemas.microsoft.com/office/drawing/2014/main" id="{CF06D88C-D9A9-1A1C-B3F6-BE4D0A4CF25B}"/>
                  </a:ext>
                </a:extLst>
              </p:cNvPr>
              <p:cNvSpPr txBox="1">
                <a:spLocks noRot="1" noChangeAspect="1" noMove="1" noResize="1" noEditPoints="1" noAdjustHandles="1" noChangeArrowheads="1" noChangeShapeType="1" noTextEdit="1"/>
              </p:cNvSpPr>
              <p:nvPr/>
            </p:nvSpPr>
            <p:spPr>
              <a:xfrm>
                <a:off x="3343113" y="3086958"/>
                <a:ext cx="11254893" cy="4674228"/>
              </a:xfrm>
              <a:prstGeom prst="rect">
                <a:avLst/>
              </a:prstGeom>
              <a:blipFill>
                <a:blip r:embed="rId4"/>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20480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0BA7A467-D1D7-CA69-7F5A-00BF563E24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7EB3BD-214B-53F7-C47F-7408BFDD60E3}"/>
              </a:ext>
            </a:extLst>
          </p:cNvPr>
          <p:cNvGrpSpPr/>
          <p:nvPr/>
        </p:nvGrpSpPr>
        <p:grpSpPr>
          <a:xfrm>
            <a:off x="-7855623" y="-544286"/>
            <a:ext cx="40704846" cy="10287000"/>
            <a:chOff x="0" y="0"/>
            <a:chExt cx="54273128" cy="13716000"/>
          </a:xfrm>
        </p:grpSpPr>
        <p:sp>
          <p:nvSpPr>
            <p:cNvPr id="3" name="Freeform 3">
              <a:extLst>
                <a:ext uri="{FF2B5EF4-FFF2-40B4-BE49-F238E27FC236}">
                  <a16:creationId xmlns:a16="http://schemas.microsoft.com/office/drawing/2014/main" id="{7459F344-73DE-BBB9-C320-74C2B83D2F8F}"/>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a:extLst>
                <a:ext uri="{FF2B5EF4-FFF2-40B4-BE49-F238E27FC236}">
                  <a16:creationId xmlns:a16="http://schemas.microsoft.com/office/drawing/2014/main" id="{42D8A73D-05F4-357B-2412-EC3C24FF34A6}"/>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68DD3EA3-AA54-84E8-B0DD-11925B9C3E48}"/>
              </a:ext>
            </a:extLst>
          </p:cNvPr>
          <p:cNvGrpSpPr/>
          <p:nvPr/>
        </p:nvGrpSpPr>
        <p:grpSpPr>
          <a:xfrm>
            <a:off x="933346" y="1591738"/>
            <a:ext cx="16553428" cy="8504762"/>
            <a:chOff x="0" y="0"/>
            <a:chExt cx="3381238" cy="1870887"/>
          </a:xfrm>
        </p:grpSpPr>
        <p:sp>
          <p:nvSpPr>
            <p:cNvPr id="6" name="Freeform 6">
              <a:extLst>
                <a:ext uri="{FF2B5EF4-FFF2-40B4-BE49-F238E27FC236}">
                  <a16:creationId xmlns:a16="http://schemas.microsoft.com/office/drawing/2014/main" id="{68ECDFFB-F49F-AF83-AB02-7F06B8FE46CE}"/>
                </a:ext>
              </a:extLst>
            </p:cNvPr>
            <p:cNvSpPr/>
            <p:nvPr/>
          </p:nvSpPr>
          <p:spPr>
            <a:xfrm>
              <a:off x="0" y="0"/>
              <a:ext cx="3381238" cy="18708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dirty="0"/>
            </a:p>
          </p:txBody>
        </p:sp>
        <p:sp>
          <p:nvSpPr>
            <p:cNvPr id="7" name="TextBox 7">
              <a:extLst>
                <a:ext uri="{FF2B5EF4-FFF2-40B4-BE49-F238E27FC236}">
                  <a16:creationId xmlns:a16="http://schemas.microsoft.com/office/drawing/2014/main" id="{79E40C03-C0C6-A128-3B17-B0B8D0372002}"/>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BEEE0CE4-421A-D4DD-1BD5-26AB23AEF273}"/>
              </a:ext>
            </a:extLst>
          </p:cNvPr>
          <p:cNvGrpSpPr/>
          <p:nvPr/>
        </p:nvGrpSpPr>
        <p:grpSpPr>
          <a:xfrm>
            <a:off x="5227479" y="459792"/>
            <a:ext cx="7696199" cy="1402540"/>
            <a:chOff x="0" y="0"/>
            <a:chExt cx="2693549" cy="436650"/>
          </a:xfrm>
        </p:grpSpPr>
        <p:sp>
          <p:nvSpPr>
            <p:cNvPr id="9" name="Freeform 9">
              <a:extLst>
                <a:ext uri="{FF2B5EF4-FFF2-40B4-BE49-F238E27FC236}">
                  <a16:creationId xmlns:a16="http://schemas.microsoft.com/office/drawing/2014/main" id="{6FAB643F-5928-A220-2D86-40149277E11C}"/>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7C943591-6EFE-71C1-A5B8-01FB6FD7444E}"/>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mc:AlternateContent xmlns:mc="http://schemas.openxmlformats.org/markup-compatibility/2006">
        <mc:Choice xmlns:a14="http://schemas.microsoft.com/office/drawing/2010/main" Requires="a14">
          <p:sp>
            <p:nvSpPr>
              <p:cNvPr id="12" name="TextBox 12">
                <a:extLst>
                  <a:ext uri="{FF2B5EF4-FFF2-40B4-BE49-F238E27FC236}">
                    <a16:creationId xmlns:a16="http://schemas.microsoft.com/office/drawing/2014/main" id="{3B57C04D-13CB-68AB-9FFA-116EA47585E0}"/>
                  </a:ext>
                </a:extLst>
              </p:cNvPr>
              <p:cNvSpPr txBox="1"/>
              <p:nvPr/>
            </p:nvSpPr>
            <p:spPr>
              <a:xfrm>
                <a:off x="1383009" y="1922143"/>
                <a:ext cx="14889840" cy="7834196"/>
              </a:xfrm>
              <a:prstGeom prst="rect">
                <a:avLst/>
              </a:prstGeom>
            </p:spPr>
            <p:txBody>
              <a:bodyPr wrap="square" lIns="0" tIns="0" rIns="0" bIns="0" rtlCol="0" anchor="t">
                <a:spAutoFit/>
              </a:bodyPr>
              <a:lstStyle/>
              <a:p>
                <a:pPr marL="431799" lvl="1" algn="just">
                  <a:lnSpc>
                    <a:spcPct val="150000"/>
                  </a:lnSpc>
                </a:pPr>
                <a:r>
                  <a:rPr lang="en-PH" sz="5000" b="1" dirty="0">
                    <a:solidFill>
                      <a:srgbClr val="1C2B2B"/>
                    </a:solidFill>
                    <a:latin typeface="Monterchi"/>
                    <a:ea typeface="Monterchi"/>
                    <a:cs typeface="Monterchi"/>
                    <a:sym typeface="Monterchi"/>
                  </a:rPr>
                  <a:t>Solve the following equations. Show your complete solution.</a:t>
                </a:r>
              </a:p>
              <a:p>
                <a:pPr marL="2031999" lvl="3" indent="-685800" algn="just">
                  <a:lnSpc>
                    <a:spcPct val="250000"/>
                  </a:lnSpc>
                  <a:buFont typeface="Arial" panose="020B0604020202020204" pitchFamily="34" charset="0"/>
                  <a:buChar char="•"/>
                </a:pPr>
                <a14:m>
                  <m:oMath xmlns:m="http://schemas.openxmlformats.org/officeDocument/2006/math">
                    <m:sSup>
                      <m:sSupPr>
                        <m:ctrlPr>
                          <a:rPr lang="en-PH" sz="5000" b="1" i="1" smtClean="0">
                            <a:solidFill>
                              <a:srgbClr val="1C2B2B"/>
                            </a:solidFill>
                            <a:latin typeface="Cambria Math" panose="02040503050406030204" pitchFamily="18" charset="0"/>
                            <a:ea typeface="Monterchi"/>
                            <a:cs typeface="Monterchi"/>
                            <a:sym typeface="Monterchi"/>
                          </a:rPr>
                        </m:ctrlPr>
                      </m:sSupPr>
                      <m:e>
                        <m:d>
                          <m:dPr>
                            <m:ctrlPr>
                              <a:rPr lang="en-PH" sz="5000" b="1" i="1" smtClean="0">
                                <a:solidFill>
                                  <a:srgbClr val="1C2B2B"/>
                                </a:solidFill>
                                <a:latin typeface="Cambria Math" panose="02040503050406030204" pitchFamily="18" charset="0"/>
                                <a:ea typeface="Monterchi"/>
                                <a:cs typeface="Monterchi"/>
                                <a:sym typeface="Monterchi"/>
                              </a:rPr>
                            </m:ctrlPr>
                          </m:dPr>
                          <m:e>
                            <m:r>
                              <a:rPr lang="en-PH" sz="5000" b="1" i="1" smtClean="0">
                                <a:solidFill>
                                  <a:srgbClr val="1C2B2B"/>
                                </a:solidFill>
                                <a:latin typeface="Cambria Math" panose="02040503050406030204" pitchFamily="18" charset="0"/>
                                <a:ea typeface="Monterchi"/>
                                <a:cs typeface="Monterchi"/>
                                <a:sym typeface="Monterchi"/>
                              </a:rPr>
                              <m:t>𝒙</m:t>
                            </m:r>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𝟓</m:t>
                            </m:r>
                          </m:e>
                        </m:d>
                      </m:e>
                      <m:sup>
                        <m:r>
                          <a:rPr lang="en-PH" sz="5000" b="1" i="1" smtClean="0">
                            <a:solidFill>
                              <a:srgbClr val="1C2B2B"/>
                            </a:solidFill>
                            <a:latin typeface="Cambria Math" panose="02040503050406030204" pitchFamily="18" charset="0"/>
                            <a:ea typeface="Monterchi"/>
                            <a:cs typeface="Monterchi"/>
                            <a:sym typeface="Monterchi"/>
                          </a:rPr>
                          <m:t>𝟐</m:t>
                        </m:r>
                      </m:sup>
                    </m:sSup>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𝟒</m:t>
                    </m:r>
                    <m:r>
                      <a:rPr lang="en-PH" sz="5000" b="1" i="1" smtClean="0">
                        <a:solidFill>
                          <a:srgbClr val="1C2B2B"/>
                        </a:solidFill>
                        <a:latin typeface="Cambria Math" panose="02040503050406030204" pitchFamily="18" charset="0"/>
                        <a:ea typeface="Monterchi"/>
                        <a:cs typeface="Monterchi"/>
                        <a:sym typeface="Monterchi"/>
                      </a:rPr>
                      <m:t>𝒙</m:t>
                    </m:r>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𝟐𝟓</m:t>
                    </m:r>
                  </m:oMath>
                </a14:m>
                <a:endParaRPr lang="en-PH" sz="5000" b="1" i="1" dirty="0">
                  <a:solidFill>
                    <a:srgbClr val="1C2B2B"/>
                  </a:solidFill>
                  <a:latin typeface="Cambria Math" panose="02040503050406030204" pitchFamily="18" charset="0"/>
                  <a:ea typeface="Monterchi"/>
                  <a:cs typeface="Monterchi"/>
                  <a:sym typeface="Monterchi"/>
                </a:endParaRPr>
              </a:p>
              <a:p>
                <a:pPr marL="2031999" lvl="3" indent="-685800" algn="just">
                  <a:lnSpc>
                    <a:spcPct val="250000"/>
                  </a:lnSpc>
                  <a:buFont typeface="Arial" panose="020B0604020202020204" pitchFamily="34" charset="0"/>
                  <a:buChar char="•"/>
                </a:pPr>
                <a14:m>
                  <m:oMath xmlns:m="http://schemas.openxmlformats.org/officeDocument/2006/math">
                    <m:r>
                      <a:rPr lang="en-PH" sz="5000" b="1" i="1" smtClean="0">
                        <a:solidFill>
                          <a:srgbClr val="1C2B2B"/>
                        </a:solidFill>
                        <a:latin typeface="Cambria Math" panose="02040503050406030204" pitchFamily="18" charset="0"/>
                        <a:ea typeface="Monterchi"/>
                        <a:cs typeface="Monterchi"/>
                        <a:sym typeface="Monterchi"/>
                      </a:rPr>
                      <m:t>𝟐</m:t>
                    </m:r>
                    <m:r>
                      <a:rPr lang="en-PH" sz="5000" b="1" i="1" smtClean="0">
                        <a:solidFill>
                          <a:srgbClr val="1C2B2B"/>
                        </a:solidFill>
                        <a:latin typeface="Cambria Math" panose="02040503050406030204" pitchFamily="18" charset="0"/>
                        <a:ea typeface="Monterchi"/>
                        <a:cs typeface="Monterchi"/>
                        <a:sym typeface="Monterchi"/>
                      </a:rPr>
                      <m:t>𝒙</m:t>
                    </m:r>
                    <m:d>
                      <m:dPr>
                        <m:ctrlPr>
                          <a:rPr lang="en-PH" sz="5000" b="1" i="1" smtClean="0">
                            <a:solidFill>
                              <a:srgbClr val="1C2B2B"/>
                            </a:solidFill>
                            <a:latin typeface="Cambria Math" panose="02040503050406030204" pitchFamily="18" charset="0"/>
                            <a:ea typeface="Monterchi"/>
                            <a:cs typeface="Monterchi"/>
                            <a:sym typeface="Monterchi"/>
                          </a:rPr>
                        </m:ctrlPr>
                      </m:dPr>
                      <m:e>
                        <m:r>
                          <a:rPr lang="en-PH" sz="5000" b="1" i="1" smtClean="0">
                            <a:solidFill>
                              <a:srgbClr val="1C2B2B"/>
                            </a:solidFill>
                            <a:latin typeface="Cambria Math" panose="02040503050406030204" pitchFamily="18" charset="0"/>
                            <a:ea typeface="Monterchi"/>
                            <a:cs typeface="Monterchi"/>
                            <a:sym typeface="Monterchi"/>
                          </a:rPr>
                          <m:t>𝒙</m:t>
                        </m:r>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𝟑</m:t>
                        </m:r>
                      </m:e>
                    </m:d>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𝟏𝟔</m:t>
                    </m:r>
                  </m:oMath>
                </a14:m>
                <a:endParaRPr lang="en-PH" sz="5000" b="1" i="1" dirty="0">
                  <a:solidFill>
                    <a:srgbClr val="1C2B2B"/>
                  </a:solidFill>
                  <a:latin typeface="Cambria Math" panose="02040503050406030204" pitchFamily="18" charset="0"/>
                  <a:ea typeface="Monterchi"/>
                  <a:cs typeface="Monterchi"/>
                  <a:sym typeface="Monterchi"/>
                </a:endParaRPr>
              </a:p>
              <a:p>
                <a:pPr marL="2031999" lvl="3" indent="-685800" algn="just">
                  <a:lnSpc>
                    <a:spcPct val="250000"/>
                  </a:lnSpc>
                  <a:buFont typeface="Arial" panose="020B0604020202020204" pitchFamily="34" charset="0"/>
                  <a:buChar char="•"/>
                </a:pPr>
                <a14:m>
                  <m:oMath xmlns:m="http://schemas.openxmlformats.org/officeDocument/2006/math">
                    <m:r>
                      <a:rPr lang="en-PH" sz="5000" b="1" i="1" smtClean="0">
                        <a:solidFill>
                          <a:srgbClr val="1C2B2B"/>
                        </a:solidFill>
                        <a:latin typeface="Cambria Math" panose="02040503050406030204" pitchFamily="18" charset="0"/>
                        <a:ea typeface="Monterchi"/>
                        <a:cs typeface="Monterchi"/>
                        <a:sym typeface="Monterchi"/>
                      </a:rPr>
                      <m:t>𝒙</m:t>
                    </m:r>
                    <m:d>
                      <m:dPr>
                        <m:ctrlPr>
                          <a:rPr lang="en-PH" sz="5000" b="1" i="1" smtClean="0">
                            <a:solidFill>
                              <a:srgbClr val="1C2B2B"/>
                            </a:solidFill>
                            <a:latin typeface="Cambria Math" panose="02040503050406030204" pitchFamily="18" charset="0"/>
                            <a:ea typeface="Monterchi"/>
                            <a:cs typeface="Monterchi"/>
                            <a:sym typeface="Monterchi"/>
                          </a:rPr>
                        </m:ctrlPr>
                      </m:dPr>
                      <m:e>
                        <m:r>
                          <a:rPr lang="en-PH" sz="5000" b="1" i="1" smtClean="0">
                            <a:solidFill>
                              <a:srgbClr val="1C2B2B"/>
                            </a:solidFill>
                            <a:latin typeface="Cambria Math" panose="02040503050406030204" pitchFamily="18" charset="0"/>
                            <a:ea typeface="Monterchi"/>
                            <a:cs typeface="Monterchi"/>
                            <a:sym typeface="Monterchi"/>
                          </a:rPr>
                          <m:t>𝟐</m:t>
                        </m:r>
                        <m:r>
                          <a:rPr lang="en-PH" sz="5000" b="1" i="1" smtClean="0">
                            <a:solidFill>
                              <a:srgbClr val="1C2B2B"/>
                            </a:solidFill>
                            <a:latin typeface="Cambria Math" panose="02040503050406030204" pitchFamily="18" charset="0"/>
                            <a:ea typeface="Monterchi"/>
                            <a:cs typeface="Monterchi"/>
                            <a:sym typeface="Monterchi"/>
                          </a:rPr>
                          <m:t>𝒙</m:t>
                        </m:r>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𝟓</m:t>
                        </m:r>
                      </m:e>
                    </m:d>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𝟒</m:t>
                    </m:r>
                    <m:r>
                      <a:rPr lang="en-PH" sz="5000" b="1" i="1" smtClean="0">
                        <a:solidFill>
                          <a:srgbClr val="1C2B2B"/>
                        </a:solidFill>
                        <a:latin typeface="Cambria Math" panose="02040503050406030204" pitchFamily="18" charset="0"/>
                        <a:ea typeface="Monterchi"/>
                        <a:cs typeface="Monterchi"/>
                        <a:sym typeface="Monterchi"/>
                      </a:rPr>
                      <m:t>𝒙</m:t>
                    </m:r>
                    <m:r>
                      <a:rPr lang="en-PH" sz="5000" b="1" i="1" smtClean="0">
                        <a:solidFill>
                          <a:srgbClr val="1C2B2B"/>
                        </a:solidFill>
                        <a:latin typeface="Cambria Math" panose="02040503050406030204" pitchFamily="18" charset="0"/>
                        <a:ea typeface="Monterchi"/>
                        <a:cs typeface="Monterchi"/>
                        <a:sym typeface="Monterchi"/>
                      </a:rPr>
                      <m:t>=</m:t>
                    </m:r>
                    <m:r>
                      <a:rPr lang="en-PH" sz="5000" b="1" i="1" smtClean="0">
                        <a:solidFill>
                          <a:srgbClr val="1C2B2B"/>
                        </a:solidFill>
                        <a:latin typeface="Cambria Math" panose="02040503050406030204" pitchFamily="18" charset="0"/>
                        <a:ea typeface="Monterchi"/>
                        <a:cs typeface="Monterchi"/>
                        <a:sym typeface="Monterchi"/>
                      </a:rPr>
                      <m:t>𝟏𝟐</m:t>
                    </m:r>
                  </m:oMath>
                </a14:m>
                <a:endParaRPr lang="en-PH" sz="5000" b="1" dirty="0">
                  <a:solidFill>
                    <a:srgbClr val="1C2B2B"/>
                  </a:solidFill>
                  <a:latin typeface="Monterchi"/>
                  <a:ea typeface="Monterchi"/>
                  <a:cs typeface="Monterchi"/>
                  <a:sym typeface="Monterchi"/>
                </a:endParaRPr>
              </a:p>
            </p:txBody>
          </p:sp>
        </mc:Choice>
        <mc:Fallback>
          <p:sp>
            <p:nvSpPr>
              <p:cNvPr id="12" name="TextBox 12">
                <a:extLst>
                  <a:ext uri="{FF2B5EF4-FFF2-40B4-BE49-F238E27FC236}">
                    <a16:creationId xmlns:a16="http://schemas.microsoft.com/office/drawing/2014/main" id="{3B57C04D-13CB-68AB-9FFA-116EA47585E0}"/>
                  </a:ext>
                </a:extLst>
              </p:cNvPr>
              <p:cNvSpPr txBox="1">
                <a:spLocks noRot="1" noChangeAspect="1" noMove="1" noResize="1" noEditPoints="1" noAdjustHandles="1" noChangeArrowheads="1" noChangeShapeType="1" noTextEdit="1"/>
              </p:cNvSpPr>
              <p:nvPr/>
            </p:nvSpPr>
            <p:spPr>
              <a:xfrm>
                <a:off x="1383009" y="1922143"/>
                <a:ext cx="14889840" cy="7834196"/>
              </a:xfrm>
              <a:prstGeom prst="rect">
                <a:avLst/>
              </a:prstGeom>
              <a:blipFill>
                <a:blip r:embed="rId3"/>
                <a:stretch>
                  <a:fillRect r="-2580"/>
                </a:stretch>
              </a:blipFill>
            </p:spPr>
            <p:txBody>
              <a:bodyPr/>
              <a:lstStyle/>
              <a:p>
                <a:r>
                  <a:rPr lang="en-PH">
                    <a:noFill/>
                  </a:rPr>
                  <a:t> </a:t>
                </a:r>
              </a:p>
            </p:txBody>
          </p:sp>
        </mc:Fallback>
      </mc:AlternateContent>
      <p:sp>
        <p:nvSpPr>
          <p:cNvPr id="21" name="Freeform 14">
            <a:extLst>
              <a:ext uri="{FF2B5EF4-FFF2-40B4-BE49-F238E27FC236}">
                <a16:creationId xmlns:a16="http://schemas.microsoft.com/office/drawing/2014/main" id="{AAE6F63C-C4A5-BA24-45FD-240814B143D5}"/>
              </a:ext>
            </a:extLst>
          </p:cNvPr>
          <p:cNvSpPr/>
          <p:nvPr/>
        </p:nvSpPr>
        <p:spPr>
          <a:xfrm flipH="1">
            <a:off x="-169876" y="8312315"/>
            <a:ext cx="2074875" cy="2137393"/>
          </a:xfrm>
          <a:custGeom>
            <a:avLst/>
            <a:gdLst/>
            <a:ahLst/>
            <a:cxnLst/>
            <a:rect l="l" t="t" r="r" b="b"/>
            <a:pathLst>
              <a:path w="2081754" h="2055732">
                <a:moveTo>
                  <a:pt x="2081754" y="0"/>
                </a:moveTo>
                <a:lnTo>
                  <a:pt x="0" y="0"/>
                </a:lnTo>
                <a:lnTo>
                  <a:pt x="0" y="2055733"/>
                </a:lnTo>
                <a:lnTo>
                  <a:pt x="2081754" y="2055733"/>
                </a:lnTo>
                <a:lnTo>
                  <a:pt x="2081754" y="0"/>
                </a:lnTo>
                <a:close/>
              </a:path>
            </a:pathLst>
          </a:custGeom>
          <a:blipFill>
            <a:blip r:embed="rId4"/>
            <a:stretch>
              <a:fillRect/>
            </a:stretch>
          </a:blipFill>
        </p:spPr>
        <p:txBody>
          <a:bodyPr/>
          <a:lstStyle/>
          <a:p>
            <a:endParaRPr lang="en-PH" dirty="0"/>
          </a:p>
        </p:txBody>
      </p:sp>
      <p:sp>
        <p:nvSpPr>
          <p:cNvPr id="11" name="TextBox 19">
            <a:extLst>
              <a:ext uri="{FF2B5EF4-FFF2-40B4-BE49-F238E27FC236}">
                <a16:creationId xmlns:a16="http://schemas.microsoft.com/office/drawing/2014/main" id="{6A25089F-02D1-DBD0-7425-ADB278B373BD}"/>
              </a:ext>
            </a:extLst>
          </p:cNvPr>
          <p:cNvSpPr txBox="1"/>
          <p:nvPr/>
        </p:nvSpPr>
        <p:spPr>
          <a:xfrm>
            <a:off x="2649200" y="766376"/>
            <a:ext cx="12989599" cy="923330"/>
          </a:xfrm>
          <a:prstGeom prst="rect">
            <a:avLst/>
          </a:prstGeom>
        </p:spPr>
        <p:txBody>
          <a:bodyPr wrap="square" lIns="0" tIns="0" rIns="0" bIns="0" rtlCol="0" anchor="t">
            <a:spAutoFit/>
          </a:bodyPr>
          <a:lstStyle/>
          <a:p>
            <a:pPr algn="ctr"/>
            <a:r>
              <a:rPr lang="en-US" sz="6000" dirty="0">
                <a:solidFill>
                  <a:srgbClr val="E1E1E1"/>
                </a:solidFill>
                <a:latin typeface="Bugaki"/>
                <a:ea typeface="Bugaki"/>
                <a:cs typeface="Bugaki"/>
              </a:rPr>
              <a:t>Quiz 5</a:t>
            </a:r>
          </a:p>
        </p:txBody>
      </p:sp>
    </p:spTree>
    <p:extLst>
      <p:ext uri="{BB962C8B-B14F-4D97-AF65-F5344CB8AC3E}">
        <p14:creationId xmlns:p14="http://schemas.microsoft.com/office/powerpoint/2010/main" val="3098108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98478"/>
        </a:solidFill>
        <a:effectLst/>
      </p:bgPr>
    </p:bg>
    <p:spTree>
      <p:nvGrpSpPr>
        <p:cNvPr id="1" name="">
          <a:extLst>
            <a:ext uri="{FF2B5EF4-FFF2-40B4-BE49-F238E27FC236}">
              <a16:creationId xmlns:a16="http://schemas.microsoft.com/office/drawing/2014/main" id="{553F65ED-992A-2CF9-148F-B6D640C748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B2BFA6-65BE-0562-73D3-FEEDD0B1754B}"/>
              </a:ext>
            </a:extLst>
          </p:cNvPr>
          <p:cNvGrpSpPr/>
          <p:nvPr/>
        </p:nvGrpSpPr>
        <p:grpSpPr>
          <a:xfrm>
            <a:off x="-11208423" y="0"/>
            <a:ext cx="40704846" cy="10287000"/>
            <a:chOff x="0" y="0"/>
            <a:chExt cx="54273128" cy="13716000"/>
          </a:xfrm>
        </p:grpSpPr>
        <p:sp>
          <p:nvSpPr>
            <p:cNvPr id="3" name="Freeform 3">
              <a:extLst>
                <a:ext uri="{FF2B5EF4-FFF2-40B4-BE49-F238E27FC236}">
                  <a16:creationId xmlns:a16="http://schemas.microsoft.com/office/drawing/2014/main" id="{D6F5E841-67DB-95E9-C74E-5A15C8D4DF88}"/>
                </a:ext>
              </a:extLst>
            </p:cNvPr>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dirty="0"/>
            </a:p>
          </p:txBody>
        </p:sp>
        <p:sp>
          <p:nvSpPr>
            <p:cNvPr id="4" name="Freeform 4">
              <a:extLst>
                <a:ext uri="{FF2B5EF4-FFF2-40B4-BE49-F238E27FC236}">
                  <a16:creationId xmlns:a16="http://schemas.microsoft.com/office/drawing/2014/main" id="{4746BAF1-C009-B2F9-EDDE-C68E42ABDAA7}"/>
                </a:ext>
              </a:extLst>
            </p:cNvPr>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a:extLst>
              <a:ext uri="{FF2B5EF4-FFF2-40B4-BE49-F238E27FC236}">
                <a16:creationId xmlns:a16="http://schemas.microsoft.com/office/drawing/2014/main" id="{5BE4C466-268C-0B4D-E706-6BE14BA94BF7}"/>
              </a:ext>
            </a:extLst>
          </p:cNvPr>
          <p:cNvGrpSpPr/>
          <p:nvPr/>
        </p:nvGrpSpPr>
        <p:grpSpPr>
          <a:xfrm>
            <a:off x="457200" y="1722124"/>
            <a:ext cx="17297400" cy="7993375"/>
            <a:chOff x="-185845" y="-38100"/>
            <a:chExt cx="3652582" cy="2016692"/>
          </a:xfrm>
        </p:grpSpPr>
        <p:sp>
          <p:nvSpPr>
            <p:cNvPr id="6" name="Freeform 6">
              <a:extLst>
                <a:ext uri="{FF2B5EF4-FFF2-40B4-BE49-F238E27FC236}">
                  <a16:creationId xmlns:a16="http://schemas.microsoft.com/office/drawing/2014/main" id="{330D706B-CC05-7618-BD8A-161E96611906}"/>
                </a:ext>
              </a:extLst>
            </p:cNvPr>
            <p:cNvSpPr/>
            <p:nvPr/>
          </p:nvSpPr>
          <p:spPr>
            <a:xfrm>
              <a:off x="-185845" y="69605"/>
              <a:ext cx="3652582" cy="1908987"/>
            </a:xfrm>
            <a:custGeom>
              <a:avLst/>
              <a:gdLst/>
              <a:ahLst/>
              <a:cxnLst/>
              <a:rect l="l" t="t" r="r" b="b"/>
              <a:pathLst>
                <a:path w="3381238" h="1870887">
                  <a:moveTo>
                    <a:pt x="12061" y="0"/>
                  </a:moveTo>
                  <a:lnTo>
                    <a:pt x="3369177" y="0"/>
                  </a:lnTo>
                  <a:cubicBezTo>
                    <a:pt x="3375839" y="0"/>
                    <a:pt x="3381238" y="5400"/>
                    <a:pt x="3381238" y="12061"/>
                  </a:cubicBezTo>
                  <a:lnTo>
                    <a:pt x="3381238" y="1858826"/>
                  </a:lnTo>
                  <a:cubicBezTo>
                    <a:pt x="3381238" y="1862025"/>
                    <a:pt x="3379967" y="1865093"/>
                    <a:pt x="3377706" y="1867355"/>
                  </a:cubicBezTo>
                  <a:cubicBezTo>
                    <a:pt x="3375444" y="1869617"/>
                    <a:pt x="3372376" y="1870887"/>
                    <a:pt x="3369177" y="1870887"/>
                  </a:cubicBezTo>
                  <a:lnTo>
                    <a:pt x="12061" y="1870887"/>
                  </a:lnTo>
                  <a:cubicBezTo>
                    <a:pt x="8862" y="1870887"/>
                    <a:pt x="5794" y="1869617"/>
                    <a:pt x="3533" y="1867355"/>
                  </a:cubicBezTo>
                  <a:cubicBezTo>
                    <a:pt x="1271" y="1865093"/>
                    <a:pt x="0" y="1862025"/>
                    <a:pt x="0" y="1858826"/>
                  </a:cubicBezTo>
                  <a:lnTo>
                    <a:pt x="0" y="12061"/>
                  </a:lnTo>
                  <a:cubicBezTo>
                    <a:pt x="0" y="8862"/>
                    <a:pt x="1271" y="5794"/>
                    <a:pt x="3533" y="3533"/>
                  </a:cubicBezTo>
                  <a:cubicBezTo>
                    <a:pt x="5794" y="1271"/>
                    <a:pt x="8862" y="0"/>
                    <a:pt x="12061" y="0"/>
                  </a:cubicBezTo>
                  <a:close/>
                </a:path>
              </a:pathLst>
            </a:custGeom>
            <a:solidFill>
              <a:srgbClr val="FFFFFF"/>
            </a:solidFill>
          </p:spPr>
          <p:txBody>
            <a:bodyPr/>
            <a:lstStyle/>
            <a:p>
              <a:endParaRPr lang="en-PH"/>
            </a:p>
          </p:txBody>
        </p:sp>
        <p:sp>
          <p:nvSpPr>
            <p:cNvPr id="7" name="TextBox 7">
              <a:extLst>
                <a:ext uri="{FF2B5EF4-FFF2-40B4-BE49-F238E27FC236}">
                  <a16:creationId xmlns:a16="http://schemas.microsoft.com/office/drawing/2014/main" id="{67091297-E924-B672-72EF-5B304AD9652C}"/>
                </a:ext>
              </a:extLst>
            </p:cNvPr>
            <p:cNvSpPr txBox="1"/>
            <p:nvPr/>
          </p:nvSpPr>
          <p:spPr>
            <a:xfrm>
              <a:off x="0" y="-38100"/>
              <a:ext cx="3381238" cy="190898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6C5C3C0A-093A-D71D-B225-C16CB9D77590}"/>
              </a:ext>
            </a:extLst>
          </p:cNvPr>
          <p:cNvGrpSpPr/>
          <p:nvPr/>
        </p:nvGrpSpPr>
        <p:grpSpPr>
          <a:xfrm>
            <a:off x="3676048" y="1152244"/>
            <a:ext cx="10227067" cy="1575865"/>
            <a:chOff x="0" y="0"/>
            <a:chExt cx="2693549" cy="436650"/>
          </a:xfrm>
        </p:grpSpPr>
        <p:sp>
          <p:nvSpPr>
            <p:cNvPr id="9" name="Freeform 9">
              <a:extLst>
                <a:ext uri="{FF2B5EF4-FFF2-40B4-BE49-F238E27FC236}">
                  <a16:creationId xmlns:a16="http://schemas.microsoft.com/office/drawing/2014/main" id="{373C0480-906B-2F91-521F-13DCCF5E64BB}"/>
                </a:ext>
              </a:extLst>
            </p:cNvPr>
            <p:cNvSpPr/>
            <p:nvPr/>
          </p:nvSpPr>
          <p:spPr>
            <a:xfrm>
              <a:off x="0" y="0"/>
              <a:ext cx="2693549" cy="436650"/>
            </a:xfrm>
            <a:custGeom>
              <a:avLst/>
              <a:gdLst/>
              <a:ahLst/>
              <a:cxnLst/>
              <a:rect l="l" t="t" r="r" b="b"/>
              <a:pathLst>
                <a:path w="2693549" h="436650">
                  <a:moveTo>
                    <a:pt x="15140" y="0"/>
                  </a:moveTo>
                  <a:lnTo>
                    <a:pt x="2678409" y="0"/>
                  </a:lnTo>
                  <a:cubicBezTo>
                    <a:pt x="2686770" y="0"/>
                    <a:pt x="2693549" y="6778"/>
                    <a:pt x="2693549" y="15140"/>
                  </a:cubicBezTo>
                  <a:lnTo>
                    <a:pt x="2693549" y="421510"/>
                  </a:lnTo>
                  <a:cubicBezTo>
                    <a:pt x="2693549" y="429872"/>
                    <a:pt x="2686770" y="436650"/>
                    <a:pt x="2678409" y="436650"/>
                  </a:cubicBezTo>
                  <a:lnTo>
                    <a:pt x="15140" y="436650"/>
                  </a:lnTo>
                  <a:cubicBezTo>
                    <a:pt x="6778" y="436650"/>
                    <a:pt x="0" y="429872"/>
                    <a:pt x="0" y="421510"/>
                  </a:cubicBezTo>
                  <a:lnTo>
                    <a:pt x="0" y="15140"/>
                  </a:lnTo>
                  <a:cubicBezTo>
                    <a:pt x="0" y="6778"/>
                    <a:pt x="6778" y="0"/>
                    <a:pt x="15140" y="0"/>
                  </a:cubicBezTo>
                  <a:close/>
                </a:path>
              </a:pathLst>
            </a:custGeom>
            <a:solidFill>
              <a:srgbClr val="223939"/>
            </a:solidFill>
          </p:spPr>
          <p:txBody>
            <a:bodyPr/>
            <a:lstStyle/>
            <a:p>
              <a:endParaRPr lang="en-PH"/>
            </a:p>
          </p:txBody>
        </p:sp>
        <p:sp>
          <p:nvSpPr>
            <p:cNvPr id="10" name="TextBox 10">
              <a:extLst>
                <a:ext uri="{FF2B5EF4-FFF2-40B4-BE49-F238E27FC236}">
                  <a16:creationId xmlns:a16="http://schemas.microsoft.com/office/drawing/2014/main" id="{E8BD5F17-4C99-11FC-FD70-6A3174052F1D}"/>
                </a:ext>
              </a:extLst>
            </p:cNvPr>
            <p:cNvSpPr txBox="1"/>
            <p:nvPr/>
          </p:nvSpPr>
          <p:spPr>
            <a:xfrm>
              <a:off x="0" y="-38100"/>
              <a:ext cx="2693549" cy="474750"/>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EF743E79-1584-8205-92BE-415B8DDE5808}"/>
              </a:ext>
            </a:extLst>
          </p:cNvPr>
          <p:cNvSpPr txBox="1"/>
          <p:nvPr/>
        </p:nvSpPr>
        <p:spPr>
          <a:xfrm>
            <a:off x="3804113" y="1420803"/>
            <a:ext cx="10100499" cy="1038746"/>
          </a:xfrm>
          <a:prstGeom prst="rect">
            <a:avLst/>
          </a:prstGeom>
        </p:spPr>
        <p:txBody>
          <a:bodyPr wrap="square" lIns="0" tIns="0" rIns="0" bIns="0" rtlCol="0" anchor="t">
            <a:spAutoFit/>
          </a:bodyPr>
          <a:lstStyle/>
          <a:p>
            <a:pPr algn="ctr">
              <a:lnSpc>
                <a:spcPts val="8399"/>
              </a:lnSpc>
            </a:pPr>
            <a:r>
              <a:rPr lang="en-US" sz="5999" dirty="0">
                <a:solidFill>
                  <a:srgbClr val="E1E1E1"/>
                </a:solidFill>
                <a:latin typeface="Bugaki"/>
                <a:ea typeface="Bugaki"/>
                <a:cs typeface="Bugaki"/>
                <a:sym typeface="Bugaki"/>
              </a:rPr>
              <a:t>Math Reflection</a:t>
            </a:r>
          </a:p>
        </p:txBody>
      </p:sp>
      <p:sp>
        <p:nvSpPr>
          <p:cNvPr id="11" name="TextBox 18">
            <a:extLst>
              <a:ext uri="{FF2B5EF4-FFF2-40B4-BE49-F238E27FC236}">
                <a16:creationId xmlns:a16="http://schemas.microsoft.com/office/drawing/2014/main" id="{BB492340-B1E0-B36C-F919-A59CE5A4DBED}"/>
              </a:ext>
            </a:extLst>
          </p:cNvPr>
          <p:cNvSpPr txBox="1"/>
          <p:nvPr/>
        </p:nvSpPr>
        <p:spPr>
          <a:xfrm>
            <a:off x="847202" y="3186182"/>
            <a:ext cx="16593596" cy="1615827"/>
          </a:xfrm>
          <a:prstGeom prst="rect">
            <a:avLst/>
          </a:prstGeom>
        </p:spPr>
        <p:txBody>
          <a:bodyPr wrap="square" lIns="0" tIns="0" rIns="0" bIns="0" rtlCol="0" anchor="t">
            <a:spAutoFit/>
          </a:bodyPr>
          <a:lstStyle/>
          <a:p>
            <a:pPr marL="485772" lvl="1">
              <a:lnSpc>
                <a:spcPct val="200000"/>
              </a:lnSpc>
            </a:pPr>
            <a:r>
              <a:rPr lang="en-US" sz="6000" b="0" dirty="0">
                <a:solidFill>
                  <a:srgbClr val="1C2B2B"/>
                </a:solidFill>
                <a:latin typeface="Monterchi"/>
                <a:ea typeface="Monterchi"/>
                <a:cs typeface="Monterchi"/>
                <a:sym typeface="Monterchi"/>
              </a:rPr>
              <a:t>Complete the sentence:</a:t>
            </a:r>
            <a:endParaRPr lang="en-US" sz="6000" dirty="0">
              <a:solidFill>
                <a:srgbClr val="1C2B2B"/>
              </a:solidFill>
              <a:latin typeface="Monterchi"/>
              <a:ea typeface="Monterchi"/>
              <a:cs typeface="Monterchi"/>
              <a:sym typeface="Monterchi"/>
            </a:endParaRPr>
          </a:p>
        </p:txBody>
      </p:sp>
      <p:sp>
        <p:nvSpPr>
          <p:cNvPr id="13" name="TextBox 18">
            <a:extLst>
              <a:ext uri="{FF2B5EF4-FFF2-40B4-BE49-F238E27FC236}">
                <a16:creationId xmlns:a16="http://schemas.microsoft.com/office/drawing/2014/main" id="{DED6BC67-2510-649C-3E75-D2DB847874C1}"/>
              </a:ext>
            </a:extLst>
          </p:cNvPr>
          <p:cNvSpPr txBox="1"/>
          <p:nvPr/>
        </p:nvSpPr>
        <p:spPr>
          <a:xfrm>
            <a:off x="1761695" y="5051318"/>
            <a:ext cx="15375619" cy="1615827"/>
          </a:xfrm>
          <a:prstGeom prst="rect">
            <a:avLst/>
          </a:prstGeom>
        </p:spPr>
        <p:txBody>
          <a:bodyPr wrap="square" lIns="0" tIns="0" rIns="0" bIns="0" rtlCol="0" anchor="t">
            <a:spAutoFit/>
          </a:bodyPr>
          <a:lstStyle/>
          <a:p>
            <a:pPr marL="485772" lvl="1">
              <a:lnSpc>
                <a:spcPct val="200000"/>
              </a:lnSpc>
            </a:pPr>
            <a:r>
              <a:rPr lang="en-US" sz="6000" b="0" dirty="0">
                <a:solidFill>
                  <a:srgbClr val="1C2B2B"/>
                </a:solidFill>
                <a:latin typeface="Monterchi"/>
                <a:ea typeface="Monterchi"/>
                <a:cs typeface="Monterchi"/>
                <a:sym typeface="Monterchi"/>
              </a:rPr>
              <a:t>Today, I learned that _______________________________.</a:t>
            </a:r>
            <a:endParaRPr lang="en-US" sz="6000" dirty="0">
              <a:solidFill>
                <a:srgbClr val="1C2B2B"/>
              </a:solidFill>
              <a:latin typeface="Monterchi"/>
              <a:ea typeface="Monterchi"/>
              <a:cs typeface="Monterchi"/>
              <a:sym typeface="Monterchi"/>
            </a:endParaRPr>
          </a:p>
        </p:txBody>
      </p:sp>
    </p:spTree>
    <p:extLst>
      <p:ext uri="{BB962C8B-B14F-4D97-AF65-F5344CB8AC3E}">
        <p14:creationId xmlns:p14="http://schemas.microsoft.com/office/powerpoint/2010/main" val="383982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A7E78"/>
        </a:solidFill>
        <a:effectLst/>
      </p:bgPr>
    </p:bg>
    <p:spTree>
      <p:nvGrpSpPr>
        <p:cNvPr id="1" name=""/>
        <p:cNvGrpSpPr/>
        <p:nvPr/>
      </p:nvGrpSpPr>
      <p:grpSpPr>
        <a:xfrm>
          <a:off x="0" y="0"/>
          <a:ext cx="0" cy="0"/>
          <a:chOff x="0" y="0"/>
          <a:chExt cx="0" cy="0"/>
        </a:xfrm>
      </p:grpSpPr>
      <p:grpSp>
        <p:nvGrpSpPr>
          <p:cNvPr id="2" name="Group 2"/>
          <p:cNvGrpSpPr/>
          <p:nvPr/>
        </p:nvGrpSpPr>
        <p:grpSpPr>
          <a:xfrm>
            <a:off x="-11208423" y="0"/>
            <a:ext cx="40704846" cy="10287000"/>
            <a:chOff x="0" y="0"/>
            <a:chExt cx="54273128" cy="13716000"/>
          </a:xfrm>
        </p:grpSpPr>
        <p:sp>
          <p:nvSpPr>
            <p:cNvPr id="3" name="Freeform 3"/>
            <p:cNvSpPr/>
            <p:nvPr/>
          </p:nvSpPr>
          <p:spPr>
            <a:xfrm>
              <a:off x="0"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27045336" y="0"/>
              <a:ext cx="27227792" cy="13716000"/>
            </a:xfrm>
            <a:custGeom>
              <a:avLst/>
              <a:gdLst/>
              <a:ahLst/>
              <a:cxnLst/>
              <a:rect l="l" t="t" r="r" b="b"/>
              <a:pathLst>
                <a:path w="27227792" h="13716000">
                  <a:moveTo>
                    <a:pt x="0" y="0"/>
                  </a:moveTo>
                  <a:lnTo>
                    <a:pt x="27227792" y="0"/>
                  </a:lnTo>
                  <a:lnTo>
                    <a:pt x="27227792" y="13716000"/>
                  </a:lnTo>
                  <a:lnTo>
                    <a:pt x="0" y="137160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en-PH"/>
            </a:p>
          </p:txBody>
        </p:sp>
      </p:grpSp>
      <p:grpSp>
        <p:nvGrpSpPr>
          <p:cNvPr id="5" name="Group 5"/>
          <p:cNvGrpSpPr/>
          <p:nvPr/>
        </p:nvGrpSpPr>
        <p:grpSpPr>
          <a:xfrm>
            <a:off x="1270208" y="2079876"/>
            <a:ext cx="15747584" cy="7178424"/>
            <a:chOff x="0" y="0"/>
            <a:chExt cx="4147512" cy="1890614"/>
          </a:xfrm>
        </p:grpSpPr>
        <p:sp>
          <p:nvSpPr>
            <p:cNvPr id="6" name="Freeform 6"/>
            <p:cNvSpPr/>
            <p:nvPr/>
          </p:nvSpPr>
          <p:spPr>
            <a:xfrm>
              <a:off x="0" y="0"/>
              <a:ext cx="4147512" cy="1890614"/>
            </a:xfrm>
            <a:custGeom>
              <a:avLst/>
              <a:gdLst/>
              <a:ahLst/>
              <a:cxnLst/>
              <a:rect l="l" t="t" r="r" b="b"/>
              <a:pathLst>
                <a:path w="4147512" h="1890614">
                  <a:moveTo>
                    <a:pt x="25073" y="0"/>
                  </a:moveTo>
                  <a:lnTo>
                    <a:pt x="4122439" y="0"/>
                  </a:lnTo>
                  <a:cubicBezTo>
                    <a:pt x="4136286" y="0"/>
                    <a:pt x="4147512" y="11226"/>
                    <a:pt x="4147512" y="25073"/>
                  </a:cubicBezTo>
                  <a:lnTo>
                    <a:pt x="4147512" y="1865541"/>
                  </a:lnTo>
                  <a:cubicBezTo>
                    <a:pt x="4147512" y="1879388"/>
                    <a:pt x="4136286" y="1890614"/>
                    <a:pt x="4122439" y="1890614"/>
                  </a:cubicBezTo>
                  <a:lnTo>
                    <a:pt x="25073" y="1890614"/>
                  </a:lnTo>
                  <a:cubicBezTo>
                    <a:pt x="11226" y="1890614"/>
                    <a:pt x="0" y="1879388"/>
                    <a:pt x="0" y="1865541"/>
                  </a:cubicBezTo>
                  <a:lnTo>
                    <a:pt x="0" y="25073"/>
                  </a:lnTo>
                  <a:cubicBezTo>
                    <a:pt x="0" y="11226"/>
                    <a:pt x="11226" y="0"/>
                    <a:pt x="25073" y="0"/>
                  </a:cubicBezTo>
                  <a:close/>
                </a:path>
              </a:pathLst>
            </a:custGeom>
            <a:solidFill>
              <a:srgbClr val="FFFFFF"/>
            </a:solidFill>
            <a:ln w="123825" cap="rnd">
              <a:solidFill>
                <a:srgbClr val="1C2B2B"/>
              </a:solidFill>
              <a:prstDash val="lgDash"/>
              <a:round/>
            </a:ln>
          </p:spPr>
          <p:txBody>
            <a:bodyPr/>
            <a:lstStyle/>
            <a:p>
              <a:endParaRPr lang="en-PH"/>
            </a:p>
          </p:txBody>
        </p:sp>
        <p:sp>
          <p:nvSpPr>
            <p:cNvPr id="7" name="TextBox 7"/>
            <p:cNvSpPr txBox="1"/>
            <p:nvPr/>
          </p:nvSpPr>
          <p:spPr>
            <a:xfrm>
              <a:off x="0" y="-38100"/>
              <a:ext cx="4147512" cy="192871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2029458">
            <a:off x="15231605" y="7265924"/>
            <a:ext cx="4055390" cy="3453841"/>
          </a:xfrm>
          <a:custGeom>
            <a:avLst/>
            <a:gdLst/>
            <a:ahLst/>
            <a:cxnLst/>
            <a:rect l="l" t="t" r="r" b="b"/>
            <a:pathLst>
              <a:path w="4055390" h="3453841">
                <a:moveTo>
                  <a:pt x="0" y="0"/>
                </a:moveTo>
                <a:lnTo>
                  <a:pt x="4055390" y="0"/>
                </a:lnTo>
                <a:lnTo>
                  <a:pt x="4055390" y="3453841"/>
                </a:lnTo>
                <a:lnTo>
                  <a:pt x="0" y="34538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9" name="Freeform 9"/>
          <p:cNvSpPr/>
          <p:nvPr/>
        </p:nvSpPr>
        <p:spPr>
          <a:xfrm rot="8795828">
            <a:off x="-1149908" y="-324704"/>
            <a:ext cx="4016275" cy="3365304"/>
          </a:xfrm>
          <a:custGeom>
            <a:avLst/>
            <a:gdLst/>
            <a:ahLst/>
            <a:cxnLst/>
            <a:rect l="l" t="t" r="r" b="b"/>
            <a:pathLst>
              <a:path w="4016275" h="3365304">
                <a:moveTo>
                  <a:pt x="0" y="0"/>
                </a:moveTo>
                <a:lnTo>
                  <a:pt x="4016274" y="0"/>
                </a:lnTo>
                <a:lnTo>
                  <a:pt x="4016274" y="3365303"/>
                </a:lnTo>
                <a:lnTo>
                  <a:pt x="0" y="336530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10" name="TextBox 10"/>
          <p:cNvSpPr txBox="1"/>
          <p:nvPr/>
        </p:nvSpPr>
        <p:spPr>
          <a:xfrm>
            <a:off x="1904999" y="3154062"/>
            <a:ext cx="14034634" cy="5078313"/>
          </a:xfrm>
          <a:prstGeom prst="rect">
            <a:avLst/>
          </a:prstGeom>
        </p:spPr>
        <p:txBody>
          <a:bodyPr wrap="square" lIns="0" tIns="0" rIns="0" bIns="0" rtlCol="0" anchor="t">
            <a:spAutoFit/>
          </a:bodyPr>
          <a:lstStyle/>
          <a:p>
            <a:pPr marL="431798" lvl="1" algn="just">
              <a:lnSpc>
                <a:spcPct val="150000"/>
              </a:lnSpc>
            </a:pPr>
            <a:r>
              <a:rPr lang="en-US" sz="5500" dirty="0">
                <a:solidFill>
                  <a:srgbClr val="1C2B2B"/>
                </a:solidFill>
                <a:latin typeface="Monterchi"/>
                <a:ea typeface="Monterchi"/>
                <a:cs typeface="Monterchi"/>
                <a:sym typeface="Monterchi"/>
              </a:rPr>
              <a:t>When solving a problem, we carefully organize the given information before arriving at an answer. •  How can being organized and patient help us become more respectful of other people's ideas and opinions? </a:t>
            </a:r>
          </a:p>
        </p:txBody>
      </p:sp>
      <p:grpSp>
        <p:nvGrpSpPr>
          <p:cNvPr id="11" name="Group 11"/>
          <p:cNvGrpSpPr/>
          <p:nvPr/>
        </p:nvGrpSpPr>
        <p:grpSpPr>
          <a:xfrm>
            <a:off x="4356023" y="1401982"/>
            <a:ext cx="11139413" cy="1355789"/>
            <a:chOff x="0" y="0"/>
            <a:chExt cx="2933837" cy="357080"/>
          </a:xfrm>
        </p:grpSpPr>
        <p:sp>
          <p:nvSpPr>
            <p:cNvPr id="12" name="Freeform 12"/>
            <p:cNvSpPr/>
            <p:nvPr/>
          </p:nvSpPr>
          <p:spPr>
            <a:xfrm>
              <a:off x="0" y="0"/>
              <a:ext cx="2933837" cy="357080"/>
            </a:xfrm>
            <a:custGeom>
              <a:avLst/>
              <a:gdLst/>
              <a:ahLst/>
              <a:cxnLst/>
              <a:rect l="l" t="t" r="r" b="b"/>
              <a:pathLst>
                <a:path w="2933837" h="357080">
                  <a:moveTo>
                    <a:pt x="13900" y="0"/>
                  </a:moveTo>
                  <a:lnTo>
                    <a:pt x="2919937" y="0"/>
                  </a:lnTo>
                  <a:cubicBezTo>
                    <a:pt x="2927614" y="0"/>
                    <a:pt x="2933837" y="6223"/>
                    <a:pt x="2933837" y="13900"/>
                  </a:cubicBezTo>
                  <a:lnTo>
                    <a:pt x="2933837" y="343180"/>
                  </a:lnTo>
                  <a:cubicBezTo>
                    <a:pt x="2933837" y="346867"/>
                    <a:pt x="2932373" y="350402"/>
                    <a:pt x="2929766" y="353009"/>
                  </a:cubicBezTo>
                  <a:cubicBezTo>
                    <a:pt x="2927159" y="355616"/>
                    <a:pt x="2923624" y="357080"/>
                    <a:pt x="2919937" y="357080"/>
                  </a:cubicBezTo>
                  <a:lnTo>
                    <a:pt x="13900" y="357080"/>
                  </a:lnTo>
                  <a:cubicBezTo>
                    <a:pt x="10214" y="357080"/>
                    <a:pt x="6678" y="355616"/>
                    <a:pt x="4071" y="353009"/>
                  </a:cubicBezTo>
                  <a:cubicBezTo>
                    <a:pt x="1464" y="350402"/>
                    <a:pt x="0" y="346867"/>
                    <a:pt x="0" y="343180"/>
                  </a:cubicBezTo>
                  <a:lnTo>
                    <a:pt x="0" y="13900"/>
                  </a:lnTo>
                  <a:cubicBezTo>
                    <a:pt x="0" y="6223"/>
                    <a:pt x="6223" y="0"/>
                    <a:pt x="13900" y="0"/>
                  </a:cubicBezTo>
                  <a:close/>
                </a:path>
              </a:pathLst>
            </a:custGeom>
            <a:solidFill>
              <a:srgbClr val="223939"/>
            </a:solidFill>
          </p:spPr>
          <p:txBody>
            <a:bodyPr/>
            <a:lstStyle/>
            <a:p>
              <a:endParaRPr lang="en-PH"/>
            </a:p>
          </p:txBody>
        </p:sp>
        <p:sp>
          <p:nvSpPr>
            <p:cNvPr id="13" name="TextBox 13"/>
            <p:cNvSpPr txBox="1"/>
            <p:nvPr/>
          </p:nvSpPr>
          <p:spPr>
            <a:xfrm>
              <a:off x="0" y="-38100"/>
              <a:ext cx="2933837" cy="39518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4727412" y="1822438"/>
            <a:ext cx="10396634" cy="990656"/>
          </a:xfrm>
          <a:prstGeom prst="rect">
            <a:avLst/>
          </a:prstGeom>
        </p:spPr>
        <p:txBody>
          <a:bodyPr lIns="0" tIns="0" rIns="0" bIns="0" rtlCol="0" anchor="t">
            <a:spAutoFit/>
          </a:bodyPr>
          <a:lstStyle/>
          <a:p>
            <a:pPr algn="ctr">
              <a:lnSpc>
                <a:spcPts val="6300"/>
              </a:lnSpc>
            </a:pPr>
            <a:r>
              <a:rPr lang="en-US" sz="10000" dirty="0">
                <a:solidFill>
                  <a:srgbClr val="E1E1E1"/>
                </a:solidFill>
                <a:latin typeface="Bugaki"/>
                <a:ea typeface="Bugaki"/>
                <a:cs typeface="Bugaki"/>
                <a:sym typeface="Bugaki"/>
              </a:rPr>
              <a:t>Respect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4AE54D3B7ABF4E94265188B1A3732A" ma:contentTypeVersion="10" ma:contentTypeDescription="Create a new document." ma:contentTypeScope="" ma:versionID="d59c04619bafb1e42b43ede57214fcd9">
  <xsd:schema xmlns:xsd="http://www.w3.org/2001/XMLSchema" xmlns:xs="http://www.w3.org/2001/XMLSchema" xmlns:p="http://schemas.microsoft.com/office/2006/metadata/properties" xmlns:ns2="9af8d393-aa17-400d-a7a8-b22c6a5247f0" xmlns:ns3="f06051ca-0ac7-4425-87d7-57354384b50f" targetNamespace="http://schemas.microsoft.com/office/2006/metadata/properties" ma:root="true" ma:fieldsID="972f344bc57fd1c457fb3445845fee4d" ns2:_="" ns3:_="">
    <xsd:import namespace="9af8d393-aa17-400d-a7a8-b22c6a5247f0"/>
    <xsd:import namespace="f06051ca-0ac7-4425-87d7-57354384b5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f8d393-aa17-400d-a7a8-b22c6a5247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a769e0-a300-417a-b7fa-e0277e530aa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6051ca-0ac7-4425-87d7-57354384b50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d8e6903-f70f-4293-bd91-5adc119538b8}" ma:internalName="TaxCatchAll" ma:showField="CatchAllData" ma:web="f06051ca-0ac7-4425-87d7-57354384b5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06051ca-0ac7-4425-87d7-57354384b50f" xsi:nil="true"/>
    <lcf76f155ced4ddcb4097134ff3c332f xmlns="9af8d393-aa17-400d-a7a8-b22c6a5247f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6CCA742-692D-482C-950D-1D276A3BA95E}"/>
</file>

<file path=customXml/itemProps2.xml><?xml version="1.0" encoding="utf-8"?>
<ds:datastoreItem xmlns:ds="http://schemas.openxmlformats.org/officeDocument/2006/customXml" ds:itemID="{76E3F50D-72C6-40B9-8B86-D35651F7C6CC}"/>
</file>

<file path=customXml/itemProps3.xml><?xml version="1.0" encoding="utf-8"?>
<ds:datastoreItem xmlns:ds="http://schemas.openxmlformats.org/officeDocument/2006/customXml" ds:itemID="{9984B6AF-76BD-42DB-90C0-486C876FBC46}"/>
</file>

<file path=docProps/app.xml><?xml version="1.0" encoding="utf-8"?>
<Properties xmlns="http://schemas.openxmlformats.org/officeDocument/2006/extended-properties" xmlns:vt="http://schemas.openxmlformats.org/officeDocument/2006/docPropsVTypes">
  <TotalTime>9155</TotalTime>
  <Words>306</Words>
  <Application>Microsoft Office PowerPoint</Application>
  <PresentationFormat>Custom</PresentationFormat>
  <Paragraphs>68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Bugaki</vt:lpstr>
      <vt:lpstr>Calibri</vt:lpstr>
      <vt:lpstr>Monterchi</vt:lpstr>
      <vt:lpstr>Cambria Math</vt:lpstr>
      <vt:lpstr>Borsok</vt:lpstr>
      <vt:lpstr>Arial</vt:lpstr>
      <vt:lpstr>Monterchi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Sets Theory Presentation</dc:title>
  <dc:creator>Joshua</dc:creator>
  <cp:lastModifiedBy>FAJARDO, JOSHUA S.</cp:lastModifiedBy>
  <cp:revision>16</cp:revision>
  <dcterms:created xsi:type="dcterms:W3CDTF">2006-08-16T00:00:00Z</dcterms:created>
  <dcterms:modified xsi:type="dcterms:W3CDTF">2026-07-23T15:04:55Z</dcterms:modified>
  <dc:identifier>DAHN2bCAxp0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0x010100224AE54D3B7ABF4E94265188B1A3732A</vt:lpwstr>
  </property>
</Properties>
</file>