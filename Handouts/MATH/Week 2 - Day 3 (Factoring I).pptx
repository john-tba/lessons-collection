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75" r:id="rId7"/>
    <p:sldId id="283" r:id="rId8"/>
    <p:sldId id="274" r:id="rId9"/>
    <p:sldId id="292" r:id="rId10"/>
    <p:sldId id="288" r:id="rId11"/>
    <p:sldId id="289" r:id="rId12"/>
    <p:sldId id="290" r:id="rId13"/>
    <p:sldId id="293" r:id="rId14"/>
    <p:sldId id="259" r:id="rId15"/>
    <p:sldId id="294" r:id="rId16"/>
    <p:sldId id="280" r:id="rId17"/>
    <p:sldId id="291" r:id="rId18"/>
    <p:sldId id="281" r:id="rId19"/>
    <p:sldId id="295" r:id="rId20"/>
    <p:sldId id="296" r:id="rId21"/>
    <p:sldId id="262" r:id="rId22"/>
  </p:sldIdLst>
  <p:sldSz cx="18288000" cy="10287000"/>
  <p:notesSz cx="6858000" cy="9144000"/>
  <p:embeddedFontLst>
    <p:embeddedFont>
      <p:font typeface="Borsok" panose="02000503000000020002" charset="0"/>
      <p:regular r:id="rId23"/>
    </p:embeddedFont>
    <p:embeddedFont>
      <p:font typeface="Bugaki" panose="020B0604020202020204" charset="0"/>
      <p:regular r:id="rId24"/>
    </p:embeddedFont>
    <p:embeddedFont>
      <p:font typeface="Cambria Math" panose="02040503050406030204" pitchFamily="18" charset="0"/>
      <p:regular r:id="rId25"/>
    </p:embeddedFont>
    <p:embeddedFont>
      <p:font typeface="Monterchi" panose="020B0604020202020204" charset="0"/>
      <p:regular r:id="rId26"/>
    </p:embeddedFont>
    <p:embeddedFont>
      <p:font typeface="Monterchi Bold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466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4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3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2.fntdata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1.fntdata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5.fnt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ua Fajardo" userId="a34b2bc8161992c0" providerId="LiveId" clId="{A571E766-ECF9-4ACA-910F-E5F012930532}"/>
    <pc:docChg chg="undo custSel addSld delSld modSld sldOrd">
      <pc:chgData name="Joshua Fajardo" userId="a34b2bc8161992c0" providerId="LiveId" clId="{A571E766-ECF9-4ACA-910F-E5F012930532}" dt="2026-06-29T09:06:50.601" v="1234" actId="20577"/>
      <pc:docMkLst>
        <pc:docMk/>
      </pc:docMkLst>
      <pc:sldChg chg="modSp mod">
        <pc:chgData name="Joshua Fajardo" userId="a34b2bc8161992c0" providerId="LiveId" clId="{A571E766-ECF9-4ACA-910F-E5F012930532}" dt="2026-06-29T09:06:50.601" v="1234" actId="20577"/>
        <pc:sldMkLst>
          <pc:docMk/>
          <pc:sldMk cId="0" sldId="257"/>
        </pc:sldMkLst>
        <pc:spChg chg="mod">
          <ac:chgData name="Joshua Fajardo" userId="a34b2bc8161992c0" providerId="LiveId" clId="{A571E766-ECF9-4ACA-910F-E5F012930532}" dt="2026-06-29T09:06:50.601" v="1234" actId="20577"/>
          <ac:spMkLst>
            <pc:docMk/>
            <pc:sldMk cId="0" sldId="257"/>
            <ac:spMk id="13" creationId="{00000000-0000-0000-0000-000000000000}"/>
          </ac:spMkLst>
        </pc:spChg>
      </pc:sldChg>
      <pc:sldChg chg="delSp modSp mod">
        <pc:chgData name="Joshua Fajardo" userId="a34b2bc8161992c0" providerId="LiveId" clId="{A571E766-ECF9-4ACA-910F-E5F012930532}" dt="2026-06-29T09:00:43.269" v="752" actId="1076"/>
        <pc:sldMkLst>
          <pc:docMk/>
          <pc:sldMk cId="0" sldId="259"/>
        </pc:sldMkLst>
        <pc:spChg chg="mod">
          <ac:chgData name="Joshua Fajardo" userId="a34b2bc8161992c0" providerId="LiveId" clId="{A571E766-ECF9-4ACA-910F-E5F012930532}" dt="2026-06-29T09:00:12.824" v="699" actId="1076"/>
          <ac:spMkLst>
            <pc:docMk/>
            <pc:sldMk cId="0" sldId="259"/>
            <ac:spMk id="17" creationId="{00000000-0000-0000-0000-000000000000}"/>
          </ac:spMkLst>
        </pc:spChg>
        <pc:spChg chg="mod">
          <ac:chgData name="Joshua Fajardo" userId="a34b2bc8161992c0" providerId="LiveId" clId="{A571E766-ECF9-4ACA-910F-E5F012930532}" dt="2026-06-29T09:00:43.269" v="752" actId="1076"/>
          <ac:spMkLst>
            <pc:docMk/>
            <pc:sldMk cId="0" sldId="259"/>
            <ac:spMk id="18" creationId="{00000000-0000-0000-0000-000000000000}"/>
          </ac:spMkLst>
        </pc:spChg>
      </pc:sldChg>
      <pc:sldChg chg="modSp mod">
        <pc:chgData name="Joshua Fajardo" userId="a34b2bc8161992c0" providerId="LiveId" clId="{A571E766-ECF9-4ACA-910F-E5F012930532}" dt="2026-06-29T09:06:32.875" v="1231"/>
        <pc:sldMkLst>
          <pc:docMk/>
          <pc:sldMk cId="0" sldId="262"/>
        </pc:sldMkLst>
        <pc:spChg chg="mod">
          <ac:chgData name="Joshua Fajardo" userId="a34b2bc8161992c0" providerId="LiveId" clId="{A571E766-ECF9-4ACA-910F-E5F012930532}" dt="2026-06-29T09:06:32.875" v="1231"/>
          <ac:spMkLst>
            <pc:docMk/>
            <pc:sldMk cId="0" sldId="262"/>
            <ac:spMk id="10" creationId="{00000000-0000-0000-0000-000000000000}"/>
          </ac:spMkLst>
        </pc:spChg>
      </pc:sldChg>
      <pc:sldChg chg="modSp mod">
        <pc:chgData name="Joshua Fajardo" userId="a34b2bc8161992c0" providerId="LiveId" clId="{A571E766-ECF9-4ACA-910F-E5F012930532}" dt="2026-06-29T08:56:18.056" v="332" actId="20577"/>
        <pc:sldMkLst>
          <pc:docMk/>
          <pc:sldMk cId="1248181824" sldId="274"/>
        </pc:sldMkLst>
        <pc:spChg chg="mod">
          <ac:chgData name="Joshua Fajardo" userId="a34b2bc8161992c0" providerId="LiveId" clId="{A571E766-ECF9-4ACA-910F-E5F012930532}" dt="2026-06-29T08:55:42.072" v="301" actId="20577"/>
          <ac:spMkLst>
            <pc:docMk/>
            <pc:sldMk cId="1248181824" sldId="274"/>
            <ac:spMk id="11" creationId="{31EDB1EF-F107-62E5-8D3B-95CF3F30D9C7}"/>
          </ac:spMkLst>
        </pc:spChg>
        <pc:spChg chg="mod">
          <ac:chgData name="Joshua Fajardo" userId="a34b2bc8161992c0" providerId="LiveId" clId="{A571E766-ECF9-4ACA-910F-E5F012930532}" dt="2026-06-29T08:56:18.056" v="332" actId="20577"/>
          <ac:spMkLst>
            <pc:docMk/>
            <pc:sldMk cId="1248181824" sldId="274"/>
            <ac:spMk id="12" creationId="{B7E08AA4-88B6-FCAB-CAC1-E5823761FEDB}"/>
          </ac:spMkLst>
        </pc:spChg>
      </pc:sldChg>
      <pc:sldChg chg="modSp mod">
        <pc:chgData name="Joshua Fajardo" userId="a34b2bc8161992c0" providerId="LiveId" clId="{A571E766-ECF9-4ACA-910F-E5F012930532}" dt="2026-06-29T09:01:26.206" v="847" actId="20577"/>
        <pc:sldMkLst>
          <pc:docMk/>
          <pc:sldMk cId="832079716" sldId="280"/>
        </pc:sldMkLst>
        <pc:spChg chg="mod">
          <ac:chgData name="Joshua Fajardo" userId="a34b2bc8161992c0" providerId="LiveId" clId="{A571E766-ECF9-4ACA-910F-E5F012930532}" dt="2026-06-29T09:01:26.206" v="847" actId="20577"/>
          <ac:spMkLst>
            <pc:docMk/>
            <pc:sldMk cId="832079716" sldId="280"/>
            <ac:spMk id="11" creationId="{CB256607-7075-D2E1-DA71-003536170955}"/>
          </ac:spMkLst>
        </pc:spChg>
        <pc:spChg chg="mod">
          <ac:chgData name="Joshua Fajardo" userId="a34b2bc8161992c0" providerId="LiveId" clId="{A571E766-ECF9-4ACA-910F-E5F012930532}" dt="2026-06-29T09:01:08.654" v="810" actId="20577"/>
          <ac:spMkLst>
            <pc:docMk/>
            <pc:sldMk cId="832079716" sldId="280"/>
            <ac:spMk id="12" creationId="{AD3B0328-2B37-534A-048D-64BFA95C5755}"/>
          </ac:spMkLst>
        </pc:spChg>
      </pc:sldChg>
      <pc:sldChg chg="addSp delSp modSp mod">
        <pc:chgData name="Joshua Fajardo" userId="a34b2bc8161992c0" providerId="LiveId" clId="{A571E766-ECF9-4ACA-910F-E5F012930532}" dt="2026-06-29T09:03:34.582" v="1043" actId="1076"/>
        <pc:sldMkLst>
          <pc:docMk/>
          <pc:sldMk cId="3839828529" sldId="281"/>
        </pc:sldMkLst>
        <pc:spChg chg="add mod">
          <ac:chgData name="Joshua Fajardo" userId="a34b2bc8161992c0" providerId="LiveId" clId="{A571E766-ECF9-4ACA-910F-E5F012930532}" dt="2026-06-29T09:03:34.582" v="1043" actId="1076"/>
          <ac:spMkLst>
            <pc:docMk/>
            <pc:sldMk cId="3839828529" sldId="281"/>
            <ac:spMk id="11" creationId="{BB492340-B1E0-B36C-F919-A59CE5A4DBED}"/>
          </ac:spMkLst>
        </pc:spChg>
        <pc:spChg chg="mod">
          <ac:chgData name="Joshua Fajardo" userId="a34b2bc8161992c0" providerId="LiveId" clId="{A571E766-ECF9-4ACA-910F-E5F012930532}" dt="2026-06-29T09:03:30.959" v="1042" actId="1076"/>
          <ac:spMkLst>
            <pc:docMk/>
            <pc:sldMk cId="3839828529" sldId="281"/>
            <ac:spMk id="12" creationId="{498175F6-7D8A-8CEA-E301-AF906551403D}"/>
          </ac:spMkLst>
        </pc:spChg>
        <pc:spChg chg="mod">
          <ac:chgData name="Joshua Fajardo" userId="a34b2bc8161992c0" providerId="LiveId" clId="{A571E766-ECF9-4ACA-910F-E5F012930532}" dt="2026-06-29T09:01:56.227" v="892" actId="20577"/>
          <ac:spMkLst>
            <pc:docMk/>
            <pc:sldMk cId="3839828529" sldId="281"/>
            <ac:spMk id="19" creationId="{EF743E79-1584-8205-92BE-415B8DDE5808}"/>
          </ac:spMkLst>
        </pc:spChg>
        <pc:grpChg chg="mod">
          <ac:chgData name="Joshua Fajardo" userId="a34b2bc8161992c0" providerId="LiveId" clId="{A571E766-ECF9-4ACA-910F-E5F012930532}" dt="2026-06-29T09:02:14.962" v="961" actId="14100"/>
          <ac:grpSpMkLst>
            <pc:docMk/>
            <pc:sldMk cId="3839828529" sldId="281"/>
            <ac:grpSpMk id="5" creationId="{5BE4C466-268C-0B4D-E706-6BE14BA94BF7}"/>
          </ac:grpSpMkLst>
        </pc:grpChg>
      </pc:sldChg>
      <pc:sldChg chg="modSp mod">
        <pc:chgData name="Joshua Fajardo" userId="a34b2bc8161992c0" providerId="LiveId" clId="{A571E766-ECF9-4ACA-910F-E5F012930532}" dt="2026-06-29T08:55:31.151" v="251" actId="20577"/>
        <pc:sldMkLst>
          <pc:docMk/>
          <pc:sldMk cId="1214928884" sldId="283"/>
        </pc:sldMkLst>
        <pc:spChg chg="mod">
          <ac:chgData name="Joshua Fajardo" userId="a34b2bc8161992c0" providerId="LiveId" clId="{A571E766-ECF9-4ACA-910F-E5F012930532}" dt="2026-06-29T08:55:31.151" v="251" actId="20577"/>
          <ac:spMkLst>
            <pc:docMk/>
            <pc:sldMk cId="1214928884" sldId="283"/>
            <ac:spMk id="17" creationId="{23201A37-9FF0-2F8D-55A0-69504B93C333}"/>
          </ac:spMkLst>
        </pc:spChg>
      </pc:sldChg>
      <pc:sldChg chg="modSp mod">
        <pc:chgData name="Joshua Fajardo" userId="a34b2bc8161992c0" providerId="LiveId" clId="{A571E766-ECF9-4ACA-910F-E5F012930532}" dt="2026-06-29T08:57:34.962" v="488" actId="1076"/>
        <pc:sldMkLst>
          <pc:docMk/>
          <pc:sldMk cId="4058315803" sldId="288"/>
        </pc:sldMkLst>
        <pc:spChg chg="mod">
          <ac:chgData name="Joshua Fajardo" userId="a34b2bc8161992c0" providerId="LiveId" clId="{A571E766-ECF9-4ACA-910F-E5F012930532}" dt="2026-06-29T08:56:37.979" v="343" actId="20577"/>
          <ac:spMkLst>
            <pc:docMk/>
            <pc:sldMk cId="4058315803" sldId="288"/>
            <ac:spMk id="11" creationId="{6CCB0DA5-3840-A590-6574-F96C33C99201}"/>
          </ac:spMkLst>
        </pc:spChg>
        <pc:spChg chg="mod">
          <ac:chgData name="Joshua Fajardo" userId="a34b2bc8161992c0" providerId="LiveId" clId="{A571E766-ECF9-4ACA-910F-E5F012930532}" dt="2026-06-29T08:57:34.962" v="488" actId="1076"/>
          <ac:spMkLst>
            <pc:docMk/>
            <pc:sldMk cId="4058315803" sldId="288"/>
            <ac:spMk id="13" creationId="{988B643E-9337-BFEA-91F0-62792CD72E54}"/>
          </ac:spMkLst>
        </pc:spChg>
      </pc:sldChg>
      <pc:sldChg chg="addSp modSp mod">
        <pc:chgData name="Joshua Fajardo" userId="a34b2bc8161992c0" providerId="LiveId" clId="{A571E766-ECF9-4ACA-910F-E5F012930532}" dt="2026-06-29T08:58:33.950" v="524" actId="1076"/>
        <pc:sldMkLst>
          <pc:docMk/>
          <pc:sldMk cId="4256328002" sldId="289"/>
        </pc:sldMkLst>
        <pc:spChg chg="mod">
          <ac:chgData name="Joshua Fajardo" userId="a34b2bc8161992c0" providerId="LiveId" clId="{A571E766-ECF9-4ACA-910F-E5F012930532}" dt="2026-06-29T08:57:53.764" v="499" actId="20577"/>
          <ac:spMkLst>
            <pc:docMk/>
            <pc:sldMk cId="4256328002" sldId="289"/>
            <ac:spMk id="12" creationId="{74D18DB6-E84B-8564-814B-4C3D4D301780}"/>
          </ac:spMkLst>
        </pc:spChg>
        <pc:spChg chg="add mod">
          <ac:chgData name="Joshua Fajardo" userId="a34b2bc8161992c0" providerId="LiveId" clId="{A571E766-ECF9-4ACA-910F-E5F012930532}" dt="2026-06-29T08:58:27.217" v="523" actId="1076"/>
          <ac:spMkLst>
            <pc:docMk/>
            <pc:sldMk cId="4256328002" sldId="289"/>
            <ac:spMk id="15" creationId="{6BA00C18-8371-487B-543A-6C1EDE86792A}"/>
          </ac:spMkLst>
        </pc:spChg>
        <pc:spChg chg="mod">
          <ac:chgData name="Joshua Fajardo" userId="a34b2bc8161992c0" providerId="LiveId" clId="{A571E766-ECF9-4ACA-910F-E5F012930532}" dt="2026-06-29T08:58:33.950" v="524" actId="1076"/>
          <ac:spMkLst>
            <pc:docMk/>
            <pc:sldMk cId="4256328002" sldId="289"/>
            <ac:spMk id="17" creationId="{CD504C0A-CE9F-D7FF-9211-359A55E91413}"/>
          </ac:spMkLst>
        </pc:spChg>
      </pc:sldChg>
      <pc:sldChg chg="modSp mod ord">
        <pc:chgData name="Joshua Fajardo" userId="a34b2bc8161992c0" providerId="LiveId" clId="{A571E766-ECF9-4ACA-910F-E5F012930532}" dt="2026-06-29T08:58:51.019" v="548"/>
        <pc:sldMkLst>
          <pc:docMk/>
          <pc:sldMk cId="3615232262" sldId="290"/>
        </pc:sldMkLst>
        <pc:spChg chg="mod">
          <ac:chgData name="Joshua Fajardo" userId="a34b2bc8161992c0" providerId="LiveId" clId="{A571E766-ECF9-4ACA-910F-E5F012930532}" dt="2026-06-29T08:58:46.822" v="546" actId="20577"/>
          <ac:spMkLst>
            <pc:docMk/>
            <pc:sldMk cId="3615232262" sldId="290"/>
            <ac:spMk id="12" creationId="{9ECEE7F7-FC33-3BF9-8AF4-6B1ACD571AE5}"/>
          </ac:spMkLst>
        </pc:spChg>
      </pc:sldChg>
      <pc:sldChg chg="modSp mod">
        <pc:chgData name="Joshua Fajardo" userId="a34b2bc8161992c0" providerId="LiveId" clId="{A571E766-ECF9-4ACA-910F-E5F012930532}" dt="2026-06-29T09:01:48.040" v="873" actId="14100"/>
        <pc:sldMkLst>
          <pc:docMk/>
          <pc:sldMk cId="4192376349" sldId="291"/>
        </pc:sldMkLst>
        <pc:spChg chg="mod">
          <ac:chgData name="Joshua Fajardo" userId="a34b2bc8161992c0" providerId="LiveId" clId="{A571E766-ECF9-4ACA-910F-E5F012930532}" dt="2026-06-29T09:01:48.040" v="873" actId="14100"/>
          <ac:spMkLst>
            <pc:docMk/>
            <pc:sldMk cId="4192376349" sldId="291"/>
            <ac:spMk id="12" creationId="{11B9DE9B-4DE9-34DA-3535-07F44A6D9929}"/>
          </ac:spMkLst>
        </pc:spChg>
      </pc:sldChg>
      <pc:sldChg chg="modSp add">
        <pc:chgData name="Joshua Fajardo" userId="a34b2bc8161992c0" providerId="LiveId" clId="{A571E766-ECF9-4ACA-910F-E5F012930532}" dt="2026-06-29T08:56:28.154" v="342" actId="20577"/>
        <pc:sldMkLst>
          <pc:docMk/>
          <pc:sldMk cId="1930874960" sldId="292"/>
        </pc:sldMkLst>
        <pc:spChg chg="mod">
          <ac:chgData name="Joshua Fajardo" userId="a34b2bc8161992c0" providerId="LiveId" clId="{A571E766-ECF9-4ACA-910F-E5F012930532}" dt="2026-06-29T08:56:28.154" v="342" actId="20577"/>
          <ac:spMkLst>
            <pc:docMk/>
            <pc:sldMk cId="1930874960" sldId="292"/>
            <ac:spMk id="12" creationId="{5A75B2E0-69A5-7374-410F-DAA953C99148}"/>
          </ac:spMkLst>
        </pc:spChg>
      </pc:sldChg>
      <pc:sldChg chg="modSp add mod ord">
        <pc:chgData name="Joshua Fajardo" userId="a34b2bc8161992c0" providerId="LiveId" clId="{A571E766-ECF9-4ACA-910F-E5F012930532}" dt="2026-06-29T08:59:46.321" v="657" actId="20577"/>
        <pc:sldMkLst>
          <pc:docMk/>
          <pc:sldMk cId="1110051364" sldId="293"/>
        </pc:sldMkLst>
        <pc:spChg chg="mod">
          <ac:chgData name="Joshua Fajardo" userId="a34b2bc8161992c0" providerId="LiveId" clId="{A571E766-ECF9-4ACA-910F-E5F012930532}" dt="2026-06-29T08:59:10.270" v="578" actId="20577"/>
          <ac:spMkLst>
            <pc:docMk/>
            <pc:sldMk cId="1110051364" sldId="293"/>
            <ac:spMk id="11" creationId="{0090FEBF-9E2F-1F25-00FA-F66A7B1E13A1}"/>
          </ac:spMkLst>
        </pc:spChg>
        <pc:spChg chg="mod">
          <ac:chgData name="Joshua Fajardo" userId="a34b2bc8161992c0" providerId="LiveId" clId="{A571E766-ECF9-4ACA-910F-E5F012930532}" dt="2026-06-29T08:59:46.321" v="657" actId="20577"/>
          <ac:spMkLst>
            <pc:docMk/>
            <pc:sldMk cId="1110051364" sldId="293"/>
            <ac:spMk id="13" creationId="{474D1D67-7181-8F8D-C5A4-21D48DC41A46}"/>
          </ac:spMkLst>
        </pc:spChg>
        <pc:grpChg chg="mod">
          <ac:chgData name="Joshua Fajardo" userId="a34b2bc8161992c0" providerId="LiveId" clId="{A571E766-ECF9-4ACA-910F-E5F012930532}" dt="2026-06-29T08:59:14.953" v="579" actId="14100"/>
          <ac:grpSpMkLst>
            <pc:docMk/>
            <pc:sldMk cId="1110051364" sldId="293"/>
            <ac:grpSpMk id="8" creationId="{63F9C52E-2198-9327-C561-578CBD97D161}"/>
          </ac:grpSpMkLst>
        </pc:grpChg>
      </pc:sldChg>
      <pc:sldChg chg="modSp add mod ord">
        <pc:chgData name="Joshua Fajardo" userId="a34b2bc8161992c0" providerId="LiveId" clId="{A571E766-ECF9-4ACA-910F-E5F012930532}" dt="2026-06-29T09:00:58.639" v="776" actId="20577"/>
        <pc:sldMkLst>
          <pc:docMk/>
          <pc:sldMk cId="2738994981" sldId="294"/>
        </pc:sldMkLst>
        <pc:spChg chg="mod">
          <ac:chgData name="Joshua Fajardo" userId="a34b2bc8161992c0" providerId="LiveId" clId="{A571E766-ECF9-4ACA-910F-E5F012930532}" dt="2026-06-29T09:00:58.639" v="776" actId="20577"/>
          <ac:spMkLst>
            <pc:docMk/>
            <pc:sldMk cId="2738994981" sldId="294"/>
            <ac:spMk id="12" creationId="{9C9C4FC2-AA5A-B74A-1748-FCF8FE6D7D8B}"/>
          </ac:spMkLst>
        </pc:spChg>
      </pc:sldChg>
      <pc:sldChg chg="addSp modSp add mod ord">
        <pc:chgData name="Joshua Fajardo" userId="a34b2bc8161992c0" providerId="LiveId" clId="{A571E766-ECF9-4ACA-910F-E5F012930532}" dt="2026-06-29T09:05:08.043" v="1168" actId="1076"/>
        <pc:sldMkLst>
          <pc:docMk/>
          <pc:sldMk cId="831463608" sldId="295"/>
        </pc:sldMkLst>
        <pc:spChg chg="mod">
          <ac:chgData name="Joshua Fajardo" userId="a34b2bc8161992c0" providerId="LiveId" clId="{A571E766-ECF9-4ACA-910F-E5F012930532}" dt="2026-06-29T09:04:03.467" v="1064"/>
          <ac:spMkLst>
            <pc:docMk/>
            <pc:sldMk cId="831463608" sldId="295"/>
            <ac:spMk id="6" creationId="{F43BCC58-B8ED-68B0-6D73-B6311865DB16}"/>
          </ac:spMkLst>
        </pc:spChg>
        <pc:spChg chg="mod">
          <ac:chgData name="Joshua Fajardo" userId="a34b2bc8161992c0" providerId="LiveId" clId="{A571E766-ECF9-4ACA-910F-E5F012930532}" dt="2026-06-29T09:04:03.467" v="1064"/>
          <ac:spMkLst>
            <pc:docMk/>
            <pc:sldMk cId="831463608" sldId="295"/>
            <ac:spMk id="7" creationId="{BC21AE54-0E1D-AB64-929B-1C9E0075BC9B}"/>
          </ac:spMkLst>
        </pc:spChg>
        <pc:spChg chg="mod">
          <ac:chgData name="Joshua Fajardo" userId="a34b2bc8161992c0" providerId="LiveId" clId="{A571E766-ECF9-4ACA-910F-E5F012930532}" dt="2026-06-29T09:04:03.467" v="1064"/>
          <ac:spMkLst>
            <pc:docMk/>
            <pc:sldMk cId="831463608" sldId="295"/>
            <ac:spMk id="9" creationId="{3F2B0235-11B7-B2B7-7882-941393ECB303}"/>
          </ac:spMkLst>
        </pc:spChg>
        <pc:spChg chg="mod">
          <ac:chgData name="Joshua Fajardo" userId="a34b2bc8161992c0" providerId="LiveId" clId="{A571E766-ECF9-4ACA-910F-E5F012930532}" dt="2026-06-29T09:04:03.467" v="1064"/>
          <ac:spMkLst>
            <pc:docMk/>
            <pc:sldMk cId="831463608" sldId="295"/>
            <ac:spMk id="10" creationId="{C797C43E-A940-2AED-E424-7EB49248E82D}"/>
          </ac:spMkLst>
        </pc:spChg>
        <pc:spChg chg="mod">
          <ac:chgData name="Joshua Fajardo" userId="a34b2bc8161992c0" providerId="LiveId" clId="{A571E766-ECF9-4ACA-910F-E5F012930532}" dt="2026-06-29T09:04:35.478" v="1098" actId="1076"/>
          <ac:spMkLst>
            <pc:docMk/>
            <pc:sldMk cId="831463608" sldId="295"/>
            <ac:spMk id="11" creationId="{D4D01915-3780-81A0-759B-7797B487F5AA}"/>
          </ac:spMkLst>
        </pc:spChg>
        <pc:spChg chg="mod">
          <ac:chgData name="Joshua Fajardo" userId="a34b2bc8161992c0" providerId="LiveId" clId="{A571E766-ECF9-4ACA-910F-E5F012930532}" dt="2026-06-29T09:04:09.505" v="1067" actId="20577"/>
          <ac:spMkLst>
            <pc:docMk/>
            <pc:sldMk cId="831463608" sldId="295"/>
            <ac:spMk id="12" creationId="{3F618FBC-8BD5-ED6A-D9E8-B543CBEB9458}"/>
          </ac:spMkLst>
        </pc:spChg>
        <pc:spChg chg="add mod">
          <ac:chgData name="Joshua Fajardo" userId="a34b2bc8161992c0" providerId="LiveId" clId="{A571E766-ECF9-4ACA-910F-E5F012930532}" dt="2026-06-29T09:05:08.043" v="1168" actId="1076"/>
          <ac:spMkLst>
            <pc:docMk/>
            <pc:sldMk cId="831463608" sldId="295"/>
            <ac:spMk id="13" creationId="{8B2835F9-2046-5EA4-305D-CD1196A4C94F}"/>
          </ac:spMkLst>
        </pc:spChg>
        <pc:spChg chg="mod">
          <ac:chgData name="Joshua Fajardo" userId="a34b2bc8161992c0" providerId="LiveId" clId="{A571E766-ECF9-4ACA-910F-E5F012930532}" dt="2026-06-29T09:04:03.467" v="1064"/>
          <ac:spMkLst>
            <pc:docMk/>
            <pc:sldMk cId="831463608" sldId="295"/>
            <ac:spMk id="19" creationId="{08B70D2C-AC8C-FF2D-44D7-C0E6BD1A99E2}"/>
          </ac:spMkLst>
        </pc:spChg>
        <pc:grpChg chg="mod">
          <ac:chgData name="Joshua Fajardo" userId="a34b2bc8161992c0" providerId="LiveId" clId="{A571E766-ECF9-4ACA-910F-E5F012930532}" dt="2026-06-29T09:04:03.467" v="1064"/>
          <ac:grpSpMkLst>
            <pc:docMk/>
            <pc:sldMk cId="831463608" sldId="295"/>
            <ac:grpSpMk id="5" creationId="{04F90239-4C72-8B2D-96F1-AFB7759004A9}"/>
          </ac:grpSpMkLst>
        </pc:grpChg>
        <pc:grpChg chg="mod">
          <ac:chgData name="Joshua Fajardo" userId="a34b2bc8161992c0" providerId="LiveId" clId="{A571E766-ECF9-4ACA-910F-E5F012930532}" dt="2026-06-29T09:04:03.467" v="1064"/>
          <ac:grpSpMkLst>
            <pc:docMk/>
            <pc:sldMk cId="831463608" sldId="295"/>
            <ac:grpSpMk id="8" creationId="{0798DC20-8062-47CF-7D24-2A851794C1AD}"/>
          </ac:grpSpMkLst>
        </pc:grpChg>
        <pc:grpChg chg="mod">
          <ac:chgData name="Joshua Fajardo" userId="a34b2bc8161992c0" providerId="LiveId" clId="{A571E766-ECF9-4ACA-910F-E5F012930532}" dt="2026-06-29T09:04:03.467" v="1064"/>
          <ac:grpSpMkLst>
            <pc:docMk/>
            <pc:sldMk cId="831463608" sldId="295"/>
            <ac:grpSpMk id="22" creationId="{1FED36F6-5A70-0255-C4BA-B46347A462A5}"/>
          </ac:grpSpMkLst>
        </pc:grpChg>
      </pc:sldChg>
      <pc:sldChg chg="addSp delSp modSp add mod">
        <pc:chgData name="Joshua Fajardo" userId="a34b2bc8161992c0" providerId="LiveId" clId="{A571E766-ECF9-4ACA-910F-E5F012930532}" dt="2026-06-29T09:06:20.981" v="1226" actId="1076"/>
        <pc:sldMkLst>
          <pc:docMk/>
          <pc:sldMk cId="642724003" sldId="296"/>
        </pc:sldMkLst>
        <pc:spChg chg="mod">
          <ac:chgData name="Joshua Fajardo" userId="a34b2bc8161992c0" providerId="LiveId" clId="{A571E766-ECF9-4ACA-910F-E5F012930532}" dt="2026-06-29T09:05:18.349" v="1172" actId="164"/>
          <ac:spMkLst>
            <pc:docMk/>
            <pc:sldMk cId="642724003" sldId="296"/>
            <ac:spMk id="11" creationId="{E861A8AA-761D-F482-B1F1-6D94DC8468FD}"/>
          </ac:spMkLst>
        </pc:spChg>
        <pc:spChg chg="mod">
          <ac:chgData name="Joshua Fajardo" userId="a34b2bc8161992c0" providerId="LiveId" clId="{A571E766-ECF9-4ACA-910F-E5F012930532}" dt="2026-06-29T09:05:25.207" v="1175" actId="164"/>
          <ac:spMkLst>
            <pc:docMk/>
            <pc:sldMk cId="642724003" sldId="296"/>
            <ac:spMk id="13" creationId="{E86DB463-E5CE-7CE7-D423-BA3B5CDCC21F}"/>
          </ac:spMkLst>
        </pc:spChg>
        <pc:spChg chg="add mod">
          <ac:chgData name="Joshua Fajardo" userId="a34b2bc8161992c0" providerId="LiveId" clId="{A571E766-ECF9-4ACA-910F-E5F012930532}" dt="2026-06-29T09:05:52.562" v="1183" actId="1076"/>
          <ac:spMkLst>
            <pc:docMk/>
            <pc:sldMk cId="642724003" sldId="296"/>
            <ac:spMk id="17" creationId="{927C91BB-581B-9CA2-6FD1-99830AC2A3EF}"/>
          </ac:spMkLst>
        </pc:spChg>
        <pc:spChg chg="add mod">
          <ac:chgData name="Joshua Fajardo" userId="a34b2bc8161992c0" providerId="LiveId" clId="{A571E766-ECF9-4ACA-910F-E5F012930532}" dt="2026-06-29T09:06:20.981" v="1226" actId="1076"/>
          <ac:spMkLst>
            <pc:docMk/>
            <pc:sldMk cId="642724003" sldId="296"/>
            <ac:spMk id="18" creationId="{3F587957-DB0D-117A-FDF4-70EAE370EAF6}"/>
          </ac:spMkLst>
        </pc:spChg>
        <pc:grpChg chg="add mod">
          <ac:chgData name="Joshua Fajardo" userId="a34b2bc8161992c0" providerId="LiveId" clId="{A571E766-ECF9-4ACA-910F-E5F012930532}" dt="2026-06-29T09:05:25.207" v="1175" actId="164"/>
          <ac:grpSpMkLst>
            <pc:docMk/>
            <pc:sldMk cId="642724003" sldId="296"/>
            <ac:grpSpMk id="14" creationId="{08BC8CD8-8C1B-D900-412D-F4F898456878}"/>
          </ac:grpSpMkLst>
        </pc:grpChg>
        <pc:grpChg chg="add mod">
          <ac:chgData name="Joshua Fajardo" userId="a34b2bc8161992c0" providerId="LiveId" clId="{A571E766-ECF9-4ACA-910F-E5F012930532}" dt="2026-06-29T09:05:29.504" v="1176" actId="1076"/>
          <ac:grpSpMkLst>
            <pc:docMk/>
            <pc:sldMk cId="642724003" sldId="296"/>
            <ac:grpSpMk id="15" creationId="{5326B9F2-D606-3B0E-F233-8A587D8EC0C2}"/>
          </ac:grpSpMkLst>
        </pc:grpChg>
        <pc:grpChg chg="mod">
          <ac:chgData name="Joshua Fajardo" userId="a34b2bc8161992c0" providerId="LiveId" clId="{A571E766-ECF9-4ACA-910F-E5F012930532}" dt="2026-06-29T09:05:18.349" v="1172" actId="164"/>
          <ac:grpSpMkLst>
            <pc:docMk/>
            <pc:sldMk cId="642724003" sldId="296"/>
            <ac:grpSpMk id="22" creationId="{384D3447-2007-5843-323B-001CA5CF1309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212277" y="0"/>
            <a:ext cx="34712554" cy="8772618"/>
            <a:chOff x="0" y="0"/>
            <a:chExt cx="46283405" cy="116968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219500" cy="11696823"/>
            </a:xfrm>
            <a:custGeom>
              <a:avLst/>
              <a:gdLst/>
              <a:ahLst/>
              <a:cxnLst/>
              <a:rect l="l" t="t" r="r" b="b"/>
              <a:pathLst>
                <a:path w="23219500" h="11696823">
                  <a:moveTo>
                    <a:pt x="0" y="0"/>
                  </a:moveTo>
                  <a:lnTo>
                    <a:pt x="23219500" y="0"/>
                  </a:lnTo>
                  <a:lnTo>
                    <a:pt x="23219500" y="11696823"/>
                  </a:lnTo>
                  <a:lnTo>
                    <a:pt x="0" y="11696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4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23063905" y="0"/>
              <a:ext cx="23219500" cy="11696823"/>
            </a:xfrm>
            <a:custGeom>
              <a:avLst/>
              <a:gdLst/>
              <a:ahLst/>
              <a:cxnLst/>
              <a:rect l="l" t="t" r="r" b="b"/>
              <a:pathLst>
                <a:path w="23219500" h="11696823">
                  <a:moveTo>
                    <a:pt x="0" y="0"/>
                  </a:moveTo>
                  <a:lnTo>
                    <a:pt x="23219500" y="0"/>
                  </a:lnTo>
                  <a:lnTo>
                    <a:pt x="23219500" y="11696823"/>
                  </a:lnTo>
                  <a:lnTo>
                    <a:pt x="0" y="11696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4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8229603"/>
            <a:ext cx="18288000" cy="2057397"/>
            <a:chOff x="0" y="0"/>
            <a:chExt cx="4816593" cy="54186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541866"/>
            </a:xfrm>
            <a:custGeom>
              <a:avLst/>
              <a:gdLst/>
              <a:ahLst/>
              <a:cxnLst/>
              <a:rect l="l" t="t" r="r" b="b"/>
              <a:pathLst>
                <a:path w="4816592" h="541866">
                  <a:moveTo>
                    <a:pt x="0" y="0"/>
                  </a:moveTo>
                  <a:lnTo>
                    <a:pt x="4816592" y="0"/>
                  </a:lnTo>
                  <a:lnTo>
                    <a:pt x="4816592" y="541866"/>
                  </a:lnTo>
                  <a:lnTo>
                    <a:pt x="0" y="541866"/>
                  </a:lnTo>
                  <a:close/>
                </a:path>
              </a:pathLst>
            </a:custGeom>
            <a:solidFill>
              <a:srgbClr val="1C2B2B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816593" cy="5799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1044510">
            <a:off x="432583" y="5509725"/>
            <a:ext cx="2278479" cy="2204428"/>
          </a:xfrm>
          <a:custGeom>
            <a:avLst/>
            <a:gdLst/>
            <a:ahLst/>
            <a:cxnLst/>
            <a:rect l="l" t="t" r="r" b="b"/>
            <a:pathLst>
              <a:path w="2278479" h="2204428">
                <a:moveTo>
                  <a:pt x="0" y="0"/>
                </a:moveTo>
                <a:lnTo>
                  <a:pt x="2278479" y="0"/>
                </a:lnTo>
                <a:lnTo>
                  <a:pt x="2278479" y="2204428"/>
                </a:lnTo>
                <a:lnTo>
                  <a:pt x="0" y="22044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9" name="Freeform 9"/>
          <p:cNvSpPr/>
          <p:nvPr/>
        </p:nvSpPr>
        <p:spPr>
          <a:xfrm>
            <a:off x="15830566" y="498475"/>
            <a:ext cx="1948919" cy="2057400"/>
          </a:xfrm>
          <a:custGeom>
            <a:avLst/>
            <a:gdLst/>
            <a:ahLst/>
            <a:cxnLst/>
            <a:rect l="l" t="t" r="r" b="b"/>
            <a:pathLst>
              <a:path w="1948919" h="2057400">
                <a:moveTo>
                  <a:pt x="0" y="0"/>
                </a:moveTo>
                <a:lnTo>
                  <a:pt x="1948919" y="0"/>
                </a:lnTo>
                <a:lnTo>
                  <a:pt x="1948919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0" name="Freeform 10"/>
          <p:cNvSpPr/>
          <p:nvPr/>
        </p:nvSpPr>
        <p:spPr>
          <a:xfrm rot="-1252704">
            <a:off x="15906129" y="6843307"/>
            <a:ext cx="2107469" cy="812334"/>
          </a:xfrm>
          <a:custGeom>
            <a:avLst/>
            <a:gdLst/>
            <a:ahLst/>
            <a:cxnLst/>
            <a:rect l="l" t="t" r="r" b="b"/>
            <a:pathLst>
              <a:path w="2107469" h="812334">
                <a:moveTo>
                  <a:pt x="0" y="0"/>
                </a:moveTo>
                <a:lnTo>
                  <a:pt x="2107469" y="0"/>
                </a:lnTo>
                <a:lnTo>
                  <a:pt x="2107469" y="812333"/>
                </a:lnTo>
                <a:lnTo>
                  <a:pt x="0" y="8123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1" name="Freeform 11"/>
          <p:cNvSpPr/>
          <p:nvPr/>
        </p:nvSpPr>
        <p:spPr>
          <a:xfrm rot="-2612862">
            <a:off x="2194794" y="2267616"/>
            <a:ext cx="553303" cy="792492"/>
          </a:xfrm>
          <a:custGeom>
            <a:avLst/>
            <a:gdLst/>
            <a:ahLst/>
            <a:cxnLst/>
            <a:rect l="l" t="t" r="r" b="b"/>
            <a:pathLst>
              <a:path w="553303" h="792492">
                <a:moveTo>
                  <a:pt x="0" y="0"/>
                </a:moveTo>
                <a:lnTo>
                  <a:pt x="553303" y="0"/>
                </a:lnTo>
                <a:lnTo>
                  <a:pt x="553303" y="792492"/>
                </a:lnTo>
                <a:lnTo>
                  <a:pt x="0" y="7924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2" name="TextBox 12"/>
          <p:cNvSpPr txBox="1"/>
          <p:nvPr/>
        </p:nvSpPr>
        <p:spPr>
          <a:xfrm>
            <a:off x="1885294" y="3001962"/>
            <a:ext cx="14517412" cy="2600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0"/>
              </a:lnSpc>
            </a:pPr>
            <a:r>
              <a:rPr lang="en-US" sz="15000" dirty="0">
                <a:solidFill>
                  <a:srgbClr val="223939"/>
                </a:solidFill>
                <a:latin typeface="Borsok"/>
                <a:ea typeface="Borsok"/>
                <a:cs typeface="Borsok"/>
                <a:sym typeface="Borsok"/>
              </a:rPr>
              <a:t>MATHEMATICS</a:t>
            </a:r>
          </a:p>
        </p:txBody>
      </p:sp>
      <p:sp>
        <p:nvSpPr>
          <p:cNvPr id="13" name="Freeform 13"/>
          <p:cNvSpPr/>
          <p:nvPr/>
        </p:nvSpPr>
        <p:spPr>
          <a:xfrm rot="7796296">
            <a:off x="15806891" y="5011824"/>
            <a:ext cx="553303" cy="792492"/>
          </a:xfrm>
          <a:custGeom>
            <a:avLst/>
            <a:gdLst/>
            <a:ahLst/>
            <a:cxnLst/>
            <a:rect l="l" t="t" r="r" b="b"/>
            <a:pathLst>
              <a:path w="553303" h="792492">
                <a:moveTo>
                  <a:pt x="0" y="0"/>
                </a:moveTo>
                <a:lnTo>
                  <a:pt x="553303" y="0"/>
                </a:lnTo>
                <a:lnTo>
                  <a:pt x="553303" y="792491"/>
                </a:lnTo>
                <a:lnTo>
                  <a:pt x="0" y="7924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4" name="Freeform 14"/>
          <p:cNvSpPr/>
          <p:nvPr/>
        </p:nvSpPr>
        <p:spPr>
          <a:xfrm flipH="1">
            <a:off x="389691" y="325554"/>
            <a:ext cx="2081754" cy="2055732"/>
          </a:xfrm>
          <a:custGeom>
            <a:avLst/>
            <a:gdLst/>
            <a:ahLst/>
            <a:cxnLst/>
            <a:rect l="l" t="t" r="r" b="b"/>
            <a:pathLst>
              <a:path w="2081754" h="2055732">
                <a:moveTo>
                  <a:pt x="2081754" y="0"/>
                </a:moveTo>
                <a:lnTo>
                  <a:pt x="0" y="0"/>
                </a:lnTo>
                <a:lnTo>
                  <a:pt x="0" y="2055733"/>
                </a:lnTo>
                <a:lnTo>
                  <a:pt x="2081754" y="2055733"/>
                </a:lnTo>
                <a:lnTo>
                  <a:pt x="2081754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5" name="TextBox 15"/>
          <p:cNvSpPr txBox="1"/>
          <p:nvPr/>
        </p:nvSpPr>
        <p:spPr>
          <a:xfrm>
            <a:off x="4887415" y="8757604"/>
            <a:ext cx="8817969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E1E1E1"/>
                </a:solidFill>
                <a:latin typeface="Monterchi Bold"/>
                <a:ea typeface="Monterchi Bold"/>
                <a:cs typeface="Monterchi Bold"/>
                <a:sym typeface="Monterchi Bold"/>
              </a:rPr>
              <a:t>Prepared by: Mr. Fajardo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988644" y="2468999"/>
            <a:ext cx="11868503" cy="95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dirty="0">
                <a:solidFill>
                  <a:srgbClr val="2F4F4F"/>
                </a:solidFill>
                <a:latin typeface="Bugaki"/>
                <a:ea typeface="Bugaki"/>
                <a:cs typeface="Bugaki"/>
                <a:sym typeface="Bugaki"/>
              </a:rPr>
              <a:t>Welcome to our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364463" y="5180779"/>
            <a:ext cx="11868503" cy="95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dirty="0">
                <a:solidFill>
                  <a:srgbClr val="2F4F4F"/>
                </a:solidFill>
                <a:latin typeface="Bugaki"/>
                <a:ea typeface="Bugaki"/>
                <a:cs typeface="Bugaki"/>
                <a:sym typeface="Bugaki"/>
              </a:rPr>
              <a:t>Class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95400" y="1559280"/>
            <a:ext cx="16497199" cy="7607883"/>
            <a:chOff x="0" y="0"/>
            <a:chExt cx="4344941" cy="20037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44941" cy="2003722"/>
            </a:xfrm>
            <a:custGeom>
              <a:avLst/>
              <a:gdLst/>
              <a:ahLst/>
              <a:cxnLst/>
              <a:rect l="l" t="t" r="r" b="b"/>
              <a:pathLst>
                <a:path w="4344941" h="2003722">
                  <a:moveTo>
                    <a:pt x="23934" y="0"/>
                  </a:moveTo>
                  <a:lnTo>
                    <a:pt x="4321008" y="0"/>
                  </a:lnTo>
                  <a:cubicBezTo>
                    <a:pt x="4327355" y="0"/>
                    <a:pt x="4333443" y="2522"/>
                    <a:pt x="4337931" y="7010"/>
                  </a:cubicBezTo>
                  <a:cubicBezTo>
                    <a:pt x="4342420" y="11498"/>
                    <a:pt x="4344941" y="17586"/>
                    <a:pt x="4344941" y="23934"/>
                  </a:cubicBezTo>
                  <a:lnTo>
                    <a:pt x="4344941" y="1979789"/>
                  </a:lnTo>
                  <a:cubicBezTo>
                    <a:pt x="4344941" y="1993007"/>
                    <a:pt x="4334226" y="2003722"/>
                    <a:pt x="4321008" y="2003722"/>
                  </a:cubicBezTo>
                  <a:lnTo>
                    <a:pt x="23934" y="2003722"/>
                  </a:lnTo>
                  <a:cubicBezTo>
                    <a:pt x="10715" y="2003722"/>
                    <a:pt x="0" y="1993007"/>
                    <a:pt x="0" y="1979789"/>
                  </a:cubicBezTo>
                  <a:lnTo>
                    <a:pt x="0" y="23934"/>
                  </a:lnTo>
                  <a:cubicBezTo>
                    <a:pt x="0" y="10715"/>
                    <a:pt x="10715" y="0"/>
                    <a:pt x="23934" y="0"/>
                  </a:cubicBezTo>
                  <a:close/>
                </a:path>
              </a:pathLst>
            </a:custGeom>
            <a:solidFill>
              <a:srgbClr val="FFFFFF"/>
            </a:solidFill>
            <a:ln w="123825" cap="rnd">
              <a:solidFill>
                <a:srgbClr val="223939"/>
              </a:solidFill>
              <a:prstDash val="lgDash"/>
              <a:round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344941" cy="20418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6611354" y="2541957"/>
            <a:ext cx="3353292" cy="1060479"/>
          </a:xfrm>
          <a:custGeom>
            <a:avLst/>
            <a:gdLst/>
            <a:ahLst/>
            <a:cxnLst/>
            <a:rect l="l" t="t" r="r" b="b"/>
            <a:pathLst>
              <a:path w="3353292" h="1060479">
                <a:moveTo>
                  <a:pt x="0" y="0"/>
                </a:moveTo>
                <a:lnTo>
                  <a:pt x="3353292" y="0"/>
                </a:lnTo>
                <a:lnTo>
                  <a:pt x="3353292" y="1060479"/>
                </a:lnTo>
                <a:lnTo>
                  <a:pt x="0" y="106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E6EA8F9-BF56-FA78-4D74-C4F71062B50B}"/>
              </a:ext>
            </a:extLst>
          </p:cNvPr>
          <p:cNvGrpSpPr/>
          <p:nvPr/>
        </p:nvGrpSpPr>
        <p:grpSpPr>
          <a:xfrm>
            <a:off x="2213733" y="730327"/>
            <a:ext cx="10740267" cy="1657907"/>
            <a:chOff x="2213733" y="730327"/>
            <a:chExt cx="10740267" cy="1657907"/>
          </a:xfrm>
        </p:grpSpPr>
        <p:grpSp>
          <p:nvGrpSpPr>
            <p:cNvPr id="8" name="Group 8"/>
            <p:cNvGrpSpPr/>
            <p:nvPr/>
          </p:nvGrpSpPr>
          <p:grpSpPr>
            <a:xfrm>
              <a:off x="2213733" y="730327"/>
              <a:ext cx="10740267" cy="1657907"/>
              <a:chOff x="0" y="0"/>
              <a:chExt cx="2693549" cy="43665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693549" cy="436650"/>
              </a:xfrm>
              <a:custGeom>
                <a:avLst/>
                <a:gdLst/>
                <a:ahLst/>
                <a:cxnLst/>
                <a:rect l="l" t="t" r="r" b="b"/>
                <a:pathLst>
                  <a:path w="2693549" h="436650">
                    <a:moveTo>
                      <a:pt x="15140" y="0"/>
                    </a:moveTo>
                    <a:lnTo>
                      <a:pt x="2678409" y="0"/>
                    </a:lnTo>
                    <a:cubicBezTo>
                      <a:pt x="2686770" y="0"/>
                      <a:pt x="2693549" y="6778"/>
                      <a:pt x="2693549" y="15140"/>
                    </a:cubicBezTo>
                    <a:lnTo>
                      <a:pt x="2693549" y="421510"/>
                    </a:lnTo>
                    <a:cubicBezTo>
                      <a:pt x="2693549" y="429872"/>
                      <a:pt x="2686770" y="436650"/>
                      <a:pt x="2678409" y="436650"/>
                    </a:cubicBezTo>
                    <a:lnTo>
                      <a:pt x="15140" y="436650"/>
                    </a:lnTo>
                    <a:cubicBezTo>
                      <a:pt x="6778" y="436650"/>
                      <a:pt x="0" y="429872"/>
                      <a:pt x="0" y="421510"/>
                    </a:cubicBezTo>
                    <a:lnTo>
                      <a:pt x="0" y="15140"/>
                    </a:lnTo>
                    <a:cubicBezTo>
                      <a:pt x="0" y="6778"/>
                      <a:pt x="6778" y="0"/>
                      <a:pt x="15140" y="0"/>
                    </a:cubicBezTo>
                    <a:close/>
                  </a:path>
                </a:pathLst>
              </a:custGeom>
              <a:solidFill>
                <a:srgbClr val="223939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2693549" cy="4747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2362200" y="1020671"/>
              <a:ext cx="10227067" cy="107721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8399"/>
                </a:lnSpc>
              </a:pPr>
              <a:r>
                <a:rPr lang="en-US" sz="7000" dirty="0">
                  <a:solidFill>
                    <a:srgbClr val="E1E1E1"/>
                  </a:solidFill>
                  <a:latin typeface="Bugaki"/>
                  <a:ea typeface="Bugaki"/>
                  <a:cs typeface="Bugaki"/>
                  <a:sym typeface="Bugaki"/>
                </a:rPr>
                <a:t>Learning Objectives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3"/>
              <p:cNvSpPr txBox="1"/>
              <p:nvPr/>
            </p:nvSpPr>
            <p:spPr>
              <a:xfrm>
                <a:off x="1762687" y="2808164"/>
                <a:ext cx="14163113" cy="5770811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1079501" lvl="1" indent="-539750" algn="l">
                  <a:lnSpc>
                    <a:spcPct val="150000"/>
                  </a:lnSpc>
                  <a:buFont typeface="Arial"/>
                  <a:buChar char="•"/>
                </a:pPr>
                <a:r>
                  <a:rPr lang="en-PH" sz="5000" dirty="0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Recall the process of factoring polynomials using the common monomial factoring</a:t>
                </a:r>
              </a:p>
              <a:p>
                <a:pPr marL="1079501" lvl="1" indent="-539750" algn="l">
                  <a:lnSpc>
                    <a:spcPct val="150000"/>
                  </a:lnSpc>
                  <a:buFont typeface="Arial"/>
                  <a:buChar char="•"/>
                </a:pPr>
                <a:r>
                  <a:rPr lang="en-PH" sz="5000" dirty="0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Illustrate the Zero Product Property</a:t>
                </a:r>
              </a:p>
              <a:p>
                <a:pPr marL="1079501" lvl="1" indent="-539750" algn="l">
                  <a:lnSpc>
                    <a:spcPct val="150000"/>
                  </a:lnSpc>
                  <a:buFont typeface="Arial"/>
                  <a:buChar char="•"/>
                </a:pPr>
                <a:r>
                  <a:rPr lang="en-PH" sz="5000" dirty="0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Solve quadratic equations of the form </a:t>
                </a:r>
                <a14:m>
                  <m:oMath xmlns:m="http://schemas.openxmlformats.org/officeDocument/2006/math">
                    <m:r>
                      <a:rPr lang="en-PH" sz="50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𝑎</m:t>
                    </m:r>
                    <m:sSup>
                      <m:sSupPr>
                        <m:ctrlPr>
                          <a:rPr lang="en-PH" sz="5000" b="0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</m:ctrlPr>
                      </m:sSupPr>
                      <m:e>
                        <m:r>
                          <a:rPr lang="en-PH" sz="5000" b="0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𝑥</m:t>
                        </m:r>
                      </m:e>
                      <m:sup>
                        <m:r>
                          <a:rPr lang="en-PH" sz="5000" b="0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2</m:t>
                        </m:r>
                      </m:sup>
                    </m:sSup>
                    <m:r>
                      <a:rPr lang="en-PH" sz="50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+</m:t>
                    </m:r>
                    <m:r>
                      <a:rPr lang="en-PH" sz="50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𝑏𝑥</m:t>
                    </m:r>
                    <m:r>
                      <a:rPr lang="en-PH" sz="50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=0 </m:t>
                    </m:r>
                  </m:oMath>
                </a14:m>
                <a:r>
                  <a:rPr lang="en-PH" sz="5000" dirty="0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 by factoring</a:t>
                </a:r>
              </a:p>
            </p:txBody>
          </p:sp>
        </mc:Choice>
        <mc:Fallback xmlns="">
          <p:sp>
            <p:nvSpPr>
              <p:cNvPr id="13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2687" y="2808164"/>
                <a:ext cx="14163113" cy="5770811"/>
              </a:xfrm>
              <a:prstGeom prst="rect">
                <a:avLst/>
              </a:prstGeom>
              <a:blipFill>
                <a:blip r:embed="rId5"/>
                <a:stretch>
                  <a:fillRect b="-570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Freeform 14"/>
          <p:cNvSpPr/>
          <p:nvPr/>
        </p:nvSpPr>
        <p:spPr>
          <a:xfrm>
            <a:off x="-1573188" y="7256692"/>
            <a:ext cx="3353292" cy="1060479"/>
          </a:xfrm>
          <a:custGeom>
            <a:avLst/>
            <a:gdLst/>
            <a:ahLst/>
            <a:cxnLst/>
            <a:rect l="l" t="t" r="r" b="b"/>
            <a:pathLst>
              <a:path w="3353292" h="1060479">
                <a:moveTo>
                  <a:pt x="0" y="0"/>
                </a:moveTo>
                <a:lnTo>
                  <a:pt x="3353292" y="0"/>
                </a:lnTo>
                <a:lnTo>
                  <a:pt x="3353292" y="1060479"/>
                </a:lnTo>
                <a:lnTo>
                  <a:pt x="0" y="106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78275-9BAF-2C09-6ADD-D8E5FA67E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2DF82CD-8848-2CA9-81FA-E2694D999A8E}"/>
              </a:ext>
            </a:extLst>
          </p:cNvPr>
          <p:cNvGrpSpPr/>
          <p:nvPr/>
        </p:nvGrpSpPr>
        <p:grpSpPr>
          <a:xfrm>
            <a:off x="-8212277" y="0"/>
            <a:ext cx="34712554" cy="8772618"/>
            <a:chOff x="0" y="0"/>
            <a:chExt cx="46283405" cy="1169682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C2BF88E-410C-16E0-DDC8-167CAD809708}"/>
                </a:ext>
              </a:extLst>
            </p:cNvPr>
            <p:cNvSpPr/>
            <p:nvPr/>
          </p:nvSpPr>
          <p:spPr>
            <a:xfrm>
              <a:off x="0" y="0"/>
              <a:ext cx="23219500" cy="11696823"/>
            </a:xfrm>
            <a:custGeom>
              <a:avLst/>
              <a:gdLst/>
              <a:ahLst/>
              <a:cxnLst/>
              <a:rect l="l" t="t" r="r" b="b"/>
              <a:pathLst>
                <a:path w="23219500" h="11696823">
                  <a:moveTo>
                    <a:pt x="0" y="0"/>
                  </a:moveTo>
                  <a:lnTo>
                    <a:pt x="23219500" y="0"/>
                  </a:lnTo>
                  <a:lnTo>
                    <a:pt x="23219500" y="11696823"/>
                  </a:lnTo>
                  <a:lnTo>
                    <a:pt x="0" y="11696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4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8B7F9FD-F128-DA19-3A1D-7FEB6C12F36E}"/>
                </a:ext>
              </a:extLst>
            </p:cNvPr>
            <p:cNvSpPr/>
            <p:nvPr/>
          </p:nvSpPr>
          <p:spPr>
            <a:xfrm>
              <a:off x="23063905" y="0"/>
              <a:ext cx="23219500" cy="11696823"/>
            </a:xfrm>
            <a:custGeom>
              <a:avLst/>
              <a:gdLst/>
              <a:ahLst/>
              <a:cxnLst/>
              <a:rect l="l" t="t" r="r" b="b"/>
              <a:pathLst>
                <a:path w="23219500" h="11696823">
                  <a:moveTo>
                    <a:pt x="0" y="0"/>
                  </a:moveTo>
                  <a:lnTo>
                    <a:pt x="23219500" y="0"/>
                  </a:lnTo>
                  <a:lnTo>
                    <a:pt x="23219500" y="11696823"/>
                  </a:lnTo>
                  <a:lnTo>
                    <a:pt x="0" y="11696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4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51B3F330-21DE-D6A7-B713-40EE0BCD9100}"/>
              </a:ext>
            </a:extLst>
          </p:cNvPr>
          <p:cNvGrpSpPr/>
          <p:nvPr/>
        </p:nvGrpSpPr>
        <p:grpSpPr>
          <a:xfrm>
            <a:off x="0" y="8710751"/>
            <a:ext cx="18288000" cy="1015907"/>
            <a:chOff x="0" y="0"/>
            <a:chExt cx="4816593" cy="54186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C44A3D1-74BB-7F2D-02DC-95663ADF8C04}"/>
                </a:ext>
              </a:extLst>
            </p:cNvPr>
            <p:cNvSpPr/>
            <p:nvPr/>
          </p:nvSpPr>
          <p:spPr>
            <a:xfrm>
              <a:off x="0" y="0"/>
              <a:ext cx="4816592" cy="541866"/>
            </a:xfrm>
            <a:custGeom>
              <a:avLst/>
              <a:gdLst/>
              <a:ahLst/>
              <a:cxnLst/>
              <a:rect l="l" t="t" r="r" b="b"/>
              <a:pathLst>
                <a:path w="4816592" h="541866">
                  <a:moveTo>
                    <a:pt x="0" y="0"/>
                  </a:moveTo>
                  <a:lnTo>
                    <a:pt x="4816592" y="0"/>
                  </a:lnTo>
                  <a:lnTo>
                    <a:pt x="4816592" y="541866"/>
                  </a:lnTo>
                  <a:lnTo>
                    <a:pt x="0" y="541866"/>
                  </a:lnTo>
                  <a:close/>
                </a:path>
              </a:pathLst>
            </a:custGeom>
            <a:solidFill>
              <a:srgbClr val="1C2B2B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F52A3FD-9C82-A51F-62F0-2474842CFDE6}"/>
                </a:ext>
              </a:extLst>
            </p:cNvPr>
            <p:cNvSpPr txBox="1"/>
            <p:nvPr/>
          </p:nvSpPr>
          <p:spPr>
            <a:xfrm>
              <a:off x="0" y="-38100"/>
              <a:ext cx="4816593" cy="5799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E6E94B45-F696-705E-341F-A1481875CDD0}"/>
              </a:ext>
            </a:extLst>
          </p:cNvPr>
          <p:cNvSpPr/>
          <p:nvPr/>
        </p:nvSpPr>
        <p:spPr>
          <a:xfrm>
            <a:off x="15958052" y="7149589"/>
            <a:ext cx="2081754" cy="2261641"/>
          </a:xfrm>
          <a:custGeom>
            <a:avLst/>
            <a:gdLst/>
            <a:ahLst/>
            <a:cxnLst/>
            <a:rect l="l" t="t" r="r" b="b"/>
            <a:pathLst>
              <a:path w="1948919" h="2057400">
                <a:moveTo>
                  <a:pt x="0" y="0"/>
                </a:moveTo>
                <a:lnTo>
                  <a:pt x="1948919" y="0"/>
                </a:lnTo>
                <a:lnTo>
                  <a:pt x="1948919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505514E-67AB-4EB6-F513-6439266CD14B}"/>
              </a:ext>
            </a:extLst>
          </p:cNvPr>
          <p:cNvSpPr txBox="1"/>
          <p:nvPr/>
        </p:nvSpPr>
        <p:spPr>
          <a:xfrm>
            <a:off x="1943642" y="2825150"/>
            <a:ext cx="14517412" cy="2308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5000" dirty="0">
                <a:solidFill>
                  <a:srgbClr val="223939"/>
                </a:solidFill>
                <a:latin typeface="Borsok"/>
                <a:ea typeface="Borsok"/>
                <a:cs typeface="Borsok"/>
                <a:sym typeface="Borsok"/>
              </a:rPr>
              <a:t>Let’s recall!</a:t>
            </a:r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88CDA47D-9B78-C7F7-4479-8BECF410D08E}"/>
              </a:ext>
            </a:extLst>
          </p:cNvPr>
          <p:cNvSpPr/>
          <p:nvPr/>
        </p:nvSpPr>
        <p:spPr>
          <a:xfrm flipH="1">
            <a:off x="228600" y="7326878"/>
            <a:ext cx="2081754" cy="2055732"/>
          </a:xfrm>
          <a:custGeom>
            <a:avLst/>
            <a:gdLst/>
            <a:ahLst/>
            <a:cxnLst/>
            <a:rect l="l" t="t" r="r" b="b"/>
            <a:pathLst>
              <a:path w="2081754" h="2055732">
                <a:moveTo>
                  <a:pt x="2081754" y="0"/>
                </a:moveTo>
                <a:lnTo>
                  <a:pt x="0" y="0"/>
                </a:lnTo>
                <a:lnTo>
                  <a:pt x="0" y="2055733"/>
                </a:lnTo>
                <a:lnTo>
                  <a:pt x="2081754" y="2055733"/>
                </a:lnTo>
                <a:lnTo>
                  <a:pt x="208175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41655275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D16BD-79CD-5AF6-00A1-4957E89CC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4D00954-7CFE-52F9-7A9E-97609E498088}"/>
              </a:ext>
            </a:extLst>
          </p:cNvPr>
          <p:cNvGrpSpPr/>
          <p:nvPr/>
        </p:nvGrpSpPr>
        <p:grpSpPr>
          <a:xfrm>
            <a:off x="-8212277" y="0"/>
            <a:ext cx="34712554" cy="8772618"/>
            <a:chOff x="0" y="0"/>
            <a:chExt cx="46283405" cy="1169682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6186459-FD5A-AA56-505A-510344439F97}"/>
                </a:ext>
              </a:extLst>
            </p:cNvPr>
            <p:cNvSpPr/>
            <p:nvPr/>
          </p:nvSpPr>
          <p:spPr>
            <a:xfrm>
              <a:off x="0" y="0"/>
              <a:ext cx="23219500" cy="11696823"/>
            </a:xfrm>
            <a:custGeom>
              <a:avLst/>
              <a:gdLst/>
              <a:ahLst/>
              <a:cxnLst/>
              <a:rect l="l" t="t" r="r" b="b"/>
              <a:pathLst>
                <a:path w="23219500" h="11696823">
                  <a:moveTo>
                    <a:pt x="0" y="0"/>
                  </a:moveTo>
                  <a:lnTo>
                    <a:pt x="23219500" y="0"/>
                  </a:lnTo>
                  <a:lnTo>
                    <a:pt x="23219500" y="11696823"/>
                  </a:lnTo>
                  <a:lnTo>
                    <a:pt x="0" y="11696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4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F3907F8-62DC-5B12-8DB6-6C5011EA622E}"/>
                </a:ext>
              </a:extLst>
            </p:cNvPr>
            <p:cNvSpPr/>
            <p:nvPr/>
          </p:nvSpPr>
          <p:spPr>
            <a:xfrm>
              <a:off x="23063905" y="0"/>
              <a:ext cx="23219500" cy="11696823"/>
            </a:xfrm>
            <a:custGeom>
              <a:avLst/>
              <a:gdLst/>
              <a:ahLst/>
              <a:cxnLst/>
              <a:rect l="l" t="t" r="r" b="b"/>
              <a:pathLst>
                <a:path w="23219500" h="11696823">
                  <a:moveTo>
                    <a:pt x="0" y="0"/>
                  </a:moveTo>
                  <a:lnTo>
                    <a:pt x="23219500" y="0"/>
                  </a:lnTo>
                  <a:lnTo>
                    <a:pt x="23219500" y="11696823"/>
                  </a:lnTo>
                  <a:lnTo>
                    <a:pt x="0" y="11696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4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8B346826-B76F-43EC-5DF5-E43AA6437D96}"/>
              </a:ext>
            </a:extLst>
          </p:cNvPr>
          <p:cNvGrpSpPr/>
          <p:nvPr/>
        </p:nvGrpSpPr>
        <p:grpSpPr>
          <a:xfrm>
            <a:off x="0" y="8710751"/>
            <a:ext cx="18288000" cy="1015907"/>
            <a:chOff x="0" y="0"/>
            <a:chExt cx="4816593" cy="54186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F27672A-641B-A89F-24C8-AB29387C7DE2}"/>
                </a:ext>
              </a:extLst>
            </p:cNvPr>
            <p:cNvSpPr/>
            <p:nvPr/>
          </p:nvSpPr>
          <p:spPr>
            <a:xfrm>
              <a:off x="0" y="0"/>
              <a:ext cx="4816592" cy="541866"/>
            </a:xfrm>
            <a:custGeom>
              <a:avLst/>
              <a:gdLst/>
              <a:ahLst/>
              <a:cxnLst/>
              <a:rect l="l" t="t" r="r" b="b"/>
              <a:pathLst>
                <a:path w="4816592" h="541866">
                  <a:moveTo>
                    <a:pt x="0" y="0"/>
                  </a:moveTo>
                  <a:lnTo>
                    <a:pt x="4816592" y="0"/>
                  </a:lnTo>
                  <a:lnTo>
                    <a:pt x="4816592" y="541866"/>
                  </a:lnTo>
                  <a:lnTo>
                    <a:pt x="0" y="541866"/>
                  </a:lnTo>
                  <a:close/>
                </a:path>
              </a:pathLst>
            </a:custGeom>
            <a:solidFill>
              <a:srgbClr val="1C2B2B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0E7374C-9B1C-4D9C-9167-EB0781B08D63}"/>
                </a:ext>
              </a:extLst>
            </p:cNvPr>
            <p:cNvSpPr txBox="1"/>
            <p:nvPr/>
          </p:nvSpPr>
          <p:spPr>
            <a:xfrm>
              <a:off x="0" y="-38100"/>
              <a:ext cx="4816593" cy="5799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22409C5E-12E7-7E1B-2D6E-8578883E6108}"/>
              </a:ext>
            </a:extLst>
          </p:cNvPr>
          <p:cNvSpPr/>
          <p:nvPr/>
        </p:nvSpPr>
        <p:spPr>
          <a:xfrm>
            <a:off x="15958052" y="7149589"/>
            <a:ext cx="2081754" cy="2261641"/>
          </a:xfrm>
          <a:custGeom>
            <a:avLst/>
            <a:gdLst/>
            <a:ahLst/>
            <a:cxnLst/>
            <a:rect l="l" t="t" r="r" b="b"/>
            <a:pathLst>
              <a:path w="1948919" h="2057400">
                <a:moveTo>
                  <a:pt x="0" y="0"/>
                </a:moveTo>
                <a:lnTo>
                  <a:pt x="1948919" y="0"/>
                </a:lnTo>
                <a:lnTo>
                  <a:pt x="1948919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0D19D21-39B8-F78C-CC87-279532B9FAB2}"/>
              </a:ext>
            </a:extLst>
          </p:cNvPr>
          <p:cNvSpPr txBox="1"/>
          <p:nvPr/>
        </p:nvSpPr>
        <p:spPr>
          <a:xfrm>
            <a:off x="2032082" y="521605"/>
            <a:ext cx="14517412" cy="2308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5000" dirty="0">
                <a:solidFill>
                  <a:srgbClr val="223939"/>
                </a:solidFill>
                <a:latin typeface="Borsok"/>
                <a:ea typeface="Borsok"/>
                <a:cs typeface="Borsok"/>
                <a:sym typeface="Borsok"/>
              </a:rPr>
              <a:t>Let’s recall!</a:t>
            </a:r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F3D0E777-BCFC-6296-10A2-39C0445FA5A8}"/>
              </a:ext>
            </a:extLst>
          </p:cNvPr>
          <p:cNvSpPr/>
          <p:nvPr/>
        </p:nvSpPr>
        <p:spPr>
          <a:xfrm flipH="1">
            <a:off x="228600" y="7326878"/>
            <a:ext cx="2081754" cy="2055732"/>
          </a:xfrm>
          <a:custGeom>
            <a:avLst/>
            <a:gdLst/>
            <a:ahLst/>
            <a:cxnLst/>
            <a:rect l="l" t="t" r="r" b="b"/>
            <a:pathLst>
              <a:path w="2081754" h="2055732">
                <a:moveTo>
                  <a:pt x="2081754" y="0"/>
                </a:moveTo>
                <a:lnTo>
                  <a:pt x="0" y="0"/>
                </a:lnTo>
                <a:lnTo>
                  <a:pt x="0" y="2055733"/>
                </a:lnTo>
                <a:lnTo>
                  <a:pt x="2081754" y="2055733"/>
                </a:lnTo>
                <a:lnTo>
                  <a:pt x="208175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grpSp>
        <p:nvGrpSpPr>
          <p:cNvPr id="13" name="Group 8">
            <a:extLst>
              <a:ext uri="{FF2B5EF4-FFF2-40B4-BE49-F238E27FC236}">
                <a16:creationId xmlns:a16="http://schemas.microsoft.com/office/drawing/2014/main" id="{F2E1192E-0AF3-3221-6817-6CF2E14D9E41}"/>
              </a:ext>
            </a:extLst>
          </p:cNvPr>
          <p:cNvGrpSpPr/>
          <p:nvPr/>
        </p:nvGrpSpPr>
        <p:grpSpPr>
          <a:xfrm>
            <a:off x="3597622" y="2932336"/>
            <a:ext cx="11532604" cy="4752944"/>
            <a:chOff x="0" y="0"/>
            <a:chExt cx="2693549" cy="436650"/>
          </a:xfrm>
        </p:grpSpPr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CB531EBD-AB4C-199D-1594-5C24B2C5A3FD}"/>
                </a:ext>
              </a:extLst>
            </p:cNvPr>
            <p:cNvSpPr/>
            <p:nvPr/>
          </p:nvSpPr>
          <p:spPr>
            <a:xfrm>
              <a:off x="0" y="0"/>
              <a:ext cx="2693549" cy="436650"/>
            </a:xfrm>
            <a:custGeom>
              <a:avLst/>
              <a:gdLst/>
              <a:ahLst/>
              <a:cxnLst/>
              <a:rect l="l" t="t" r="r" b="b"/>
              <a:pathLst>
                <a:path w="2693549" h="436650">
                  <a:moveTo>
                    <a:pt x="15140" y="0"/>
                  </a:moveTo>
                  <a:lnTo>
                    <a:pt x="2678409" y="0"/>
                  </a:lnTo>
                  <a:cubicBezTo>
                    <a:pt x="2686770" y="0"/>
                    <a:pt x="2693549" y="6778"/>
                    <a:pt x="2693549" y="15140"/>
                  </a:cubicBezTo>
                  <a:lnTo>
                    <a:pt x="2693549" y="421510"/>
                  </a:lnTo>
                  <a:cubicBezTo>
                    <a:pt x="2693549" y="429872"/>
                    <a:pt x="2686770" y="436650"/>
                    <a:pt x="2678409" y="436650"/>
                  </a:cubicBezTo>
                  <a:lnTo>
                    <a:pt x="15140" y="436650"/>
                  </a:lnTo>
                  <a:cubicBezTo>
                    <a:pt x="6778" y="436650"/>
                    <a:pt x="0" y="429872"/>
                    <a:pt x="0" y="421510"/>
                  </a:cubicBezTo>
                  <a:lnTo>
                    <a:pt x="0" y="15140"/>
                  </a:lnTo>
                  <a:cubicBezTo>
                    <a:pt x="0" y="6778"/>
                    <a:pt x="6778" y="0"/>
                    <a:pt x="15140" y="0"/>
                  </a:cubicBezTo>
                  <a:close/>
                </a:path>
              </a:pathLst>
            </a:custGeom>
            <a:solidFill>
              <a:srgbClr val="223939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6" name="TextBox 10">
              <a:extLst>
                <a:ext uri="{FF2B5EF4-FFF2-40B4-BE49-F238E27FC236}">
                  <a16:creationId xmlns:a16="http://schemas.microsoft.com/office/drawing/2014/main" id="{A2724CD7-1377-9510-4B54-6AD602865F6A}"/>
                </a:ext>
              </a:extLst>
            </p:cNvPr>
            <p:cNvSpPr txBox="1"/>
            <p:nvPr/>
          </p:nvSpPr>
          <p:spPr>
            <a:xfrm>
              <a:off x="0" y="-38100"/>
              <a:ext cx="2693549" cy="474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9">
            <a:extLst>
              <a:ext uri="{FF2B5EF4-FFF2-40B4-BE49-F238E27FC236}">
                <a16:creationId xmlns:a16="http://schemas.microsoft.com/office/drawing/2014/main" id="{23201A37-9FF0-2F8D-55A0-69504B93C333}"/>
              </a:ext>
            </a:extLst>
          </p:cNvPr>
          <p:cNvSpPr txBox="1"/>
          <p:nvPr/>
        </p:nvSpPr>
        <p:spPr>
          <a:xfrm>
            <a:off x="4463252" y="3712217"/>
            <a:ext cx="9655072" cy="3193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 dirty="0">
                <a:solidFill>
                  <a:srgbClr val="E1E1E1"/>
                </a:solidFill>
                <a:latin typeface="Bugaki"/>
                <a:ea typeface="Bugaki"/>
                <a:cs typeface="Bugaki"/>
                <a:sym typeface="Bugaki"/>
              </a:rPr>
              <a:t>Factor the following polynomials completely.</a:t>
            </a:r>
          </a:p>
        </p:txBody>
      </p:sp>
    </p:spTree>
    <p:extLst>
      <p:ext uri="{BB962C8B-B14F-4D97-AF65-F5344CB8AC3E}">
        <p14:creationId xmlns:p14="http://schemas.microsoft.com/office/powerpoint/2010/main" val="12149288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92D4BE-0F6B-74FB-A511-D551B803C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8AF2D09-11ED-D13C-6AB3-FF39F700DBB2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9A55C4B-6FD4-3741-1367-59A037BA4986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8E11BF4-8A00-0C6B-F985-517666EB3753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53C567FF-6F06-9037-1B99-C8E11762B5D2}"/>
              </a:ext>
            </a:extLst>
          </p:cNvPr>
          <p:cNvGrpSpPr/>
          <p:nvPr/>
        </p:nvGrpSpPr>
        <p:grpSpPr>
          <a:xfrm>
            <a:off x="2724931" y="2006214"/>
            <a:ext cx="12838139" cy="7103524"/>
            <a:chOff x="0" y="0"/>
            <a:chExt cx="3381238" cy="187088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ED24DFB-CF09-70C4-8EE6-CDAF7FD8AD61}"/>
                </a:ext>
              </a:extLst>
            </p:cNvPr>
            <p:cNvSpPr/>
            <p:nvPr/>
          </p:nvSpPr>
          <p:spPr>
            <a:xfrm>
              <a:off x="0" y="0"/>
              <a:ext cx="3381238" cy="1870887"/>
            </a:xfrm>
            <a:custGeom>
              <a:avLst/>
              <a:gdLst/>
              <a:ahLst/>
              <a:cxnLst/>
              <a:rect l="l" t="t" r="r" b="b"/>
              <a:pathLst>
                <a:path w="3381238" h="1870887">
                  <a:moveTo>
                    <a:pt x="12061" y="0"/>
                  </a:moveTo>
                  <a:lnTo>
                    <a:pt x="3369177" y="0"/>
                  </a:lnTo>
                  <a:cubicBezTo>
                    <a:pt x="3375839" y="0"/>
                    <a:pt x="3381238" y="5400"/>
                    <a:pt x="3381238" y="12061"/>
                  </a:cubicBezTo>
                  <a:lnTo>
                    <a:pt x="3381238" y="1858826"/>
                  </a:lnTo>
                  <a:cubicBezTo>
                    <a:pt x="3381238" y="1862025"/>
                    <a:pt x="3379967" y="1865093"/>
                    <a:pt x="3377706" y="1867355"/>
                  </a:cubicBezTo>
                  <a:cubicBezTo>
                    <a:pt x="3375444" y="1869617"/>
                    <a:pt x="3372376" y="1870887"/>
                    <a:pt x="3369177" y="1870887"/>
                  </a:cubicBezTo>
                  <a:lnTo>
                    <a:pt x="12061" y="1870887"/>
                  </a:lnTo>
                  <a:cubicBezTo>
                    <a:pt x="8862" y="1870887"/>
                    <a:pt x="5794" y="1869617"/>
                    <a:pt x="3533" y="1867355"/>
                  </a:cubicBezTo>
                  <a:cubicBezTo>
                    <a:pt x="1271" y="1865093"/>
                    <a:pt x="0" y="1862025"/>
                    <a:pt x="0" y="1858826"/>
                  </a:cubicBezTo>
                  <a:lnTo>
                    <a:pt x="0" y="12061"/>
                  </a:lnTo>
                  <a:cubicBezTo>
                    <a:pt x="0" y="8862"/>
                    <a:pt x="1271" y="5794"/>
                    <a:pt x="3533" y="3533"/>
                  </a:cubicBezTo>
                  <a:cubicBezTo>
                    <a:pt x="5794" y="1271"/>
                    <a:pt x="8862" y="0"/>
                    <a:pt x="1206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PH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51CDEC8-52E6-E08B-1B5D-3DA7902349F4}"/>
                </a:ext>
              </a:extLst>
            </p:cNvPr>
            <p:cNvSpPr txBox="1"/>
            <p:nvPr/>
          </p:nvSpPr>
          <p:spPr>
            <a:xfrm>
              <a:off x="0" y="-38100"/>
              <a:ext cx="3381238" cy="1908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E425880A-C1B4-AA1F-B435-98A4E9CCA438}"/>
              </a:ext>
            </a:extLst>
          </p:cNvPr>
          <p:cNvGrpSpPr/>
          <p:nvPr/>
        </p:nvGrpSpPr>
        <p:grpSpPr>
          <a:xfrm>
            <a:off x="4057932" y="1177262"/>
            <a:ext cx="10227067" cy="2493526"/>
            <a:chOff x="0" y="0"/>
            <a:chExt cx="2693549" cy="43665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2879302-BA12-A896-45D2-E182D622A2AF}"/>
                </a:ext>
              </a:extLst>
            </p:cNvPr>
            <p:cNvSpPr/>
            <p:nvPr/>
          </p:nvSpPr>
          <p:spPr>
            <a:xfrm>
              <a:off x="0" y="0"/>
              <a:ext cx="2693549" cy="436650"/>
            </a:xfrm>
            <a:custGeom>
              <a:avLst/>
              <a:gdLst/>
              <a:ahLst/>
              <a:cxnLst/>
              <a:rect l="l" t="t" r="r" b="b"/>
              <a:pathLst>
                <a:path w="2693549" h="436650">
                  <a:moveTo>
                    <a:pt x="15140" y="0"/>
                  </a:moveTo>
                  <a:lnTo>
                    <a:pt x="2678409" y="0"/>
                  </a:lnTo>
                  <a:cubicBezTo>
                    <a:pt x="2686770" y="0"/>
                    <a:pt x="2693549" y="6778"/>
                    <a:pt x="2693549" y="15140"/>
                  </a:cubicBezTo>
                  <a:lnTo>
                    <a:pt x="2693549" y="421510"/>
                  </a:lnTo>
                  <a:cubicBezTo>
                    <a:pt x="2693549" y="429872"/>
                    <a:pt x="2686770" y="436650"/>
                    <a:pt x="2678409" y="436650"/>
                  </a:cubicBezTo>
                  <a:lnTo>
                    <a:pt x="15140" y="436650"/>
                  </a:lnTo>
                  <a:cubicBezTo>
                    <a:pt x="6778" y="436650"/>
                    <a:pt x="0" y="429872"/>
                    <a:pt x="0" y="421510"/>
                  </a:cubicBezTo>
                  <a:lnTo>
                    <a:pt x="0" y="15140"/>
                  </a:lnTo>
                  <a:cubicBezTo>
                    <a:pt x="0" y="6778"/>
                    <a:pt x="6778" y="0"/>
                    <a:pt x="15140" y="0"/>
                  </a:cubicBezTo>
                  <a:close/>
                </a:path>
              </a:pathLst>
            </a:custGeom>
            <a:solidFill>
              <a:srgbClr val="223939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FC5DFFA8-CC8E-A3F9-9367-0E62FCF82FF0}"/>
                </a:ext>
              </a:extLst>
            </p:cNvPr>
            <p:cNvSpPr txBox="1"/>
            <p:nvPr/>
          </p:nvSpPr>
          <p:spPr>
            <a:xfrm>
              <a:off x="0" y="-38100"/>
              <a:ext cx="2693549" cy="474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B7E08AA4-88B6-FCAB-CAC1-E5823761FEDB}"/>
                  </a:ext>
                </a:extLst>
              </p:cNvPr>
              <p:cNvSpPr txBox="1"/>
              <p:nvPr/>
            </p:nvSpPr>
            <p:spPr>
              <a:xfrm>
                <a:off x="5257800" y="5672117"/>
                <a:ext cx="8784279" cy="71814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ts val="5599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12000" b="0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5</m:t>
                      </m:r>
                      <m:sSup>
                        <m:sSupPr>
                          <m:ctrlPr>
                            <a:rPr lang="en-PH" sz="12000" b="0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pPr>
                        <m:e>
                          <m:r>
                            <a:rPr lang="en-PH" sz="12000" b="0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𝑥</m:t>
                          </m:r>
                        </m:e>
                        <m:sup>
                          <m:r>
                            <a:rPr lang="en-PH" sz="12000" b="0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2</m:t>
                          </m:r>
                        </m:sup>
                      </m:sSup>
                      <m:r>
                        <a:rPr lang="en-PH" sz="12000" b="0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−20</m:t>
                      </m:r>
                      <m:r>
                        <a:rPr lang="en-PH" sz="12000" b="0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𝑥</m:t>
                      </m:r>
                    </m:oMath>
                  </m:oMathPara>
                </a14:m>
                <a:endParaRPr lang="en-US" sz="12000" dirty="0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 xmlns=""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B7E08AA4-88B6-FCAB-CAC1-E5823761F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800" y="5672117"/>
                <a:ext cx="8784279" cy="718145"/>
              </a:xfrm>
              <a:prstGeom prst="rect">
                <a:avLst/>
              </a:prstGeom>
              <a:blipFill>
                <a:blip r:embed="rId4"/>
                <a:stretch>
                  <a:fillRect t="-144915" b="-33051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Freeform 14">
            <a:extLst>
              <a:ext uri="{FF2B5EF4-FFF2-40B4-BE49-F238E27FC236}">
                <a16:creationId xmlns:a16="http://schemas.microsoft.com/office/drawing/2014/main" id="{862DAECE-304B-6629-E22A-93757842CCFD}"/>
              </a:ext>
            </a:extLst>
          </p:cNvPr>
          <p:cNvSpPr/>
          <p:nvPr/>
        </p:nvSpPr>
        <p:spPr>
          <a:xfrm flipH="1">
            <a:off x="591571" y="7621139"/>
            <a:ext cx="2206441" cy="2312109"/>
          </a:xfrm>
          <a:custGeom>
            <a:avLst/>
            <a:gdLst/>
            <a:ahLst/>
            <a:cxnLst/>
            <a:rect l="l" t="t" r="r" b="b"/>
            <a:pathLst>
              <a:path w="2081754" h="2055732">
                <a:moveTo>
                  <a:pt x="2081754" y="0"/>
                </a:moveTo>
                <a:lnTo>
                  <a:pt x="0" y="0"/>
                </a:lnTo>
                <a:lnTo>
                  <a:pt x="0" y="2055733"/>
                </a:lnTo>
                <a:lnTo>
                  <a:pt x="2081754" y="2055733"/>
                </a:lnTo>
                <a:lnTo>
                  <a:pt x="2081754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11" name="TextBox 19">
            <a:extLst>
              <a:ext uri="{FF2B5EF4-FFF2-40B4-BE49-F238E27FC236}">
                <a16:creationId xmlns:a16="http://schemas.microsoft.com/office/drawing/2014/main" id="{31EDB1EF-F107-62E5-8D3B-95CF3F30D9C7}"/>
              </a:ext>
            </a:extLst>
          </p:cNvPr>
          <p:cNvSpPr txBox="1"/>
          <p:nvPr/>
        </p:nvSpPr>
        <p:spPr>
          <a:xfrm>
            <a:off x="4717328" y="1394897"/>
            <a:ext cx="8990186" cy="2058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4500" dirty="0">
                <a:solidFill>
                  <a:srgbClr val="E1E1E1"/>
                </a:solidFill>
                <a:latin typeface="Bugaki"/>
                <a:ea typeface="Bugaki"/>
                <a:cs typeface="Bugaki"/>
                <a:sym typeface="Bugaki"/>
              </a:rPr>
              <a:t>Factor the following polynomials completely. </a:t>
            </a:r>
          </a:p>
        </p:txBody>
      </p:sp>
    </p:spTree>
    <p:extLst>
      <p:ext uri="{BB962C8B-B14F-4D97-AF65-F5344CB8AC3E}">
        <p14:creationId xmlns:p14="http://schemas.microsoft.com/office/powerpoint/2010/main" val="12481818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0AF13B-16C4-7E02-F2DD-F80A38CF9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4D18EB2-7F8C-CF86-2901-37B217C71533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E83C4A2-D4F1-AC05-1239-8A40BF803A93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4790603-E245-EAEC-0AB2-9E6013A44B0B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034E038-63AB-461C-7666-85DD9139E0BC}"/>
              </a:ext>
            </a:extLst>
          </p:cNvPr>
          <p:cNvGrpSpPr/>
          <p:nvPr/>
        </p:nvGrpSpPr>
        <p:grpSpPr>
          <a:xfrm>
            <a:off x="2724931" y="2006214"/>
            <a:ext cx="12838139" cy="7103524"/>
            <a:chOff x="0" y="0"/>
            <a:chExt cx="3381238" cy="187088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C5EE243-3A75-7D4A-AE85-D6DA9899194E}"/>
                </a:ext>
              </a:extLst>
            </p:cNvPr>
            <p:cNvSpPr/>
            <p:nvPr/>
          </p:nvSpPr>
          <p:spPr>
            <a:xfrm>
              <a:off x="0" y="0"/>
              <a:ext cx="3381238" cy="1870887"/>
            </a:xfrm>
            <a:custGeom>
              <a:avLst/>
              <a:gdLst/>
              <a:ahLst/>
              <a:cxnLst/>
              <a:rect l="l" t="t" r="r" b="b"/>
              <a:pathLst>
                <a:path w="3381238" h="1870887">
                  <a:moveTo>
                    <a:pt x="12061" y="0"/>
                  </a:moveTo>
                  <a:lnTo>
                    <a:pt x="3369177" y="0"/>
                  </a:lnTo>
                  <a:cubicBezTo>
                    <a:pt x="3375839" y="0"/>
                    <a:pt x="3381238" y="5400"/>
                    <a:pt x="3381238" y="12061"/>
                  </a:cubicBezTo>
                  <a:lnTo>
                    <a:pt x="3381238" y="1858826"/>
                  </a:lnTo>
                  <a:cubicBezTo>
                    <a:pt x="3381238" y="1862025"/>
                    <a:pt x="3379967" y="1865093"/>
                    <a:pt x="3377706" y="1867355"/>
                  </a:cubicBezTo>
                  <a:cubicBezTo>
                    <a:pt x="3375444" y="1869617"/>
                    <a:pt x="3372376" y="1870887"/>
                    <a:pt x="3369177" y="1870887"/>
                  </a:cubicBezTo>
                  <a:lnTo>
                    <a:pt x="12061" y="1870887"/>
                  </a:lnTo>
                  <a:cubicBezTo>
                    <a:pt x="8862" y="1870887"/>
                    <a:pt x="5794" y="1869617"/>
                    <a:pt x="3533" y="1867355"/>
                  </a:cubicBezTo>
                  <a:cubicBezTo>
                    <a:pt x="1271" y="1865093"/>
                    <a:pt x="0" y="1862025"/>
                    <a:pt x="0" y="1858826"/>
                  </a:cubicBezTo>
                  <a:lnTo>
                    <a:pt x="0" y="12061"/>
                  </a:lnTo>
                  <a:cubicBezTo>
                    <a:pt x="0" y="8862"/>
                    <a:pt x="1271" y="5794"/>
                    <a:pt x="3533" y="3533"/>
                  </a:cubicBezTo>
                  <a:cubicBezTo>
                    <a:pt x="5794" y="1271"/>
                    <a:pt x="8862" y="0"/>
                    <a:pt x="1206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PH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20D27AB-03A0-BDCE-A561-F8196F05224D}"/>
                </a:ext>
              </a:extLst>
            </p:cNvPr>
            <p:cNvSpPr txBox="1"/>
            <p:nvPr/>
          </p:nvSpPr>
          <p:spPr>
            <a:xfrm>
              <a:off x="0" y="-38100"/>
              <a:ext cx="3381238" cy="1908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033B2AB-051A-0010-C690-DF9F1E2D46CA}"/>
              </a:ext>
            </a:extLst>
          </p:cNvPr>
          <p:cNvGrpSpPr/>
          <p:nvPr/>
        </p:nvGrpSpPr>
        <p:grpSpPr>
          <a:xfrm>
            <a:off x="4057932" y="1177262"/>
            <a:ext cx="10227067" cy="2493526"/>
            <a:chOff x="0" y="0"/>
            <a:chExt cx="2693549" cy="43665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EF4157E2-0FA7-DF5F-38FD-3B474FE31F39}"/>
                </a:ext>
              </a:extLst>
            </p:cNvPr>
            <p:cNvSpPr/>
            <p:nvPr/>
          </p:nvSpPr>
          <p:spPr>
            <a:xfrm>
              <a:off x="0" y="0"/>
              <a:ext cx="2693549" cy="436650"/>
            </a:xfrm>
            <a:custGeom>
              <a:avLst/>
              <a:gdLst/>
              <a:ahLst/>
              <a:cxnLst/>
              <a:rect l="l" t="t" r="r" b="b"/>
              <a:pathLst>
                <a:path w="2693549" h="436650">
                  <a:moveTo>
                    <a:pt x="15140" y="0"/>
                  </a:moveTo>
                  <a:lnTo>
                    <a:pt x="2678409" y="0"/>
                  </a:lnTo>
                  <a:cubicBezTo>
                    <a:pt x="2686770" y="0"/>
                    <a:pt x="2693549" y="6778"/>
                    <a:pt x="2693549" y="15140"/>
                  </a:cubicBezTo>
                  <a:lnTo>
                    <a:pt x="2693549" y="421510"/>
                  </a:lnTo>
                  <a:cubicBezTo>
                    <a:pt x="2693549" y="429872"/>
                    <a:pt x="2686770" y="436650"/>
                    <a:pt x="2678409" y="436650"/>
                  </a:cubicBezTo>
                  <a:lnTo>
                    <a:pt x="15140" y="436650"/>
                  </a:lnTo>
                  <a:cubicBezTo>
                    <a:pt x="6778" y="436650"/>
                    <a:pt x="0" y="429872"/>
                    <a:pt x="0" y="421510"/>
                  </a:cubicBezTo>
                  <a:lnTo>
                    <a:pt x="0" y="15140"/>
                  </a:lnTo>
                  <a:cubicBezTo>
                    <a:pt x="0" y="6778"/>
                    <a:pt x="6778" y="0"/>
                    <a:pt x="15140" y="0"/>
                  </a:cubicBezTo>
                  <a:close/>
                </a:path>
              </a:pathLst>
            </a:custGeom>
            <a:solidFill>
              <a:srgbClr val="223939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7996C6B8-3E6A-14DD-3E75-77EF766C6E7B}"/>
                </a:ext>
              </a:extLst>
            </p:cNvPr>
            <p:cNvSpPr txBox="1"/>
            <p:nvPr/>
          </p:nvSpPr>
          <p:spPr>
            <a:xfrm>
              <a:off x="0" y="-38100"/>
              <a:ext cx="2693549" cy="474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5A75B2E0-69A5-7374-410F-DAA953C99148}"/>
                  </a:ext>
                </a:extLst>
              </p:cNvPr>
              <p:cNvSpPr txBox="1"/>
              <p:nvPr/>
            </p:nvSpPr>
            <p:spPr>
              <a:xfrm>
                <a:off x="5257800" y="5672117"/>
                <a:ext cx="8784279" cy="71814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ts val="5599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12000" b="0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6</m:t>
                      </m:r>
                      <m:sSup>
                        <m:sSupPr>
                          <m:ctrlPr>
                            <a:rPr lang="en-PH" sz="12000" b="0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pPr>
                        <m:e>
                          <m:r>
                            <a:rPr lang="en-PH" sz="12000" b="0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𝑥</m:t>
                          </m:r>
                        </m:e>
                        <m:sup>
                          <m:r>
                            <a:rPr lang="en-PH" sz="12000" b="0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2</m:t>
                          </m:r>
                        </m:sup>
                      </m:sSup>
                      <m:r>
                        <a:rPr lang="en-PH" sz="12000" b="0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+18</m:t>
                      </m:r>
                      <m:r>
                        <a:rPr lang="en-PH" sz="12000" b="0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𝑥</m:t>
                      </m:r>
                    </m:oMath>
                  </m:oMathPara>
                </a14:m>
                <a:endParaRPr lang="en-US" sz="12000" dirty="0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 xmlns=""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5A75B2E0-69A5-7374-410F-DAA953C99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800" y="5672117"/>
                <a:ext cx="8784279" cy="718145"/>
              </a:xfrm>
              <a:prstGeom prst="rect">
                <a:avLst/>
              </a:prstGeom>
              <a:blipFill>
                <a:blip r:embed="rId4"/>
                <a:stretch>
                  <a:fillRect t="-144915" b="-3050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Freeform 14">
            <a:extLst>
              <a:ext uri="{FF2B5EF4-FFF2-40B4-BE49-F238E27FC236}">
                <a16:creationId xmlns:a16="http://schemas.microsoft.com/office/drawing/2014/main" id="{2F09BD9A-FC70-C181-C6A5-29AEEEBBA89F}"/>
              </a:ext>
            </a:extLst>
          </p:cNvPr>
          <p:cNvSpPr/>
          <p:nvPr/>
        </p:nvSpPr>
        <p:spPr>
          <a:xfrm flipH="1">
            <a:off x="591571" y="7621139"/>
            <a:ext cx="2206441" cy="2312109"/>
          </a:xfrm>
          <a:custGeom>
            <a:avLst/>
            <a:gdLst/>
            <a:ahLst/>
            <a:cxnLst/>
            <a:rect l="l" t="t" r="r" b="b"/>
            <a:pathLst>
              <a:path w="2081754" h="2055732">
                <a:moveTo>
                  <a:pt x="2081754" y="0"/>
                </a:moveTo>
                <a:lnTo>
                  <a:pt x="0" y="0"/>
                </a:lnTo>
                <a:lnTo>
                  <a:pt x="0" y="2055733"/>
                </a:lnTo>
                <a:lnTo>
                  <a:pt x="2081754" y="2055733"/>
                </a:lnTo>
                <a:lnTo>
                  <a:pt x="2081754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11" name="TextBox 19">
            <a:extLst>
              <a:ext uri="{FF2B5EF4-FFF2-40B4-BE49-F238E27FC236}">
                <a16:creationId xmlns:a16="http://schemas.microsoft.com/office/drawing/2014/main" id="{B7C3B563-426F-9771-B368-6896D09A280A}"/>
              </a:ext>
            </a:extLst>
          </p:cNvPr>
          <p:cNvSpPr txBox="1"/>
          <p:nvPr/>
        </p:nvSpPr>
        <p:spPr>
          <a:xfrm>
            <a:off x="4717328" y="1394897"/>
            <a:ext cx="8990186" cy="2058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4500" dirty="0">
                <a:solidFill>
                  <a:srgbClr val="E1E1E1"/>
                </a:solidFill>
                <a:latin typeface="Bugaki"/>
                <a:ea typeface="Bugaki"/>
                <a:cs typeface="Bugaki"/>
                <a:sym typeface="Bugaki"/>
              </a:rPr>
              <a:t>Factor the following polynomials completely. </a:t>
            </a:r>
          </a:p>
        </p:txBody>
      </p:sp>
    </p:spTree>
    <p:extLst>
      <p:ext uri="{BB962C8B-B14F-4D97-AF65-F5344CB8AC3E}">
        <p14:creationId xmlns:p14="http://schemas.microsoft.com/office/powerpoint/2010/main" val="19308749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760399-CF18-A40A-6CCE-7F0A10921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5C749B0-9995-DC9A-9EF1-2D6C66F5AB54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E2941C8-3C86-E3F1-6398-98AE5DAA5997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DC323DC-E161-864B-2F50-AFFF23F65C92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6A6AE274-2569-777B-9F2B-5DCA7E965042}"/>
              </a:ext>
            </a:extLst>
          </p:cNvPr>
          <p:cNvGrpSpPr/>
          <p:nvPr/>
        </p:nvGrpSpPr>
        <p:grpSpPr>
          <a:xfrm>
            <a:off x="2724931" y="2006214"/>
            <a:ext cx="12838139" cy="7103524"/>
            <a:chOff x="0" y="0"/>
            <a:chExt cx="3381238" cy="187088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34450A5-9F5B-9934-F51E-F9886D83610A}"/>
                </a:ext>
              </a:extLst>
            </p:cNvPr>
            <p:cNvSpPr/>
            <p:nvPr/>
          </p:nvSpPr>
          <p:spPr>
            <a:xfrm>
              <a:off x="0" y="0"/>
              <a:ext cx="3381238" cy="1870887"/>
            </a:xfrm>
            <a:custGeom>
              <a:avLst/>
              <a:gdLst/>
              <a:ahLst/>
              <a:cxnLst/>
              <a:rect l="l" t="t" r="r" b="b"/>
              <a:pathLst>
                <a:path w="3381238" h="1870887">
                  <a:moveTo>
                    <a:pt x="12061" y="0"/>
                  </a:moveTo>
                  <a:lnTo>
                    <a:pt x="3369177" y="0"/>
                  </a:lnTo>
                  <a:cubicBezTo>
                    <a:pt x="3375839" y="0"/>
                    <a:pt x="3381238" y="5400"/>
                    <a:pt x="3381238" y="12061"/>
                  </a:cubicBezTo>
                  <a:lnTo>
                    <a:pt x="3381238" y="1858826"/>
                  </a:lnTo>
                  <a:cubicBezTo>
                    <a:pt x="3381238" y="1862025"/>
                    <a:pt x="3379967" y="1865093"/>
                    <a:pt x="3377706" y="1867355"/>
                  </a:cubicBezTo>
                  <a:cubicBezTo>
                    <a:pt x="3375444" y="1869617"/>
                    <a:pt x="3372376" y="1870887"/>
                    <a:pt x="3369177" y="1870887"/>
                  </a:cubicBezTo>
                  <a:lnTo>
                    <a:pt x="12061" y="1870887"/>
                  </a:lnTo>
                  <a:cubicBezTo>
                    <a:pt x="8862" y="1870887"/>
                    <a:pt x="5794" y="1869617"/>
                    <a:pt x="3533" y="1867355"/>
                  </a:cubicBezTo>
                  <a:cubicBezTo>
                    <a:pt x="1271" y="1865093"/>
                    <a:pt x="0" y="1862025"/>
                    <a:pt x="0" y="1858826"/>
                  </a:cubicBezTo>
                  <a:lnTo>
                    <a:pt x="0" y="12061"/>
                  </a:lnTo>
                  <a:cubicBezTo>
                    <a:pt x="0" y="8862"/>
                    <a:pt x="1271" y="5794"/>
                    <a:pt x="3533" y="3533"/>
                  </a:cubicBezTo>
                  <a:cubicBezTo>
                    <a:pt x="5794" y="1271"/>
                    <a:pt x="8862" y="0"/>
                    <a:pt x="1206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PH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39B449B-EE00-92A4-A103-EF12A2B17FBC}"/>
                </a:ext>
              </a:extLst>
            </p:cNvPr>
            <p:cNvSpPr txBox="1"/>
            <p:nvPr/>
          </p:nvSpPr>
          <p:spPr>
            <a:xfrm>
              <a:off x="0" y="-38100"/>
              <a:ext cx="3381238" cy="1908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3B3CA5C7-6808-CD36-5111-ED346DB7A35E}"/>
              </a:ext>
            </a:extLst>
          </p:cNvPr>
          <p:cNvGrpSpPr/>
          <p:nvPr/>
        </p:nvGrpSpPr>
        <p:grpSpPr>
          <a:xfrm>
            <a:off x="4057932" y="1177262"/>
            <a:ext cx="10227067" cy="1527838"/>
            <a:chOff x="0" y="0"/>
            <a:chExt cx="2693549" cy="43665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C008E76E-E078-5A64-C6AA-64782AC7A487}"/>
                </a:ext>
              </a:extLst>
            </p:cNvPr>
            <p:cNvSpPr/>
            <p:nvPr/>
          </p:nvSpPr>
          <p:spPr>
            <a:xfrm>
              <a:off x="0" y="0"/>
              <a:ext cx="2693549" cy="436650"/>
            </a:xfrm>
            <a:custGeom>
              <a:avLst/>
              <a:gdLst/>
              <a:ahLst/>
              <a:cxnLst/>
              <a:rect l="l" t="t" r="r" b="b"/>
              <a:pathLst>
                <a:path w="2693549" h="436650">
                  <a:moveTo>
                    <a:pt x="15140" y="0"/>
                  </a:moveTo>
                  <a:lnTo>
                    <a:pt x="2678409" y="0"/>
                  </a:lnTo>
                  <a:cubicBezTo>
                    <a:pt x="2686770" y="0"/>
                    <a:pt x="2693549" y="6778"/>
                    <a:pt x="2693549" y="15140"/>
                  </a:cubicBezTo>
                  <a:lnTo>
                    <a:pt x="2693549" y="421510"/>
                  </a:lnTo>
                  <a:cubicBezTo>
                    <a:pt x="2693549" y="429872"/>
                    <a:pt x="2686770" y="436650"/>
                    <a:pt x="2678409" y="436650"/>
                  </a:cubicBezTo>
                  <a:lnTo>
                    <a:pt x="15140" y="436650"/>
                  </a:lnTo>
                  <a:cubicBezTo>
                    <a:pt x="6778" y="436650"/>
                    <a:pt x="0" y="429872"/>
                    <a:pt x="0" y="421510"/>
                  </a:cubicBezTo>
                  <a:lnTo>
                    <a:pt x="0" y="15140"/>
                  </a:lnTo>
                  <a:cubicBezTo>
                    <a:pt x="0" y="6778"/>
                    <a:pt x="6778" y="0"/>
                    <a:pt x="15140" y="0"/>
                  </a:cubicBezTo>
                  <a:close/>
                </a:path>
              </a:pathLst>
            </a:custGeom>
            <a:solidFill>
              <a:srgbClr val="223939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727FA3C5-4E1C-5C2C-1DD3-41ED84AA8245}"/>
                </a:ext>
              </a:extLst>
            </p:cNvPr>
            <p:cNvSpPr txBox="1"/>
            <p:nvPr/>
          </p:nvSpPr>
          <p:spPr>
            <a:xfrm>
              <a:off x="0" y="-38100"/>
              <a:ext cx="2693549" cy="474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Freeform 14">
            <a:extLst>
              <a:ext uri="{FF2B5EF4-FFF2-40B4-BE49-F238E27FC236}">
                <a16:creationId xmlns:a16="http://schemas.microsoft.com/office/drawing/2014/main" id="{8718B588-C725-718C-1FA3-E600AF1004BD}"/>
              </a:ext>
            </a:extLst>
          </p:cNvPr>
          <p:cNvSpPr/>
          <p:nvPr/>
        </p:nvSpPr>
        <p:spPr>
          <a:xfrm flipH="1">
            <a:off x="591571" y="7621139"/>
            <a:ext cx="2206441" cy="2312109"/>
          </a:xfrm>
          <a:custGeom>
            <a:avLst/>
            <a:gdLst/>
            <a:ahLst/>
            <a:cxnLst/>
            <a:rect l="l" t="t" r="r" b="b"/>
            <a:pathLst>
              <a:path w="2081754" h="2055732">
                <a:moveTo>
                  <a:pt x="2081754" y="0"/>
                </a:moveTo>
                <a:lnTo>
                  <a:pt x="0" y="0"/>
                </a:lnTo>
                <a:lnTo>
                  <a:pt x="0" y="2055733"/>
                </a:lnTo>
                <a:lnTo>
                  <a:pt x="2081754" y="2055733"/>
                </a:lnTo>
                <a:lnTo>
                  <a:pt x="208175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11" name="TextBox 19">
            <a:extLst>
              <a:ext uri="{FF2B5EF4-FFF2-40B4-BE49-F238E27FC236}">
                <a16:creationId xmlns:a16="http://schemas.microsoft.com/office/drawing/2014/main" id="{6CCB0DA5-3840-A590-6574-F96C33C99201}"/>
              </a:ext>
            </a:extLst>
          </p:cNvPr>
          <p:cNvSpPr txBox="1"/>
          <p:nvPr/>
        </p:nvSpPr>
        <p:spPr>
          <a:xfrm>
            <a:off x="4717328" y="1394897"/>
            <a:ext cx="8990186" cy="10195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500" dirty="0">
                <a:solidFill>
                  <a:srgbClr val="E1E1E1"/>
                </a:solidFill>
                <a:latin typeface="Bugaki"/>
                <a:ea typeface="Bugaki"/>
                <a:cs typeface="Bugaki"/>
                <a:sym typeface="Bugaki"/>
              </a:rPr>
              <a:t>Processing Question: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8B643E-9337-BFEA-91F0-62792CD72E54}"/>
              </a:ext>
            </a:extLst>
          </p:cNvPr>
          <p:cNvSpPr txBox="1"/>
          <p:nvPr/>
        </p:nvSpPr>
        <p:spPr>
          <a:xfrm>
            <a:off x="3150066" y="3295033"/>
            <a:ext cx="11851025" cy="41549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799" lvl="1" algn="just">
              <a:lnSpc>
                <a:spcPct val="150000"/>
              </a:lnSpc>
            </a:pPr>
            <a:r>
              <a:rPr lang="en-PH" sz="6000" dirty="0">
                <a:solidFill>
                  <a:srgbClr val="1C2B2B"/>
                </a:solidFill>
                <a:latin typeface="Monterchi"/>
                <a:ea typeface="Monterchi"/>
                <a:cs typeface="Monterchi"/>
                <a:sym typeface="Monterchi"/>
              </a:rPr>
              <a:t>What if these polynomials were written as equations? Could factoring help us solve for the value/s of the variable?</a:t>
            </a:r>
            <a:endParaRPr lang="en-US" sz="6000" dirty="0">
              <a:solidFill>
                <a:srgbClr val="1C2B2B"/>
              </a:solidFill>
              <a:latin typeface="Monterchi"/>
              <a:ea typeface="Monterchi"/>
              <a:cs typeface="Monterchi"/>
              <a:sym typeface="Monterchi"/>
            </a:endParaRPr>
          </a:p>
        </p:txBody>
      </p:sp>
    </p:spTree>
    <p:extLst>
      <p:ext uri="{BB962C8B-B14F-4D97-AF65-F5344CB8AC3E}">
        <p14:creationId xmlns:p14="http://schemas.microsoft.com/office/powerpoint/2010/main" val="40583158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D2254-7799-1D7E-3F51-E9E10D007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C3B732F-94F7-9EF9-9441-7716ADBA7EF6}"/>
              </a:ext>
            </a:extLst>
          </p:cNvPr>
          <p:cNvGrpSpPr/>
          <p:nvPr/>
        </p:nvGrpSpPr>
        <p:grpSpPr>
          <a:xfrm>
            <a:off x="-8212277" y="0"/>
            <a:ext cx="34712554" cy="8772618"/>
            <a:chOff x="0" y="0"/>
            <a:chExt cx="46283405" cy="1169682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8C7C39E-D6C8-64F7-56DC-C6FCF62E7BC9}"/>
                </a:ext>
              </a:extLst>
            </p:cNvPr>
            <p:cNvSpPr/>
            <p:nvPr/>
          </p:nvSpPr>
          <p:spPr>
            <a:xfrm>
              <a:off x="0" y="0"/>
              <a:ext cx="23219500" cy="11696823"/>
            </a:xfrm>
            <a:custGeom>
              <a:avLst/>
              <a:gdLst/>
              <a:ahLst/>
              <a:cxnLst/>
              <a:rect l="l" t="t" r="r" b="b"/>
              <a:pathLst>
                <a:path w="23219500" h="11696823">
                  <a:moveTo>
                    <a:pt x="0" y="0"/>
                  </a:moveTo>
                  <a:lnTo>
                    <a:pt x="23219500" y="0"/>
                  </a:lnTo>
                  <a:lnTo>
                    <a:pt x="23219500" y="11696823"/>
                  </a:lnTo>
                  <a:lnTo>
                    <a:pt x="0" y="11696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4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E0CC267-64C3-442B-C05C-8DE52DDA76A8}"/>
                </a:ext>
              </a:extLst>
            </p:cNvPr>
            <p:cNvSpPr/>
            <p:nvPr/>
          </p:nvSpPr>
          <p:spPr>
            <a:xfrm>
              <a:off x="23063905" y="0"/>
              <a:ext cx="23219500" cy="11696823"/>
            </a:xfrm>
            <a:custGeom>
              <a:avLst/>
              <a:gdLst/>
              <a:ahLst/>
              <a:cxnLst/>
              <a:rect l="l" t="t" r="r" b="b"/>
              <a:pathLst>
                <a:path w="23219500" h="11696823">
                  <a:moveTo>
                    <a:pt x="0" y="0"/>
                  </a:moveTo>
                  <a:lnTo>
                    <a:pt x="23219500" y="0"/>
                  </a:lnTo>
                  <a:lnTo>
                    <a:pt x="23219500" y="11696823"/>
                  </a:lnTo>
                  <a:lnTo>
                    <a:pt x="0" y="11696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4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E8B8BAFF-B5F6-28B5-8792-30952C1AC8E3}"/>
              </a:ext>
            </a:extLst>
          </p:cNvPr>
          <p:cNvGrpSpPr/>
          <p:nvPr/>
        </p:nvGrpSpPr>
        <p:grpSpPr>
          <a:xfrm>
            <a:off x="0" y="8229603"/>
            <a:ext cx="18288000" cy="2057397"/>
            <a:chOff x="0" y="0"/>
            <a:chExt cx="4816593" cy="54186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6950B06-1816-B65E-187D-6C9A94A073DF}"/>
                </a:ext>
              </a:extLst>
            </p:cNvPr>
            <p:cNvSpPr/>
            <p:nvPr/>
          </p:nvSpPr>
          <p:spPr>
            <a:xfrm>
              <a:off x="0" y="0"/>
              <a:ext cx="4816592" cy="541866"/>
            </a:xfrm>
            <a:custGeom>
              <a:avLst/>
              <a:gdLst/>
              <a:ahLst/>
              <a:cxnLst/>
              <a:rect l="l" t="t" r="r" b="b"/>
              <a:pathLst>
                <a:path w="4816592" h="541866">
                  <a:moveTo>
                    <a:pt x="0" y="0"/>
                  </a:moveTo>
                  <a:lnTo>
                    <a:pt x="4816592" y="0"/>
                  </a:lnTo>
                  <a:lnTo>
                    <a:pt x="4816592" y="541866"/>
                  </a:lnTo>
                  <a:lnTo>
                    <a:pt x="0" y="541866"/>
                  </a:lnTo>
                  <a:close/>
                </a:path>
              </a:pathLst>
            </a:custGeom>
            <a:solidFill>
              <a:srgbClr val="1C2B2B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00C322E-B8B8-D3F7-8903-E47EE8701480}"/>
                </a:ext>
              </a:extLst>
            </p:cNvPr>
            <p:cNvSpPr txBox="1"/>
            <p:nvPr/>
          </p:nvSpPr>
          <p:spPr>
            <a:xfrm>
              <a:off x="0" y="-38100"/>
              <a:ext cx="4816593" cy="5799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9D5418A0-3C4E-1ACD-2507-43B65FD14BDD}"/>
              </a:ext>
            </a:extLst>
          </p:cNvPr>
          <p:cNvSpPr/>
          <p:nvPr/>
        </p:nvSpPr>
        <p:spPr>
          <a:xfrm rot="-1044510">
            <a:off x="432583" y="5509725"/>
            <a:ext cx="2278479" cy="2204428"/>
          </a:xfrm>
          <a:custGeom>
            <a:avLst/>
            <a:gdLst/>
            <a:ahLst/>
            <a:cxnLst/>
            <a:rect l="l" t="t" r="r" b="b"/>
            <a:pathLst>
              <a:path w="2278479" h="2204428">
                <a:moveTo>
                  <a:pt x="0" y="0"/>
                </a:moveTo>
                <a:lnTo>
                  <a:pt x="2278479" y="0"/>
                </a:lnTo>
                <a:lnTo>
                  <a:pt x="2278479" y="2204428"/>
                </a:lnTo>
                <a:lnTo>
                  <a:pt x="0" y="22044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548126AD-B92F-FE69-6B05-871D56A2715D}"/>
              </a:ext>
            </a:extLst>
          </p:cNvPr>
          <p:cNvSpPr/>
          <p:nvPr/>
        </p:nvSpPr>
        <p:spPr>
          <a:xfrm>
            <a:off x="15830566" y="498475"/>
            <a:ext cx="1948919" cy="2057400"/>
          </a:xfrm>
          <a:custGeom>
            <a:avLst/>
            <a:gdLst/>
            <a:ahLst/>
            <a:cxnLst/>
            <a:rect l="l" t="t" r="r" b="b"/>
            <a:pathLst>
              <a:path w="1948919" h="2057400">
                <a:moveTo>
                  <a:pt x="0" y="0"/>
                </a:moveTo>
                <a:lnTo>
                  <a:pt x="1948919" y="0"/>
                </a:lnTo>
                <a:lnTo>
                  <a:pt x="1948919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29FBD77E-5BC7-B964-A44D-568684269591}"/>
              </a:ext>
            </a:extLst>
          </p:cNvPr>
          <p:cNvSpPr/>
          <p:nvPr/>
        </p:nvSpPr>
        <p:spPr>
          <a:xfrm rot="-1252704">
            <a:off x="15906129" y="6843307"/>
            <a:ext cx="2107469" cy="812334"/>
          </a:xfrm>
          <a:custGeom>
            <a:avLst/>
            <a:gdLst/>
            <a:ahLst/>
            <a:cxnLst/>
            <a:rect l="l" t="t" r="r" b="b"/>
            <a:pathLst>
              <a:path w="2107469" h="812334">
                <a:moveTo>
                  <a:pt x="0" y="0"/>
                </a:moveTo>
                <a:lnTo>
                  <a:pt x="2107469" y="0"/>
                </a:lnTo>
                <a:lnTo>
                  <a:pt x="2107469" y="812333"/>
                </a:lnTo>
                <a:lnTo>
                  <a:pt x="0" y="8123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60589321-FB9E-609C-11C3-B262F1815A2C}"/>
              </a:ext>
            </a:extLst>
          </p:cNvPr>
          <p:cNvSpPr/>
          <p:nvPr/>
        </p:nvSpPr>
        <p:spPr>
          <a:xfrm rot="-2612862">
            <a:off x="2194794" y="2267616"/>
            <a:ext cx="553303" cy="792492"/>
          </a:xfrm>
          <a:custGeom>
            <a:avLst/>
            <a:gdLst/>
            <a:ahLst/>
            <a:cxnLst/>
            <a:rect l="l" t="t" r="r" b="b"/>
            <a:pathLst>
              <a:path w="553303" h="792492">
                <a:moveTo>
                  <a:pt x="0" y="0"/>
                </a:moveTo>
                <a:lnTo>
                  <a:pt x="553303" y="0"/>
                </a:lnTo>
                <a:lnTo>
                  <a:pt x="553303" y="792492"/>
                </a:lnTo>
                <a:lnTo>
                  <a:pt x="0" y="7924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4D18DB6-E84B-8564-814B-4C3D4D301780}"/>
              </a:ext>
            </a:extLst>
          </p:cNvPr>
          <p:cNvSpPr txBox="1"/>
          <p:nvPr/>
        </p:nvSpPr>
        <p:spPr>
          <a:xfrm>
            <a:off x="1885294" y="3001962"/>
            <a:ext cx="14517412" cy="2295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0"/>
              </a:lnSpc>
            </a:pPr>
            <a:r>
              <a:rPr lang="en-US" sz="10000" dirty="0">
                <a:solidFill>
                  <a:srgbClr val="223939"/>
                </a:solidFill>
                <a:latin typeface="Borsok"/>
                <a:ea typeface="Borsok"/>
                <a:cs typeface="Borsok"/>
                <a:sym typeface="Borsok"/>
              </a:rPr>
              <a:t>Quadratic equations</a:t>
            </a: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42C66633-CB93-BF6F-33CB-96B93F0EA3B0}"/>
              </a:ext>
            </a:extLst>
          </p:cNvPr>
          <p:cNvSpPr/>
          <p:nvPr/>
        </p:nvSpPr>
        <p:spPr>
          <a:xfrm rot="7796296">
            <a:off x="15806891" y="5011824"/>
            <a:ext cx="553303" cy="792492"/>
          </a:xfrm>
          <a:custGeom>
            <a:avLst/>
            <a:gdLst/>
            <a:ahLst/>
            <a:cxnLst/>
            <a:rect l="l" t="t" r="r" b="b"/>
            <a:pathLst>
              <a:path w="553303" h="792492">
                <a:moveTo>
                  <a:pt x="0" y="0"/>
                </a:moveTo>
                <a:lnTo>
                  <a:pt x="553303" y="0"/>
                </a:lnTo>
                <a:lnTo>
                  <a:pt x="553303" y="792491"/>
                </a:lnTo>
                <a:lnTo>
                  <a:pt x="0" y="7924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BEA684B8-8BA1-D706-892B-535C2A60D4EF}"/>
              </a:ext>
            </a:extLst>
          </p:cNvPr>
          <p:cNvSpPr/>
          <p:nvPr/>
        </p:nvSpPr>
        <p:spPr>
          <a:xfrm flipH="1">
            <a:off x="389691" y="325554"/>
            <a:ext cx="2081754" cy="2055732"/>
          </a:xfrm>
          <a:custGeom>
            <a:avLst/>
            <a:gdLst/>
            <a:ahLst/>
            <a:cxnLst/>
            <a:rect l="l" t="t" r="r" b="b"/>
            <a:pathLst>
              <a:path w="2081754" h="2055732">
                <a:moveTo>
                  <a:pt x="2081754" y="0"/>
                </a:moveTo>
                <a:lnTo>
                  <a:pt x="0" y="0"/>
                </a:lnTo>
                <a:lnTo>
                  <a:pt x="0" y="2055733"/>
                </a:lnTo>
                <a:lnTo>
                  <a:pt x="2081754" y="2055733"/>
                </a:lnTo>
                <a:lnTo>
                  <a:pt x="2081754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5DFB259E-3933-47A7-32BC-3D5B68BE3149}"/>
              </a:ext>
            </a:extLst>
          </p:cNvPr>
          <p:cNvSpPr txBox="1"/>
          <p:nvPr/>
        </p:nvSpPr>
        <p:spPr>
          <a:xfrm>
            <a:off x="3151400" y="3176849"/>
            <a:ext cx="11868503" cy="865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dirty="0">
                <a:solidFill>
                  <a:srgbClr val="2F4F4F"/>
                </a:solidFill>
                <a:latin typeface="Bugaki"/>
                <a:ea typeface="Bugaki"/>
                <a:cs typeface="Bugaki"/>
                <a:sym typeface="Bugaki"/>
              </a:rPr>
              <a:t>Solving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CD504C0A-CE9F-D7FF-9211-359A55E91413}"/>
              </a:ext>
            </a:extLst>
          </p:cNvPr>
          <p:cNvSpPr txBox="1"/>
          <p:nvPr/>
        </p:nvSpPr>
        <p:spPr>
          <a:xfrm>
            <a:off x="3268097" y="6140587"/>
            <a:ext cx="11868503" cy="865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dirty="0">
                <a:solidFill>
                  <a:srgbClr val="2F4F4F"/>
                </a:solidFill>
                <a:latin typeface="Bugaki"/>
                <a:ea typeface="Bugaki"/>
                <a:cs typeface="Bugaki"/>
                <a:sym typeface="Bugaki"/>
              </a:rPr>
              <a:t>by Factoring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7">
                <a:extLst>
                  <a:ext uri="{FF2B5EF4-FFF2-40B4-BE49-F238E27FC236}">
                    <a16:creationId xmlns:a16="http://schemas.microsoft.com/office/drawing/2014/main" id="{6BA00C18-8371-487B-543A-6C1EDE86792A}"/>
                  </a:ext>
                </a:extLst>
              </p:cNvPr>
              <p:cNvSpPr txBox="1"/>
              <p:nvPr/>
            </p:nvSpPr>
            <p:spPr>
              <a:xfrm>
                <a:off x="3430853" y="5219370"/>
                <a:ext cx="11868503" cy="897682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7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6500" b="1" i="1" smtClean="0">
                          <a:solidFill>
                            <a:srgbClr val="2F4F4F"/>
                          </a:solidFill>
                          <a:latin typeface="Cambria Math" panose="02040503050406030204" pitchFamily="18" charset="0"/>
                          <a:ea typeface="Bugaki"/>
                          <a:cs typeface="Bugaki"/>
                          <a:sym typeface="Bugaki"/>
                        </a:rPr>
                        <m:t>(</m:t>
                      </m:r>
                      <m:r>
                        <a:rPr lang="en-PH" sz="6500" b="1" i="1" smtClean="0">
                          <a:solidFill>
                            <a:srgbClr val="2F4F4F"/>
                          </a:solidFill>
                          <a:latin typeface="Cambria Math" panose="02040503050406030204" pitchFamily="18" charset="0"/>
                          <a:ea typeface="Bugaki"/>
                          <a:cs typeface="Bugaki"/>
                          <a:sym typeface="Bugaki"/>
                        </a:rPr>
                        <m:t>𝒂</m:t>
                      </m:r>
                      <m:sSup>
                        <m:sSupPr>
                          <m:ctrlPr>
                            <a:rPr lang="en-PH" sz="6500" b="1" i="1" smtClean="0">
                              <a:solidFill>
                                <a:srgbClr val="2F4F4F"/>
                              </a:solidFill>
                              <a:latin typeface="Cambria Math" panose="02040503050406030204" pitchFamily="18" charset="0"/>
                              <a:ea typeface="Bugaki"/>
                              <a:cs typeface="Bugaki"/>
                              <a:sym typeface="Bugaki"/>
                            </a:rPr>
                          </m:ctrlPr>
                        </m:sSupPr>
                        <m:e>
                          <m:r>
                            <a:rPr lang="en-PH" sz="6500" b="1" i="1" smtClean="0">
                              <a:solidFill>
                                <a:srgbClr val="2F4F4F"/>
                              </a:solidFill>
                              <a:latin typeface="Cambria Math" panose="02040503050406030204" pitchFamily="18" charset="0"/>
                              <a:ea typeface="Bugaki"/>
                              <a:cs typeface="Bugaki"/>
                              <a:sym typeface="Bugaki"/>
                            </a:rPr>
                            <m:t>𝒙</m:t>
                          </m:r>
                        </m:e>
                        <m:sup>
                          <m:r>
                            <a:rPr lang="en-PH" sz="6500" b="1" i="1" smtClean="0">
                              <a:solidFill>
                                <a:srgbClr val="2F4F4F"/>
                              </a:solidFill>
                              <a:latin typeface="Cambria Math" panose="02040503050406030204" pitchFamily="18" charset="0"/>
                              <a:ea typeface="Bugaki"/>
                              <a:cs typeface="Bugaki"/>
                              <a:sym typeface="Bugaki"/>
                            </a:rPr>
                            <m:t>𝟐</m:t>
                          </m:r>
                        </m:sup>
                      </m:sSup>
                      <m:r>
                        <a:rPr lang="en-PH" sz="6500" b="1" i="1" smtClean="0">
                          <a:solidFill>
                            <a:srgbClr val="2F4F4F"/>
                          </a:solidFill>
                          <a:latin typeface="Cambria Math" panose="02040503050406030204" pitchFamily="18" charset="0"/>
                          <a:ea typeface="Bugaki"/>
                          <a:cs typeface="Bugaki"/>
                          <a:sym typeface="Bugaki"/>
                        </a:rPr>
                        <m:t>+</m:t>
                      </m:r>
                      <m:r>
                        <a:rPr lang="en-PH" sz="6500" b="1" i="1" smtClean="0">
                          <a:solidFill>
                            <a:srgbClr val="2F4F4F"/>
                          </a:solidFill>
                          <a:latin typeface="Cambria Math" panose="02040503050406030204" pitchFamily="18" charset="0"/>
                          <a:ea typeface="Bugaki"/>
                          <a:cs typeface="Bugaki"/>
                          <a:sym typeface="Bugaki"/>
                        </a:rPr>
                        <m:t>𝒃𝒙</m:t>
                      </m:r>
                      <m:r>
                        <a:rPr lang="en-PH" sz="6500" b="1" i="1" smtClean="0">
                          <a:solidFill>
                            <a:srgbClr val="2F4F4F"/>
                          </a:solidFill>
                          <a:latin typeface="Cambria Math" panose="02040503050406030204" pitchFamily="18" charset="0"/>
                          <a:ea typeface="Bugaki"/>
                          <a:cs typeface="Bugaki"/>
                          <a:sym typeface="Bugaki"/>
                        </a:rPr>
                        <m:t>=</m:t>
                      </m:r>
                      <m:r>
                        <a:rPr lang="en-PH" sz="6500" b="1" i="1" smtClean="0">
                          <a:solidFill>
                            <a:srgbClr val="2F4F4F"/>
                          </a:solidFill>
                          <a:latin typeface="Cambria Math" panose="02040503050406030204" pitchFamily="18" charset="0"/>
                          <a:ea typeface="Bugaki"/>
                          <a:cs typeface="Bugaki"/>
                          <a:sym typeface="Bugaki"/>
                        </a:rPr>
                        <m:t>𝟎</m:t>
                      </m:r>
                      <m:r>
                        <a:rPr lang="en-PH" sz="6500" b="1" i="1" smtClean="0">
                          <a:solidFill>
                            <a:srgbClr val="2F4F4F"/>
                          </a:solidFill>
                          <a:latin typeface="Cambria Math" panose="02040503050406030204" pitchFamily="18" charset="0"/>
                          <a:ea typeface="Bugaki"/>
                          <a:cs typeface="Bugaki"/>
                          <a:sym typeface="Bugaki"/>
                        </a:rPr>
                        <m:t>)</m:t>
                      </m:r>
                    </m:oMath>
                  </m:oMathPara>
                </a14:m>
                <a:endParaRPr lang="en-US" sz="6500" b="1" dirty="0">
                  <a:solidFill>
                    <a:srgbClr val="2F4F4F"/>
                  </a:solidFill>
                  <a:latin typeface="Bugaki"/>
                  <a:ea typeface="Bugaki"/>
                  <a:cs typeface="Bugaki"/>
                  <a:sym typeface="Bugaki"/>
                </a:endParaRPr>
              </a:p>
            </p:txBody>
          </p:sp>
        </mc:Choice>
        <mc:Fallback xmlns="">
          <p:sp>
            <p:nvSpPr>
              <p:cNvPr id="15" name="TextBox 17">
                <a:extLst>
                  <a:ext uri="{FF2B5EF4-FFF2-40B4-BE49-F238E27FC236}">
                    <a16:creationId xmlns:a16="http://schemas.microsoft.com/office/drawing/2014/main" id="{6BA00C18-8371-487B-543A-6C1EDE8679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0853" y="5219370"/>
                <a:ext cx="11868503" cy="897682"/>
              </a:xfrm>
              <a:prstGeom prst="rect">
                <a:avLst/>
              </a:prstGeom>
              <a:blipFill>
                <a:blip r:embed="rId13"/>
                <a:stretch>
                  <a:fillRect t="-476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63280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119D7-91CF-3123-A251-299E865A3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2950C6E-4DF4-0AB5-8485-A8755A3B51AF}"/>
              </a:ext>
            </a:extLst>
          </p:cNvPr>
          <p:cNvGrpSpPr/>
          <p:nvPr/>
        </p:nvGrpSpPr>
        <p:grpSpPr>
          <a:xfrm>
            <a:off x="-8212277" y="0"/>
            <a:ext cx="34712554" cy="8772618"/>
            <a:chOff x="0" y="0"/>
            <a:chExt cx="46283405" cy="1169682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76A0BB5-D6D2-E7EF-2D30-11F03895F7F2}"/>
                </a:ext>
              </a:extLst>
            </p:cNvPr>
            <p:cNvSpPr/>
            <p:nvPr/>
          </p:nvSpPr>
          <p:spPr>
            <a:xfrm>
              <a:off x="0" y="0"/>
              <a:ext cx="23219500" cy="11696823"/>
            </a:xfrm>
            <a:custGeom>
              <a:avLst/>
              <a:gdLst/>
              <a:ahLst/>
              <a:cxnLst/>
              <a:rect l="l" t="t" r="r" b="b"/>
              <a:pathLst>
                <a:path w="23219500" h="11696823">
                  <a:moveTo>
                    <a:pt x="0" y="0"/>
                  </a:moveTo>
                  <a:lnTo>
                    <a:pt x="23219500" y="0"/>
                  </a:lnTo>
                  <a:lnTo>
                    <a:pt x="23219500" y="11696823"/>
                  </a:lnTo>
                  <a:lnTo>
                    <a:pt x="0" y="11696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4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DA6080F-61CF-385E-AB13-0FF880E6D4FC}"/>
                </a:ext>
              </a:extLst>
            </p:cNvPr>
            <p:cNvSpPr/>
            <p:nvPr/>
          </p:nvSpPr>
          <p:spPr>
            <a:xfrm>
              <a:off x="23063905" y="0"/>
              <a:ext cx="23219500" cy="11696823"/>
            </a:xfrm>
            <a:custGeom>
              <a:avLst/>
              <a:gdLst/>
              <a:ahLst/>
              <a:cxnLst/>
              <a:rect l="l" t="t" r="r" b="b"/>
              <a:pathLst>
                <a:path w="23219500" h="11696823">
                  <a:moveTo>
                    <a:pt x="0" y="0"/>
                  </a:moveTo>
                  <a:lnTo>
                    <a:pt x="23219500" y="0"/>
                  </a:lnTo>
                  <a:lnTo>
                    <a:pt x="23219500" y="11696823"/>
                  </a:lnTo>
                  <a:lnTo>
                    <a:pt x="0" y="11696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4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931184ED-1C33-B717-33DE-2B08412FB9C9}"/>
              </a:ext>
            </a:extLst>
          </p:cNvPr>
          <p:cNvGrpSpPr/>
          <p:nvPr/>
        </p:nvGrpSpPr>
        <p:grpSpPr>
          <a:xfrm>
            <a:off x="0" y="8710751"/>
            <a:ext cx="18288000" cy="1015907"/>
            <a:chOff x="0" y="0"/>
            <a:chExt cx="4816593" cy="54186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23CB978-3147-7F4D-99EC-2825A8B64C27}"/>
                </a:ext>
              </a:extLst>
            </p:cNvPr>
            <p:cNvSpPr/>
            <p:nvPr/>
          </p:nvSpPr>
          <p:spPr>
            <a:xfrm>
              <a:off x="0" y="0"/>
              <a:ext cx="4816592" cy="541866"/>
            </a:xfrm>
            <a:custGeom>
              <a:avLst/>
              <a:gdLst/>
              <a:ahLst/>
              <a:cxnLst/>
              <a:rect l="l" t="t" r="r" b="b"/>
              <a:pathLst>
                <a:path w="4816592" h="541866">
                  <a:moveTo>
                    <a:pt x="0" y="0"/>
                  </a:moveTo>
                  <a:lnTo>
                    <a:pt x="4816592" y="0"/>
                  </a:lnTo>
                  <a:lnTo>
                    <a:pt x="4816592" y="541866"/>
                  </a:lnTo>
                  <a:lnTo>
                    <a:pt x="0" y="541866"/>
                  </a:lnTo>
                  <a:close/>
                </a:path>
              </a:pathLst>
            </a:custGeom>
            <a:solidFill>
              <a:srgbClr val="1C2B2B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EE0AF29-0886-92C8-46C8-5AF9944045FB}"/>
                </a:ext>
              </a:extLst>
            </p:cNvPr>
            <p:cNvSpPr txBox="1"/>
            <p:nvPr/>
          </p:nvSpPr>
          <p:spPr>
            <a:xfrm>
              <a:off x="0" y="-38100"/>
              <a:ext cx="4816593" cy="5799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7498048B-92DE-54D2-A8D0-23E4D1920409}"/>
              </a:ext>
            </a:extLst>
          </p:cNvPr>
          <p:cNvSpPr/>
          <p:nvPr/>
        </p:nvSpPr>
        <p:spPr>
          <a:xfrm>
            <a:off x="15958052" y="7149589"/>
            <a:ext cx="2081754" cy="2261641"/>
          </a:xfrm>
          <a:custGeom>
            <a:avLst/>
            <a:gdLst/>
            <a:ahLst/>
            <a:cxnLst/>
            <a:rect l="l" t="t" r="r" b="b"/>
            <a:pathLst>
              <a:path w="1948919" h="2057400">
                <a:moveTo>
                  <a:pt x="0" y="0"/>
                </a:moveTo>
                <a:lnTo>
                  <a:pt x="1948919" y="0"/>
                </a:lnTo>
                <a:lnTo>
                  <a:pt x="1948919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9ECEE7F7-FC33-3BF9-8AF4-6B1ACD571AE5}"/>
              </a:ext>
            </a:extLst>
          </p:cNvPr>
          <p:cNvSpPr txBox="1"/>
          <p:nvPr/>
        </p:nvSpPr>
        <p:spPr>
          <a:xfrm>
            <a:off x="1943642" y="2310629"/>
            <a:ext cx="14517412" cy="4616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5000" dirty="0">
                <a:solidFill>
                  <a:srgbClr val="223939"/>
                </a:solidFill>
                <a:latin typeface="Borsok"/>
                <a:ea typeface="Borsok"/>
                <a:cs typeface="Borsok"/>
                <a:sym typeface="Borsok"/>
              </a:rPr>
              <a:t>Zero product property</a:t>
            </a:r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49CBFC28-24AA-F4CD-90E3-33DBAC25D87F}"/>
              </a:ext>
            </a:extLst>
          </p:cNvPr>
          <p:cNvSpPr/>
          <p:nvPr/>
        </p:nvSpPr>
        <p:spPr>
          <a:xfrm flipH="1">
            <a:off x="228600" y="7326878"/>
            <a:ext cx="2081754" cy="2055732"/>
          </a:xfrm>
          <a:custGeom>
            <a:avLst/>
            <a:gdLst/>
            <a:ahLst/>
            <a:cxnLst/>
            <a:rect l="l" t="t" r="r" b="b"/>
            <a:pathLst>
              <a:path w="2081754" h="2055732">
                <a:moveTo>
                  <a:pt x="2081754" y="0"/>
                </a:moveTo>
                <a:lnTo>
                  <a:pt x="0" y="0"/>
                </a:lnTo>
                <a:lnTo>
                  <a:pt x="0" y="2055733"/>
                </a:lnTo>
                <a:lnTo>
                  <a:pt x="2081754" y="2055733"/>
                </a:lnTo>
                <a:lnTo>
                  <a:pt x="208175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6152322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C6EAAF-14CC-8F5D-FDAE-6183D1B0E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0B05CFA-34D5-92B7-F99A-A63E30C7A148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7DF4E9B-8A94-46CE-137A-664990C92520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0F0E557-6AE3-CEAA-1741-34DC67DE3595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B0DC2920-01FB-E098-17E0-550F05FE77AE}"/>
              </a:ext>
            </a:extLst>
          </p:cNvPr>
          <p:cNvGrpSpPr/>
          <p:nvPr/>
        </p:nvGrpSpPr>
        <p:grpSpPr>
          <a:xfrm>
            <a:off x="2724931" y="2006214"/>
            <a:ext cx="12838139" cy="7103524"/>
            <a:chOff x="0" y="0"/>
            <a:chExt cx="3381238" cy="187088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82C3CF6-DC23-F6E9-4D6F-88C251C7F1C4}"/>
                </a:ext>
              </a:extLst>
            </p:cNvPr>
            <p:cNvSpPr/>
            <p:nvPr/>
          </p:nvSpPr>
          <p:spPr>
            <a:xfrm>
              <a:off x="0" y="0"/>
              <a:ext cx="3381238" cy="1870887"/>
            </a:xfrm>
            <a:custGeom>
              <a:avLst/>
              <a:gdLst/>
              <a:ahLst/>
              <a:cxnLst/>
              <a:rect l="l" t="t" r="r" b="b"/>
              <a:pathLst>
                <a:path w="3381238" h="1870887">
                  <a:moveTo>
                    <a:pt x="12061" y="0"/>
                  </a:moveTo>
                  <a:lnTo>
                    <a:pt x="3369177" y="0"/>
                  </a:lnTo>
                  <a:cubicBezTo>
                    <a:pt x="3375839" y="0"/>
                    <a:pt x="3381238" y="5400"/>
                    <a:pt x="3381238" y="12061"/>
                  </a:cubicBezTo>
                  <a:lnTo>
                    <a:pt x="3381238" y="1858826"/>
                  </a:lnTo>
                  <a:cubicBezTo>
                    <a:pt x="3381238" y="1862025"/>
                    <a:pt x="3379967" y="1865093"/>
                    <a:pt x="3377706" y="1867355"/>
                  </a:cubicBezTo>
                  <a:cubicBezTo>
                    <a:pt x="3375444" y="1869617"/>
                    <a:pt x="3372376" y="1870887"/>
                    <a:pt x="3369177" y="1870887"/>
                  </a:cubicBezTo>
                  <a:lnTo>
                    <a:pt x="12061" y="1870887"/>
                  </a:lnTo>
                  <a:cubicBezTo>
                    <a:pt x="8862" y="1870887"/>
                    <a:pt x="5794" y="1869617"/>
                    <a:pt x="3533" y="1867355"/>
                  </a:cubicBezTo>
                  <a:cubicBezTo>
                    <a:pt x="1271" y="1865093"/>
                    <a:pt x="0" y="1862025"/>
                    <a:pt x="0" y="1858826"/>
                  </a:cubicBezTo>
                  <a:lnTo>
                    <a:pt x="0" y="12061"/>
                  </a:lnTo>
                  <a:cubicBezTo>
                    <a:pt x="0" y="8862"/>
                    <a:pt x="1271" y="5794"/>
                    <a:pt x="3533" y="3533"/>
                  </a:cubicBezTo>
                  <a:cubicBezTo>
                    <a:pt x="5794" y="1271"/>
                    <a:pt x="8862" y="0"/>
                    <a:pt x="1206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PH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F1B9279-9563-B260-F2A7-0C565C309A8C}"/>
                </a:ext>
              </a:extLst>
            </p:cNvPr>
            <p:cNvSpPr txBox="1"/>
            <p:nvPr/>
          </p:nvSpPr>
          <p:spPr>
            <a:xfrm>
              <a:off x="0" y="-38100"/>
              <a:ext cx="3381238" cy="1908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3F9C52E-2198-9327-C561-578CBD97D161}"/>
              </a:ext>
            </a:extLst>
          </p:cNvPr>
          <p:cNvGrpSpPr/>
          <p:nvPr/>
        </p:nvGrpSpPr>
        <p:grpSpPr>
          <a:xfrm>
            <a:off x="4057932" y="1177262"/>
            <a:ext cx="10420068" cy="2459024"/>
            <a:chOff x="0" y="0"/>
            <a:chExt cx="2693549" cy="43665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665E150E-5CBC-072E-D506-D35C3ACF3644}"/>
                </a:ext>
              </a:extLst>
            </p:cNvPr>
            <p:cNvSpPr/>
            <p:nvPr/>
          </p:nvSpPr>
          <p:spPr>
            <a:xfrm>
              <a:off x="0" y="0"/>
              <a:ext cx="2693549" cy="436650"/>
            </a:xfrm>
            <a:custGeom>
              <a:avLst/>
              <a:gdLst/>
              <a:ahLst/>
              <a:cxnLst/>
              <a:rect l="l" t="t" r="r" b="b"/>
              <a:pathLst>
                <a:path w="2693549" h="436650">
                  <a:moveTo>
                    <a:pt x="15140" y="0"/>
                  </a:moveTo>
                  <a:lnTo>
                    <a:pt x="2678409" y="0"/>
                  </a:lnTo>
                  <a:cubicBezTo>
                    <a:pt x="2686770" y="0"/>
                    <a:pt x="2693549" y="6778"/>
                    <a:pt x="2693549" y="15140"/>
                  </a:cubicBezTo>
                  <a:lnTo>
                    <a:pt x="2693549" y="421510"/>
                  </a:lnTo>
                  <a:cubicBezTo>
                    <a:pt x="2693549" y="429872"/>
                    <a:pt x="2686770" y="436650"/>
                    <a:pt x="2678409" y="436650"/>
                  </a:cubicBezTo>
                  <a:lnTo>
                    <a:pt x="15140" y="436650"/>
                  </a:lnTo>
                  <a:cubicBezTo>
                    <a:pt x="6778" y="436650"/>
                    <a:pt x="0" y="429872"/>
                    <a:pt x="0" y="421510"/>
                  </a:cubicBezTo>
                  <a:lnTo>
                    <a:pt x="0" y="15140"/>
                  </a:lnTo>
                  <a:cubicBezTo>
                    <a:pt x="0" y="6778"/>
                    <a:pt x="6778" y="0"/>
                    <a:pt x="15140" y="0"/>
                  </a:cubicBezTo>
                  <a:close/>
                </a:path>
              </a:pathLst>
            </a:custGeom>
            <a:solidFill>
              <a:srgbClr val="223939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61EBBD79-3E4A-061D-1A01-E132B9374F1D}"/>
                </a:ext>
              </a:extLst>
            </p:cNvPr>
            <p:cNvSpPr txBox="1"/>
            <p:nvPr/>
          </p:nvSpPr>
          <p:spPr>
            <a:xfrm>
              <a:off x="0" y="-38100"/>
              <a:ext cx="2693549" cy="474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Freeform 14">
            <a:extLst>
              <a:ext uri="{FF2B5EF4-FFF2-40B4-BE49-F238E27FC236}">
                <a16:creationId xmlns:a16="http://schemas.microsoft.com/office/drawing/2014/main" id="{674FA64D-59BD-D7BC-5381-70CE9DAC9E52}"/>
              </a:ext>
            </a:extLst>
          </p:cNvPr>
          <p:cNvSpPr/>
          <p:nvPr/>
        </p:nvSpPr>
        <p:spPr>
          <a:xfrm flipH="1">
            <a:off x="591571" y="7621139"/>
            <a:ext cx="2206441" cy="2312109"/>
          </a:xfrm>
          <a:custGeom>
            <a:avLst/>
            <a:gdLst/>
            <a:ahLst/>
            <a:cxnLst/>
            <a:rect l="l" t="t" r="r" b="b"/>
            <a:pathLst>
              <a:path w="2081754" h="2055732">
                <a:moveTo>
                  <a:pt x="2081754" y="0"/>
                </a:moveTo>
                <a:lnTo>
                  <a:pt x="0" y="0"/>
                </a:lnTo>
                <a:lnTo>
                  <a:pt x="0" y="2055733"/>
                </a:lnTo>
                <a:lnTo>
                  <a:pt x="2081754" y="2055733"/>
                </a:lnTo>
                <a:lnTo>
                  <a:pt x="208175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11" name="TextBox 19">
            <a:extLst>
              <a:ext uri="{FF2B5EF4-FFF2-40B4-BE49-F238E27FC236}">
                <a16:creationId xmlns:a16="http://schemas.microsoft.com/office/drawing/2014/main" id="{0090FEBF-9E2F-1F25-00FA-F66A7B1E13A1}"/>
              </a:ext>
            </a:extLst>
          </p:cNvPr>
          <p:cNvSpPr txBox="1"/>
          <p:nvPr/>
        </p:nvSpPr>
        <p:spPr>
          <a:xfrm>
            <a:off x="4717328" y="1394897"/>
            <a:ext cx="8990186" cy="20967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500" dirty="0">
                <a:solidFill>
                  <a:srgbClr val="E1E1E1"/>
                </a:solidFill>
                <a:latin typeface="Bugaki"/>
                <a:ea typeface="Bugaki"/>
                <a:cs typeface="Bugaki"/>
                <a:sym typeface="Bugaki"/>
              </a:rPr>
              <a:t>Zero Product Property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74D1D67-7181-8F8D-C5A4-21D48DC41A46}"/>
                  </a:ext>
                </a:extLst>
              </p:cNvPr>
              <p:cNvSpPr txBox="1"/>
              <p:nvPr/>
            </p:nvSpPr>
            <p:spPr>
              <a:xfrm>
                <a:off x="3150066" y="3996381"/>
                <a:ext cx="11851025" cy="2654573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ct val="150000"/>
                  </a:lnSpc>
                </a:pPr>
                <a:r>
                  <a:rPr lang="en-PH" sz="6000" dirty="0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The product </a:t>
                </a:r>
                <a14:m>
                  <m:oMath xmlns:m="http://schemas.openxmlformats.org/officeDocument/2006/math">
                    <m:r>
                      <a:rPr lang="en-PH" sz="60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𝑎𝑏</m:t>
                    </m:r>
                    <m:r>
                      <a:rPr lang="en-PH" sz="60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=0,</m:t>
                    </m:r>
                  </m:oMath>
                </a14:m>
                <a:r>
                  <a:rPr lang="en-US" sz="6000" dirty="0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 if </a:t>
                </a:r>
                <a14:m>
                  <m:oMath xmlns:m="http://schemas.openxmlformats.org/officeDocument/2006/math">
                    <m:r>
                      <a:rPr lang="en-PH" sz="60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𝑎</m:t>
                    </m:r>
                    <m:r>
                      <a:rPr lang="en-PH" sz="60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=0</m:t>
                    </m:r>
                  </m:oMath>
                </a14:m>
                <a:r>
                  <a:rPr lang="en-US" sz="6000" dirty="0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 or </a:t>
                </a:r>
                <a14:m>
                  <m:oMath xmlns:m="http://schemas.openxmlformats.org/officeDocument/2006/math">
                    <m:r>
                      <a:rPr lang="en-PH" sz="60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𝑏</m:t>
                    </m:r>
                    <m:r>
                      <a:rPr lang="en-PH" sz="60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=0</m:t>
                    </m:r>
                  </m:oMath>
                </a14:m>
                <a:r>
                  <a:rPr lang="en-US" sz="6000" dirty="0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 or both </a:t>
                </a:r>
                <a14:m>
                  <m:oMath xmlns:m="http://schemas.openxmlformats.org/officeDocument/2006/math">
                    <m:r>
                      <a:rPr lang="en-PH" sz="60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𝑎</m:t>
                    </m:r>
                  </m:oMath>
                </a14:m>
                <a:r>
                  <a:rPr lang="en-US" sz="6000" dirty="0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 and </a:t>
                </a:r>
                <a14:m>
                  <m:oMath xmlns:m="http://schemas.openxmlformats.org/officeDocument/2006/math">
                    <m:r>
                      <a:rPr lang="en-PH" sz="60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𝑏</m:t>
                    </m:r>
                  </m:oMath>
                </a14:m>
                <a:r>
                  <a:rPr lang="en-US" sz="6000" dirty="0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 are equal to </a:t>
                </a:r>
                <a14:m>
                  <m:oMath xmlns:m="http://schemas.openxmlformats.org/officeDocument/2006/math">
                    <m:r>
                      <a:rPr lang="en-PH" sz="60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0.</m:t>
                    </m:r>
                  </m:oMath>
                </a14:m>
                <a:endParaRPr lang="en-US" sz="6000" dirty="0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74D1D67-7181-8F8D-C5A4-21D48DC41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0066" y="3996381"/>
                <a:ext cx="11851025" cy="2654573"/>
              </a:xfrm>
              <a:prstGeom prst="rect">
                <a:avLst/>
              </a:prstGeom>
              <a:blipFill>
                <a:blip r:embed="rId5"/>
                <a:stretch>
                  <a:fillRect l="-257" b="-18161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00513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94233" y="1797727"/>
            <a:ext cx="16358720" cy="7917773"/>
            <a:chOff x="0" y="0"/>
            <a:chExt cx="2137363" cy="17479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37363" cy="1747915"/>
            </a:xfrm>
            <a:custGeom>
              <a:avLst/>
              <a:gdLst/>
              <a:ahLst/>
              <a:cxnLst/>
              <a:rect l="l" t="t" r="r" b="b"/>
              <a:pathLst>
                <a:path w="2137363" h="1747915">
                  <a:moveTo>
                    <a:pt x="19080" y="0"/>
                  </a:moveTo>
                  <a:lnTo>
                    <a:pt x="2118283" y="0"/>
                  </a:lnTo>
                  <a:cubicBezTo>
                    <a:pt x="2123343" y="0"/>
                    <a:pt x="2128196" y="2010"/>
                    <a:pt x="2131775" y="5588"/>
                  </a:cubicBezTo>
                  <a:cubicBezTo>
                    <a:pt x="2135353" y="9167"/>
                    <a:pt x="2137363" y="14020"/>
                    <a:pt x="2137363" y="19080"/>
                  </a:cubicBezTo>
                  <a:lnTo>
                    <a:pt x="2137363" y="1728835"/>
                  </a:lnTo>
                  <a:cubicBezTo>
                    <a:pt x="2137363" y="1739373"/>
                    <a:pt x="2128821" y="1747915"/>
                    <a:pt x="2118283" y="1747915"/>
                  </a:cubicBezTo>
                  <a:lnTo>
                    <a:pt x="19080" y="1747915"/>
                  </a:lnTo>
                  <a:cubicBezTo>
                    <a:pt x="8542" y="1747915"/>
                    <a:pt x="0" y="1739373"/>
                    <a:pt x="0" y="1728835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solidFill>
              <a:srgbClr val="FDFCFB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137363" cy="1786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352800" y="1181100"/>
            <a:ext cx="11793534" cy="1798097"/>
            <a:chOff x="0" y="0"/>
            <a:chExt cx="4075175" cy="75493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075175" cy="754931"/>
            </a:xfrm>
            <a:custGeom>
              <a:avLst/>
              <a:gdLst/>
              <a:ahLst/>
              <a:cxnLst/>
              <a:rect l="l" t="t" r="r" b="b"/>
              <a:pathLst>
                <a:path w="4075175" h="754931">
                  <a:moveTo>
                    <a:pt x="10007" y="0"/>
                  </a:moveTo>
                  <a:lnTo>
                    <a:pt x="4065168" y="0"/>
                  </a:lnTo>
                  <a:cubicBezTo>
                    <a:pt x="4067822" y="0"/>
                    <a:pt x="4070367" y="1054"/>
                    <a:pt x="4072244" y="2931"/>
                  </a:cubicBezTo>
                  <a:cubicBezTo>
                    <a:pt x="4074121" y="4808"/>
                    <a:pt x="4075175" y="7353"/>
                    <a:pt x="4075175" y="10007"/>
                  </a:cubicBezTo>
                  <a:lnTo>
                    <a:pt x="4075175" y="744924"/>
                  </a:lnTo>
                  <a:cubicBezTo>
                    <a:pt x="4075175" y="750451"/>
                    <a:pt x="4070695" y="754931"/>
                    <a:pt x="4065168" y="754931"/>
                  </a:cubicBezTo>
                  <a:lnTo>
                    <a:pt x="10007" y="754931"/>
                  </a:lnTo>
                  <a:cubicBezTo>
                    <a:pt x="4480" y="754931"/>
                    <a:pt x="0" y="750451"/>
                    <a:pt x="0" y="744924"/>
                  </a:cubicBezTo>
                  <a:lnTo>
                    <a:pt x="0" y="10007"/>
                  </a:lnTo>
                  <a:cubicBezTo>
                    <a:pt x="0" y="4480"/>
                    <a:pt x="4480" y="0"/>
                    <a:pt x="10007" y="0"/>
                  </a:cubicBezTo>
                  <a:close/>
                </a:path>
              </a:pathLst>
            </a:custGeom>
            <a:solidFill>
              <a:srgbClr val="A8BDA0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4075175" cy="7930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3073245" y="1867178"/>
            <a:ext cx="12141509" cy="7886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PH" sz="6500" b="1" dirty="0">
                <a:solidFill>
                  <a:srgbClr val="1C2B2B"/>
                </a:solidFill>
                <a:latin typeface="Monterchi"/>
                <a:ea typeface="Monterchi"/>
                <a:cs typeface="Monterchi"/>
                <a:sym typeface="Monterchi"/>
              </a:rPr>
              <a:t>Solve the quadratic equations. </a:t>
            </a:r>
            <a:endParaRPr lang="en-US" sz="6500" b="1" dirty="0">
              <a:solidFill>
                <a:srgbClr val="1C2B2B"/>
              </a:solidFill>
              <a:latin typeface="Monterchi"/>
              <a:ea typeface="Monterchi"/>
              <a:cs typeface="Monterchi"/>
              <a:sym typeface="Monterch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8"/>
              <p:cNvSpPr txBox="1"/>
              <p:nvPr/>
            </p:nvSpPr>
            <p:spPr>
              <a:xfrm>
                <a:off x="2209800" y="3568514"/>
                <a:ext cx="7433671" cy="4376198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971545" lvl="1" indent="-485773" algn="l">
                  <a:lnSpc>
                    <a:spcPct val="150000"/>
                  </a:lnSpc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en-PH" sz="65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4</m:t>
                    </m:r>
                    <m:sSup>
                      <m:sSupPr>
                        <m:ctrlPr>
                          <a:rPr lang="en-PH" sz="6500" b="0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</m:ctrlPr>
                      </m:sSupPr>
                      <m:e>
                        <m:r>
                          <a:rPr lang="en-PH" sz="6500" b="0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𝑥</m:t>
                        </m:r>
                      </m:e>
                      <m:sup>
                        <m:r>
                          <a:rPr lang="en-PH" sz="6500" b="0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2</m:t>
                        </m:r>
                      </m:sup>
                    </m:sSup>
                    <m:r>
                      <a:rPr lang="en-PH" sz="65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+12</m:t>
                    </m:r>
                    <m:r>
                      <a:rPr lang="en-PH" sz="65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𝑥</m:t>
                    </m:r>
                    <m:r>
                      <a:rPr lang="en-PH" sz="65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=0</m:t>
                    </m:r>
                  </m:oMath>
                </a14:m>
                <a:endParaRPr lang="en-PH" sz="6500" b="0" dirty="0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  <a:p>
                <a:pPr marL="971545" lvl="1" indent="-485773" algn="l">
                  <a:lnSpc>
                    <a:spcPct val="150000"/>
                  </a:lnSpc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en-PH" sz="65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5</m:t>
                    </m:r>
                    <m:sSup>
                      <m:sSupPr>
                        <m:ctrlPr>
                          <a:rPr lang="en-PH" sz="6500" b="0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</m:ctrlPr>
                      </m:sSupPr>
                      <m:e>
                        <m:r>
                          <a:rPr lang="en-PH" sz="6500" b="0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𝑥</m:t>
                        </m:r>
                      </m:e>
                      <m:sup>
                        <m:r>
                          <a:rPr lang="en-PH" sz="6500" b="0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2</m:t>
                        </m:r>
                      </m:sup>
                    </m:sSup>
                    <m:r>
                      <a:rPr lang="en-PH" sz="65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−20</m:t>
                    </m:r>
                    <m:r>
                      <a:rPr lang="en-PH" sz="65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𝑥</m:t>
                    </m:r>
                    <m:r>
                      <a:rPr lang="en-PH" sz="65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=0</m:t>
                    </m:r>
                  </m:oMath>
                </a14:m>
                <a:endParaRPr lang="en-PH" sz="6500" b="0" dirty="0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  <a:p>
                <a:pPr marL="971545" lvl="1" indent="-485773" algn="l">
                  <a:lnSpc>
                    <a:spcPct val="150000"/>
                  </a:lnSpc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en-PH" sz="65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6</m:t>
                    </m:r>
                    <m:sSup>
                      <m:sSupPr>
                        <m:ctrlPr>
                          <a:rPr lang="en-PH" sz="6500" b="0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</m:ctrlPr>
                      </m:sSupPr>
                      <m:e>
                        <m:r>
                          <a:rPr lang="en-PH" sz="6500" b="0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𝑥</m:t>
                        </m:r>
                      </m:e>
                      <m:sup>
                        <m:r>
                          <a:rPr lang="en-PH" sz="6500" b="0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2</m:t>
                        </m:r>
                      </m:sup>
                    </m:sSup>
                    <m:r>
                      <a:rPr lang="en-PH" sz="65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+18</m:t>
                    </m:r>
                    <m:r>
                      <a:rPr lang="en-PH" sz="65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𝑥</m:t>
                    </m:r>
                    <m:r>
                      <a:rPr lang="en-PH" sz="65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=0</m:t>
                    </m:r>
                  </m:oMath>
                </a14:m>
                <a:endParaRPr lang="en-PH" sz="6500" b="0" dirty="0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 xmlns="">
          <p:sp>
            <p:nvSpPr>
              <p:cNvPr id="18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3568514"/>
                <a:ext cx="7433671" cy="43761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5E646-8704-FCE3-0BEB-1211AA32E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8385F5E-29CD-8035-137F-6E080C6D21EB}"/>
              </a:ext>
            </a:extLst>
          </p:cNvPr>
          <p:cNvGrpSpPr/>
          <p:nvPr/>
        </p:nvGrpSpPr>
        <p:grpSpPr>
          <a:xfrm>
            <a:off x="-8212277" y="0"/>
            <a:ext cx="34712554" cy="8772618"/>
            <a:chOff x="0" y="0"/>
            <a:chExt cx="46283405" cy="1169682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B288A54-EE13-7145-898B-9EC1FC69A790}"/>
                </a:ext>
              </a:extLst>
            </p:cNvPr>
            <p:cNvSpPr/>
            <p:nvPr/>
          </p:nvSpPr>
          <p:spPr>
            <a:xfrm>
              <a:off x="0" y="0"/>
              <a:ext cx="23219500" cy="11696823"/>
            </a:xfrm>
            <a:custGeom>
              <a:avLst/>
              <a:gdLst/>
              <a:ahLst/>
              <a:cxnLst/>
              <a:rect l="l" t="t" r="r" b="b"/>
              <a:pathLst>
                <a:path w="23219500" h="11696823">
                  <a:moveTo>
                    <a:pt x="0" y="0"/>
                  </a:moveTo>
                  <a:lnTo>
                    <a:pt x="23219500" y="0"/>
                  </a:lnTo>
                  <a:lnTo>
                    <a:pt x="23219500" y="11696823"/>
                  </a:lnTo>
                  <a:lnTo>
                    <a:pt x="0" y="11696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4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AE04657-5BCB-69D7-E374-B2E067F6BC3C}"/>
                </a:ext>
              </a:extLst>
            </p:cNvPr>
            <p:cNvSpPr/>
            <p:nvPr/>
          </p:nvSpPr>
          <p:spPr>
            <a:xfrm>
              <a:off x="23063905" y="0"/>
              <a:ext cx="23219500" cy="11696823"/>
            </a:xfrm>
            <a:custGeom>
              <a:avLst/>
              <a:gdLst/>
              <a:ahLst/>
              <a:cxnLst/>
              <a:rect l="l" t="t" r="r" b="b"/>
              <a:pathLst>
                <a:path w="23219500" h="11696823">
                  <a:moveTo>
                    <a:pt x="0" y="0"/>
                  </a:moveTo>
                  <a:lnTo>
                    <a:pt x="23219500" y="0"/>
                  </a:lnTo>
                  <a:lnTo>
                    <a:pt x="23219500" y="11696823"/>
                  </a:lnTo>
                  <a:lnTo>
                    <a:pt x="0" y="11696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4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271598DF-4E64-EAA8-03DC-148ABD110D1E}"/>
              </a:ext>
            </a:extLst>
          </p:cNvPr>
          <p:cNvGrpSpPr/>
          <p:nvPr/>
        </p:nvGrpSpPr>
        <p:grpSpPr>
          <a:xfrm>
            <a:off x="0" y="8710751"/>
            <a:ext cx="18288000" cy="1015907"/>
            <a:chOff x="0" y="0"/>
            <a:chExt cx="4816593" cy="54186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20544E56-69CA-764F-E62B-E6C49C570101}"/>
                </a:ext>
              </a:extLst>
            </p:cNvPr>
            <p:cNvSpPr/>
            <p:nvPr/>
          </p:nvSpPr>
          <p:spPr>
            <a:xfrm>
              <a:off x="0" y="0"/>
              <a:ext cx="4816592" cy="541866"/>
            </a:xfrm>
            <a:custGeom>
              <a:avLst/>
              <a:gdLst/>
              <a:ahLst/>
              <a:cxnLst/>
              <a:rect l="l" t="t" r="r" b="b"/>
              <a:pathLst>
                <a:path w="4816592" h="541866">
                  <a:moveTo>
                    <a:pt x="0" y="0"/>
                  </a:moveTo>
                  <a:lnTo>
                    <a:pt x="4816592" y="0"/>
                  </a:lnTo>
                  <a:lnTo>
                    <a:pt x="4816592" y="541866"/>
                  </a:lnTo>
                  <a:lnTo>
                    <a:pt x="0" y="541866"/>
                  </a:lnTo>
                  <a:close/>
                </a:path>
              </a:pathLst>
            </a:custGeom>
            <a:solidFill>
              <a:srgbClr val="1C2B2B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7E61DC8-EE40-41BD-A208-F0B06A33FE52}"/>
                </a:ext>
              </a:extLst>
            </p:cNvPr>
            <p:cNvSpPr txBox="1"/>
            <p:nvPr/>
          </p:nvSpPr>
          <p:spPr>
            <a:xfrm>
              <a:off x="0" y="-38100"/>
              <a:ext cx="4816593" cy="5799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166A2D95-AFB7-16F9-661E-05478246248E}"/>
              </a:ext>
            </a:extLst>
          </p:cNvPr>
          <p:cNvSpPr/>
          <p:nvPr/>
        </p:nvSpPr>
        <p:spPr>
          <a:xfrm>
            <a:off x="15958052" y="7149589"/>
            <a:ext cx="2081754" cy="2261641"/>
          </a:xfrm>
          <a:custGeom>
            <a:avLst/>
            <a:gdLst/>
            <a:ahLst/>
            <a:cxnLst/>
            <a:rect l="l" t="t" r="r" b="b"/>
            <a:pathLst>
              <a:path w="1948919" h="2057400">
                <a:moveTo>
                  <a:pt x="0" y="0"/>
                </a:moveTo>
                <a:lnTo>
                  <a:pt x="1948919" y="0"/>
                </a:lnTo>
                <a:lnTo>
                  <a:pt x="1948919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9C9C4FC2-AA5A-B74A-1748-FCF8FE6D7D8B}"/>
              </a:ext>
            </a:extLst>
          </p:cNvPr>
          <p:cNvSpPr txBox="1"/>
          <p:nvPr/>
        </p:nvSpPr>
        <p:spPr>
          <a:xfrm>
            <a:off x="1943642" y="2310629"/>
            <a:ext cx="14517412" cy="4616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5000" dirty="0">
                <a:solidFill>
                  <a:srgbClr val="223939"/>
                </a:solidFill>
                <a:latin typeface="Borsok"/>
                <a:ea typeface="Borsok"/>
                <a:cs typeface="Borsok"/>
                <a:sym typeface="Borsok"/>
              </a:rPr>
              <a:t>Let’s practice!</a:t>
            </a:r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5DCB7DFE-BDDA-D6D3-FFDE-090B39A6A9D6}"/>
              </a:ext>
            </a:extLst>
          </p:cNvPr>
          <p:cNvSpPr/>
          <p:nvPr/>
        </p:nvSpPr>
        <p:spPr>
          <a:xfrm flipH="1">
            <a:off x="228600" y="7326878"/>
            <a:ext cx="2081754" cy="2055732"/>
          </a:xfrm>
          <a:custGeom>
            <a:avLst/>
            <a:gdLst/>
            <a:ahLst/>
            <a:cxnLst/>
            <a:rect l="l" t="t" r="r" b="b"/>
            <a:pathLst>
              <a:path w="2081754" h="2055732">
                <a:moveTo>
                  <a:pt x="2081754" y="0"/>
                </a:moveTo>
                <a:lnTo>
                  <a:pt x="0" y="0"/>
                </a:lnTo>
                <a:lnTo>
                  <a:pt x="0" y="2055733"/>
                </a:lnTo>
                <a:lnTo>
                  <a:pt x="2081754" y="2055733"/>
                </a:lnTo>
                <a:lnTo>
                  <a:pt x="208175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7389949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907DE2-CBEE-9BAD-D1A2-087C067C6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B5AE8F8-4F38-5721-EAAB-1791BF25D74F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E1F41CF-AA89-0A33-06D4-7510CA415EEC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8E98AF7-EFFF-42E5-9806-E1D5375E3A54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883BF1F-B3F2-B999-A2DC-41FC5D47F32A}"/>
              </a:ext>
            </a:extLst>
          </p:cNvPr>
          <p:cNvGrpSpPr/>
          <p:nvPr/>
        </p:nvGrpSpPr>
        <p:grpSpPr>
          <a:xfrm>
            <a:off x="2724931" y="1177261"/>
            <a:ext cx="12838139" cy="7932477"/>
            <a:chOff x="2724931" y="1177261"/>
            <a:chExt cx="12838139" cy="7932477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2514FF2A-585E-8D76-D4AA-36E88C6690BB}"/>
                </a:ext>
              </a:extLst>
            </p:cNvPr>
            <p:cNvGrpSpPr/>
            <p:nvPr/>
          </p:nvGrpSpPr>
          <p:grpSpPr>
            <a:xfrm>
              <a:off x="2724931" y="1861553"/>
              <a:ext cx="12838139" cy="7248185"/>
              <a:chOff x="0" y="-38100"/>
              <a:chExt cx="3381238" cy="1908987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9E555D86-DDA9-4836-7747-0C5E008585B1}"/>
                  </a:ext>
                </a:extLst>
              </p:cNvPr>
              <p:cNvSpPr/>
              <p:nvPr/>
            </p:nvSpPr>
            <p:spPr>
              <a:xfrm>
                <a:off x="0" y="0"/>
                <a:ext cx="3381238" cy="1870887"/>
              </a:xfrm>
              <a:custGeom>
                <a:avLst/>
                <a:gdLst/>
                <a:ahLst/>
                <a:cxnLst/>
                <a:rect l="l" t="t" r="r" b="b"/>
                <a:pathLst>
                  <a:path w="3381238" h="1870887">
                    <a:moveTo>
                      <a:pt x="12061" y="0"/>
                    </a:moveTo>
                    <a:lnTo>
                      <a:pt x="3369177" y="0"/>
                    </a:lnTo>
                    <a:cubicBezTo>
                      <a:pt x="3375839" y="0"/>
                      <a:pt x="3381238" y="5400"/>
                      <a:pt x="3381238" y="12061"/>
                    </a:cubicBezTo>
                    <a:lnTo>
                      <a:pt x="3381238" y="1858826"/>
                    </a:lnTo>
                    <a:cubicBezTo>
                      <a:pt x="3381238" y="1862025"/>
                      <a:pt x="3379967" y="1865093"/>
                      <a:pt x="3377706" y="1867355"/>
                    </a:cubicBezTo>
                    <a:cubicBezTo>
                      <a:pt x="3375444" y="1869617"/>
                      <a:pt x="3372376" y="1870887"/>
                      <a:pt x="3369177" y="1870887"/>
                    </a:cubicBezTo>
                    <a:lnTo>
                      <a:pt x="12061" y="1870887"/>
                    </a:lnTo>
                    <a:cubicBezTo>
                      <a:pt x="8862" y="1870887"/>
                      <a:pt x="5794" y="1869617"/>
                      <a:pt x="3533" y="1867355"/>
                    </a:cubicBezTo>
                    <a:cubicBezTo>
                      <a:pt x="1271" y="1865093"/>
                      <a:pt x="0" y="1862025"/>
                      <a:pt x="0" y="1858826"/>
                    </a:cubicBezTo>
                    <a:lnTo>
                      <a:pt x="0" y="12061"/>
                    </a:lnTo>
                    <a:cubicBezTo>
                      <a:pt x="0" y="8862"/>
                      <a:pt x="1271" y="5794"/>
                      <a:pt x="3533" y="3533"/>
                    </a:cubicBezTo>
                    <a:cubicBezTo>
                      <a:pt x="5794" y="1271"/>
                      <a:pt x="8862" y="0"/>
                      <a:pt x="12061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68A64C72-72C3-89DE-41AC-48D65CCE5FB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381238" cy="19089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8E608459-61E3-2C73-0F3E-07C74BA59AF6}"/>
                </a:ext>
              </a:extLst>
            </p:cNvPr>
            <p:cNvGrpSpPr/>
            <p:nvPr/>
          </p:nvGrpSpPr>
          <p:grpSpPr>
            <a:xfrm>
              <a:off x="4057932" y="1177261"/>
              <a:ext cx="10227067" cy="1657907"/>
              <a:chOff x="0" y="0"/>
              <a:chExt cx="2693549" cy="436650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809A2D9D-57B7-676D-531E-0BAE7917D210}"/>
                  </a:ext>
                </a:extLst>
              </p:cNvPr>
              <p:cNvSpPr/>
              <p:nvPr/>
            </p:nvSpPr>
            <p:spPr>
              <a:xfrm>
                <a:off x="0" y="0"/>
                <a:ext cx="2693549" cy="436650"/>
              </a:xfrm>
              <a:custGeom>
                <a:avLst/>
                <a:gdLst/>
                <a:ahLst/>
                <a:cxnLst/>
                <a:rect l="l" t="t" r="r" b="b"/>
                <a:pathLst>
                  <a:path w="2693549" h="436650">
                    <a:moveTo>
                      <a:pt x="15140" y="0"/>
                    </a:moveTo>
                    <a:lnTo>
                      <a:pt x="2678409" y="0"/>
                    </a:lnTo>
                    <a:cubicBezTo>
                      <a:pt x="2686770" y="0"/>
                      <a:pt x="2693549" y="6778"/>
                      <a:pt x="2693549" y="15140"/>
                    </a:cubicBezTo>
                    <a:lnTo>
                      <a:pt x="2693549" y="421510"/>
                    </a:lnTo>
                    <a:cubicBezTo>
                      <a:pt x="2693549" y="429872"/>
                      <a:pt x="2686770" y="436650"/>
                      <a:pt x="2678409" y="436650"/>
                    </a:cubicBezTo>
                    <a:lnTo>
                      <a:pt x="15140" y="436650"/>
                    </a:lnTo>
                    <a:cubicBezTo>
                      <a:pt x="6778" y="436650"/>
                      <a:pt x="0" y="429872"/>
                      <a:pt x="0" y="421510"/>
                    </a:cubicBezTo>
                    <a:lnTo>
                      <a:pt x="0" y="15140"/>
                    </a:lnTo>
                    <a:cubicBezTo>
                      <a:pt x="0" y="6778"/>
                      <a:pt x="6778" y="0"/>
                      <a:pt x="15140" y="0"/>
                    </a:cubicBezTo>
                    <a:close/>
                  </a:path>
                </a:pathLst>
              </a:custGeom>
              <a:solidFill>
                <a:srgbClr val="223939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8FE299F3-C007-89D9-5B70-F3EE1B74E2A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693549" cy="4747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AD3B0328-2B37-534A-048D-64BFA95C5755}"/>
                </a:ext>
              </a:extLst>
            </p:cNvPr>
            <p:cNvSpPr txBox="1"/>
            <p:nvPr/>
          </p:nvSpPr>
          <p:spPr>
            <a:xfrm>
              <a:off x="2768195" y="3041456"/>
              <a:ext cx="12308225" cy="71814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31799" lvl="1" algn="just">
                <a:lnSpc>
                  <a:spcPts val="5599"/>
                </a:lnSpc>
              </a:pPr>
              <a:r>
                <a:rPr lang="en-PH" sz="4000" dirty="0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rPr>
                <a:t>Solve the quadratic equations.  </a:t>
              </a:r>
              <a:endParaRPr lang="en-US" sz="4000" dirty="0">
                <a:solidFill>
                  <a:srgbClr val="1C2B2B"/>
                </a:solidFill>
                <a:latin typeface="Monterchi"/>
                <a:ea typeface="Monterchi"/>
                <a:cs typeface="Monterchi"/>
                <a:sym typeface="Monterchi"/>
              </a:endParaRPr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03ED4D44-FE11-B7F9-DF65-3E249F1623E0}"/>
                </a:ext>
              </a:extLst>
            </p:cNvPr>
            <p:cNvSpPr txBox="1"/>
            <p:nvPr/>
          </p:nvSpPr>
          <p:spPr>
            <a:xfrm>
              <a:off x="4334551" y="1414511"/>
              <a:ext cx="9655072" cy="10387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399"/>
                </a:lnSpc>
              </a:pPr>
              <a:r>
                <a:rPr lang="en-US" sz="5999" dirty="0">
                  <a:solidFill>
                    <a:srgbClr val="E1E1E1"/>
                  </a:solidFill>
                  <a:latin typeface="Bugaki"/>
                  <a:ea typeface="Bugaki"/>
                  <a:cs typeface="Bugaki"/>
                  <a:sym typeface="Bugaki"/>
                </a:rPr>
                <a:t>Let’s Practice!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8">
                <a:extLst>
                  <a:ext uri="{FF2B5EF4-FFF2-40B4-BE49-F238E27FC236}">
                    <a16:creationId xmlns:a16="http://schemas.microsoft.com/office/drawing/2014/main" id="{CB256607-7075-D2E1-DA71-003536170955}"/>
                  </a:ext>
                </a:extLst>
              </p:cNvPr>
              <p:cNvSpPr txBox="1"/>
              <p:nvPr/>
            </p:nvSpPr>
            <p:spPr>
              <a:xfrm>
                <a:off x="3429000" y="4049249"/>
                <a:ext cx="7433671" cy="4376198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971545" lvl="1" indent="-485773" algn="l">
                  <a:lnSpc>
                    <a:spcPct val="150000"/>
                  </a:lnSpc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en-PH" sz="65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2</m:t>
                    </m:r>
                    <m:sSup>
                      <m:sSupPr>
                        <m:ctrlPr>
                          <a:rPr lang="en-PH" sz="6500" b="0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</m:ctrlPr>
                      </m:sSupPr>
                      <m:e>
                        <m:r>
                          <a:rPr lang="en-PH" sz="6500" b="0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𝑥</m:t>
                        </m:r>
                      </m:e>
                      <m:sup>
                        <m:r>
                          <a:rPr lang="en-PH" sz="6500" b="0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2</m:t>
                        </m:r>
                      </m:sup>
                    </m:sSup>
                    <m:r>
                      <a:rPr lang="en-PH" sz="65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+10</m:t>
                    </m:r>
                    <m:r>
                      <a:rPr lang="en-PH" sz="65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𝑥</m:t>
                    </m:r>
                    <m:r>
                      <a:rPr lang="en-PH" sz="65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=0</m:t>
                    </m:r>
                  </m:oMath>
                </a14:m>
                <a:endParaRPr lang="en-PH" sz="6500" b="0" dirty="0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  <a:p>
                <a:pPr marL="971545" lvl="1" indent="-485773" algn="l">
                  <a:lnSpc>
                    <a:spcPct val="150000"/>
                  </a:lnSpc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en-PH" sz="65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3</m:t>
                    </m:r>
                    <m:sSup>
                      <m:sSupPr>
                        <m:ctrlPr>
                          <a:rPr lang="en-PH" sz="6500" b="0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</m:ctrlPr>
                      </m:sSupPr>
                      <m:e>
                        <m:r>
                          <a:rPr lang="en-PH" sz="6500" b="0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𝑥</m:t>
                        </m:r>
                      </m:e>
                      <m:sup>
                        <m:r>
                          <a:rPr lang="en-PH" sz="6500" b="0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2</m:t>
                        </m:r>
                      </m:sup>
                    </m:sSup>
                    <m:r>
                      <a:rPr lang="en-PH" sz="65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−15</m:t>
                    </m:r>
                    <m:r>
                      <a:rPr lang="en-PH" sz="65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𝑥</m:t>
                    </m:r>
                    <m:r>
                      <a:rPr lang="en-PH" sz="65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=0</m:t>
                    </m:r>
                  </m:oMath>
                </a14:m>
                <a:endParaRPr lang="en-PH" sz="6500" b="0" dirty="0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  <a:p>
                <a:pPr marL="971545" lvl="1" indent="-485773" algn="l">
                  <a:lnSpc>
                    <a:spcPct val="150000"/>
                  </a:lnSpc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en-PH" sz="65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8</m:t>
                    </m:r>
                    <m:sSup>
                      <m:sSupPr>
                        <m:ctrlPr>
                          <a:rPr lang="en-PH" sz="6500" b="0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</m:ctrlPr>
                      </m:sSupPr>
                      <m:e>
                        <m:r>
                          <a:rPr lang="en-PH" sz="6500" b="0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𝑥</m:t>
                        </m:r>
                      </m:e>
                      <m:sup>
                        <m:r>
                          <a:rPr lang="en-PH" sz="6500" b="0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2</m:t>
                        </m:r>
                      </m:sup>
                    </m:sSup>
                    <m:r>
                      <a:rPr lang="en-PH" sz="65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+24</m:t>
                    </m:r>
                    <m:r>
                      <a:rPr lang="en-PH" sz="65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𝑥</m:t>
                    </m:r>
                    <m:r>
                      <a:rPr lang="en-PH" sz="65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=0</m:t>
                    </m:r>
                  </m:oMath>
                </a14:m>
                <a:endParaRPr lang="en-PH" sz="6500" b="0" dirty="0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 xmlns="">
          <p:sp>
            <p:nvSpPr>
              <p:cNvPr id="11" name="TextBox 18">
                <a:extLst>
                  <a:ext uri="{FF2B5EF4-FFF2-40B4-BE49-F238E27FC236}">
                    <a16:creationId xmlns:a16="http://schemas.microsoft.com/office/drawing/2014/main" id="{CB256607-7075-D2E1-DA71-0035361709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4049249"/>
                <a:ext cx="7433671" cy="43761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20797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98C9F-6916-4BA4-BA23-7EF516D42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40C774C-A482-6099-3565-93FC771CF09A}"/>
              </a:ext>
            </a:extLst>
          </p:cNvPr>
          <p:cNvGrpSpPr/>
          <p:nvPr/>
        </p:nvGrpSpPr>
        <p:grpSpPr>
          <a:xfrm>
            <a:off x="-8212277" y="0"/>
            <a:ext cx="34712554" cy="8772618"/>
            <a:chOff x="0" y="0"/>
            <a:chExt cx="46283405" cy="1169682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317FE14-B28B-056C-EE31-C8600B751760}"/>
                </a:ext>
              </a:extLst>
            </p:cNvPr>
            <p:cNvSpPr/>
            <p:nvPr/>
          </p:nvSpPr>
          <p:spPr>
            <a:xfrm>
              <a:off x="0" y="0"/>
              <a:ext cx="23219500" cy="11696823"/>
            </a:xfrm>
            <a:custGeom>
              <a:avLst/>
              <a:gdLst/>
              <a:ahLst/>
              <a:cxnLst/>
              <a:rect l="l" t="t" r="r" b="b"/>
              <a:pathLst>
                <a:path w="23219500" h="11696823">
                  <a:moveTo>
                    <a:pt x="0" y="0"/>
                  </a:moveTo>
                  <a:lnTo>
                    <a:pt x="23219500" y="0"/>
                  </a:lnTo>
                  <a:lnTo>
                    <a:pt x="23219500" y="11696823"/>
                  </a:lnTo>
                  <a:lnTo>
                    <a:pt x="0" y="11696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4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4472064-3085-3C4B-61FF-F5147BEE796B}"/>
                </a:ext>
              </a:extLst>
            </p:cNvPr>
            <p:cNvSpPr/>
            <p:nvPr/>
          </p:nvSpPr>
          <p:spPr>
            <a:xfrm>
              <a:off x="23063905" y="0"/>
              <a:ext cx="23219500" cy="11696823"/>
            </a:xfrm>
            <a:custGeom>
              <a:avLst/>
              <a:gdLst/>
              <a:ahLst/>
              <a:cxnLst/>
              <a:rect l="l" t="t" r="r" b="b"/>
              <a:pathLst>
                <a:path w="23219500" h="11696823">
                  <a:moveTo>
                    <a:pt x="0" y="0"/>
                  </a:moveTo>
                  <a:lnTo>
                    <a:pt x="23219500" y="0"/>
                  </a:lnTo>
                  <a:lnTo>
                    <a:pt x="23219500" y="11696823"/>
                  </a:lnTo>
                  <a:lnTo>
                    <a:pt x="0" y="11696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4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07BBC80-1F58-8DA1-3F79-3F8F4DDBE828}"/>
              </a:ext>
            </a:extLst>
          </p:cNvPr>
          <p:cNvGrpSpPr/>
          <p:nvPr/>
        </p:nvGrpSpPr>
        <p:grpSpPr>
          <a:xfrm>
            <a:off x="0" y="8710751"/>
            <a:ext cx="18288000" cy="1015907"/>
            <a:chOff x="0" y="0"/>
            <a:chExt cx="4816593" cy="54186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A4805F3-F636-CBF6-FCAE-0865C879D942}"/>
                </a:ext>
              </a:extLst>
            </p:cNvPr>
            <p:cNvSpPr/>
            <p:nvPr/>
          </p:nvSpPr>
          <p:spPr>
            <a:xfrm>
              <a:off x="0" y="0"/>
              <a:ext cx="4816592" cy="541866"/>
            </a:xfrm>
            <a:custGeom>
              <a:avLst/>
              <a:gdLst/>
              <a:ahLst/>
              <a:cxnLst/>
              <a:rect l="l" t="t" r="r" b="b"/>
              <a:pathLst>
                <a:path w="4816592" h="541866">
                  <a:moveTo>
                    <a:pt x="0" y="0"/>
                  </a:moveTo>
                  <a:lnTo>
                    <a:pt x="4816592" y="0"/>
                  </a:lnTo>
                  <a:lnTo>
                    <a:pt x="4816592" y="541866"/>
                  </a:lnTo>
                  <a:lnTo>
                    <a:pt x="0" y="541866"/>
                  </a:lnTo>
                  <a:close/>
                </a:path>
              </a:pathLst>
            </a:custGeom>
            <a:solidFill>
              <a:srgbClr val="1C2B2B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744DF015-2AE1-FB25-0D0B-B4395593BF44}"/>
                </a:ext>
              </a:extLst>
            </p:cNvPr>
            <p:cNvSpPr txBox="1"/>
            <p:nvPr/>
          </p:nvSpPr>
          <p:spPr>
            <a:xfrm>
              <a:off x="0" y="-38100"/>
              <a:ext cx="4816593" cy="5799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5F3AF161-02D2-3517-5F04-A9BDE4BD67F5}"/>
              </a:ext>
            </a:extLst>
          </p:cNvPr>
          <p:cNvSpPr/>
          <p:nvPr/>
        </p:nvSpPr>
        <p:spPr>
          <a:xfrm>
            <a:off x="15958052" y="7149589"/>
            <a:ext cx="2081754" cy="2261641"/>
          </a:xfrm>
          <a:custGeom>
            <a:avLst/>
            <a:gdLst/>
            <a:ahLst/>
            <a:cxnLst/>
            <a:rect l="l" t="t" r="r" b="b"/>
            <a:pathLst>
              <a:path w="1948919" h="2057400">
                <a:moveTo>
                  <a:pt x="0" y="0"/>
                </a:moveTo>
                <a:lnTo>
                  <a:pt x="1948919" y="0"/>
                </a:lnTo>
                <a:lnTo>
                  <a:pt x="1948919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1B9DE9B-4DE9-34DA-3535-07F44A6D9929}"/>
              </a:ext>
            </a:extLst>
          </p:cNvPr>
          <p:cNvSpPr txBox="1"/>
          <p:nvPr/>
        </p:nvSpPr>
        <p:spPr>
          <a:xfrm>
            <a:off x="1885292" y="2821139"/>
            <a:ext cx="14878708" cy="4308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4000" dirty="0">
                <a:solidFill>
                  <a:srgbClr val="223939"/>
                </a:solidFill>
                <a:latin typeface="Borsok"/>
                <a:ea typeface="Borsok"/>
                <a:cs typeface="Borsok"/>
                <a:sym typeface="Borsok"/>
              </a:rPr>
              <a:t>Comprehension check</a:t>
            </a:r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91620D45-0ADA-6096-7CB1-34BFC3337FBD}"/>
              </a:ext>
            </a:extLst>
          </p:cNvPr>
          <p:cNvSpPr/>
          <p:nvPr/>
        </p:nvSpPr>
        <p:spPr>
          <a:xfrm flipH="1">
            <a:off x="228600" y="7326878"/>
            <a:ext cx="2081754" cy="2055732"/>
          </a:xfrm>
          <a:custGeom>
            <a:avLst/>
            <a:gdLst/>
            <a:ahLst/>
            <a:cxnLst/>
            <a:rect l="l" t="t" r="r" b="b"/>
            <a:pathLst>
              <a:path w="2081754" h="2055732">
                <a:moveTo>
                  <a:pt x="2081754" y="0"/>
                </a:moveTo>
                <a:lnTo>
                  <a:pt x="0" y="0"/>
                </a:lnTo>
                <a:lnTo>
                  <a:pt x="0" y="2055733"/>
                </a:lnTo>
                <a:lnTo>
                  <a:pt x="2081754" y="2055733"/>
                </a:lnTo>
                <a:lnTo>
                  <a:pt x="208175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41923763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3F65ED-992A-2CF9-148F-B6D640C74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BB2BFA6-65BE-0562-73D3-FEEDD0B1754B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6F5E841-67DB-95E9-C74E-5A15C8D4DF88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746BAF1-C009-B2F9-EDDE-C68E42ABDAA7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5BE4C466-268C-0B4D-E706-6BE14BA94BF7}"/>
              </a:ext>
            </a:extLst>
          </p:cNvPr>
          <p:cNvGrpSpPr/>
          <p:nvPr/>
        </p:nvGrpSpPr>
        <p:grpSpPr>
          <a:xfrm>
            <a:off x="2004553" y="1158578"/>
            <a:ext cx="13868398" cy="7871122"/>
            <a:chOff x="-185845" y="-38100"/>
            <a:chExt cx="3652582" cy="20166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330D706B-CC05-7618-BD8A-161E96611906}"/>
                </a:ext>
              </a:extLst>
            </p:cNvPr>
            <p:cNvSpPr/>
            <p:nvPr/>
          </p:nvSpPr>
          <p:spPr>
            <a:xfrm>
              <a:off x="-185845" y="69605"/>
              <a:ext cx="3652582" cy="1908987"/>
            </a:xfrm>
            <a:custGeom>
              <a:avLst/>
              <a:gdLst/>
              <a:ahLst/>
              <a:cxnLst/>
              <a:rect l="l" t="t" r="r" b="b"/>
              <a:pathLst>
                <a:path w="3381238" h="1870887">
                  <a:moveTo>
                    <a:pt x="12061" y="0"/>
                  </a:moveTo>
                  <a:lnTo>
                    <a:pt x="3369177" y="0"/>
                  </a:lnTo>
                  <a:cubicBezTo>
                    <a:pt x="3375839" y="0"/>
                    <a:pt x="3381238" y="5400"/>
                    <a:pt x="3381238" y="12061"/>
                  </a:cubicBezTo>
                  <a:lnTo>
                    <a:pt x="3381238" y="1858826"/>
                  </a:lnTo>
                  <a:cubicBezTo>
                    <a:pt x="3381238" y="1862025"/>
                    <a:pt x="3379967" y="1865093"/>
                    <a:pt x="3377706" y="1867355"/>
                  </a:cubicBezTo>
                  <a:cubicBezTo>
                    <a:pt x="3375444" y="1869617"/>
                    <a:pt x="3372376" y="1870887"/>
                    <a:pt x="3369177" y="1870887"/>
                  </a:cubicBezTo>
                  <a:lnTo>
                    <a:pt x="12061" y="1870887"/>
                  </a:lnTo>
                  <a:cubicBezTo>
                    <a:pt x="8862" y="1870887"/>
                    <a:pt x="5794" y="1869617"/>
                    <a:pt x="3533" y="1867355"/>
                  </a:cubicBezTo>
                  <a:cubicBezTo>
                    <a:pt x="1271" y="1865093"/>
                    <a:pt x="0" y="1862025"/>
                    <a:pt x="0" y="1858826"/>
                  </a:cubicBezTo>
                  <a:lnTo>
                    <a:pt x="0" y="12061"/>
                  </a:lnTo>
                  <a:cubicBezTo>
                    <a:pt x="0" y="8862"/>
                    <a:pt x="1271" y="5794"/>
                    <a:pt x="3533" y="3533"/>
                  </a:cubicBezTo>
                  <a:cubicBezTo>
                    <a:pt x="5794" y="1271"/>
                    <a:pt x="8862" y="0"/>
                    <a:pt x="1206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7091297-E924-B672-72EF-5B304AD9652C}"/>
                </a:ext>
              </a:extLst>
            </p:cNvPr>
            <p:cNvSpPr txBox="1"/>
            <p:nvPr/>
          </p:nvSpPr>
          <p:spPr>
            <a:xfrm>
              <a:off x="0" y="-38100"/>
              <a:ext cx="3381238" cy="1908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C5C3C0A-093A-D71D-B225-C16CB9D77590}"/>
              </a:ext>
            </a:extLst>
          </p:cNvPr>
          <p:cNvGrpSpPr/>
          <p:nvPr/>
        </p:nvGrpSpPr>
        <p:grpSpPr>
          <a:xfrm>
            <a:off x="4030466" y="554707"/>
            <a:ext cx="10227067" cy="1575865"/>
            <a:chOff x="0" y="0"/>
            <a:chExt cx="2693549" cy="43665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373C0480-906B-2F91-521F-13DCCF5E64BB}"/>
                </a:ext>
              </a:extLst>
            </p:cNvPr>
            <p:cNvSpPr/>
            <p:nvPr/>
          </p:nvSpPr>
          <p:spPr>
            <a:xfrm>
              <a:off x="0" y="0"/>
              <a:ext cx="2693549" cy="436650"/>
            </a:xfrm>
            <a:custGeom>
              <a:avLst/>
              <a:gdLst/>
              <a:ahLst/>
              <a:cxnLst/>
              <a:rect l="l" t="t" r="r" b="b"/>
              <a:pathLst>
                <a:path w="2693549" h="436650">
                  <a:moveTo>
                    <a:pt x="15140" y="0"/>
                  </a:moveTo>
                  <a:lnTo>
                    <a:pt x="2678409" y="0"/>
                  </a:lnTo>
                  <a:cubicBezTo>
                    <a:pt x="2686770" y="0"/>
                    <a:pt x="2693549" y="6778"/>
                    <a:pt x="2693549" y="15140"/>
                  </a:cubicBezTo>
                  <a:lnTo>
                    <a:pt x="2693549" y="421510"/>
                  </a:lnTo>
                  <a:cubicBezTo>
                    <a:pt x="2693549" y="429872"/>
                    <a:pt x="2686770" y="436650"/>
                    <a:pt x="2678409" y="436650"/>
                  </a:cubicBezTo>
                  <a:lnTo>
                    <a:pt x="15140" y="436650"/>
                  </a:lnTo>
                  <a:cubicBezTo>
                    <a:pt x="6778" y="436650"/>
                    <a:pt x="0" y="429872"/>
                    <a:pt x="0" y="421510"/>
                  </a:cubicBezTo>
                  <a:lnTo>
                    <a:pt x="0" y="15140"/>
                  </a:lnTo>
                  <a:cubicBezTo>
                    <a:pt x="0" y="6778"/>
                    <a:pt x="6778" y="0"/>
                    <a:pt x="15140" y="0"/>
                  </a:cubicBezTo>
                  <a:close/>
                </a:path>
              </a:pathLst>
            </a:custGeom>
            <a:solidFill>
              <a:srgbClr val="223939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8BD5F17-4C99-11FC-FD70-6A3174052F1D}"/>
                </a:ext>
              </a:extLst>
            </p:cNvPr>
            <p:cNvSpPr txBox="1"/>
            <p:nvPr/>
          </p:nvSpPr>
          <p:spPr>
            <a:xfrm>
              <a:off x="0" y="-38100"/>
              <a:ext cx="2693549" cy="474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498175F6-7D8A-8CEA-E301-AF906551403D}"/>
              </a:ext>
            </a:extLst>
          </p:cNvPr>
          <p:cNvSpPr txBox="1"/>
          <p:nvPr/>
        </p:nvSpPr>
        <p:spPr>
          <a:xfrm>
            <a:off x="2012574" y="2038174"/>
            <a:ext cx="13030200" cy="1038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799" lvl="1" algn="just">
              <a:lnSpc>
                <a:spcPct val="150000"/>
              </a:lnSpc>
            </a:pPr>
            <a:r>
              <a:rPr lang="en-PH" sz="4500" dirty="0">
                <a:solidFill>
                  <a:srgbClr val="1C2B2B"/>
                </a:solidFill>
                <a:latin typeface="Monterchi"/>
                <a:ea typeface="Monterchi"/>
                <a:cs typeface="Monterchi"/>
                <a:sym typeface="Monterchi"/>
              </a:rPr>
              <a:t>Solve the quadratic equations. Show your complete solution. </a:t>
            </a:r>
            <a:endParaRPr lang="en-US" sz="4500" dirty="0">
              <a:solidFill>
                <a:srgbClr val="1C2B2B"/>
              </a:solidFill>
              <a:latin typeface="Monterchi"/>
              <a:ea typeface="Monterchi"/>
              <a:cs typeface="Monterchi"/>
              <a:sym typeface="Monterchi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F743E79-1584-8205-92BE-415B8DDE5808}"/>
              </a:ext>
            </a:extLst>
          </p:cNvPr>
          <p:cNvSpPr txBox="1"/>
          <p:nvPr/>
        </p:nvSpPr>
        <p:spPr>
          <a:xfrm>
            <a:off x="4384885" y="879596"/>
            <a:ext cx="9655072" cy="1038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 dirty="0">
                <a:solidFill>
                  <a:srgbClr val="E1E1E1"/>
                </a:solidFill>
                <a:latin typeface="Bugaki"/>
                <a:ea typeface="Bugaki"/>
                <a:cs typeface="Bugaki"/>
                <a:sym typeface="Bugaki"/>
              </a:rPr>
              <a:t>Comprehension Check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8">
                <a:extLst>
                  <a:ext uri="{FF2B5EF4-FFF2-40B4-BE49-F238E27FC236}">
                    <a16:creationId xmlns:a16="http://schemas.microsoft.com/office/drawing/2014/main" id="{BB492340-B1E0-B36C-F919-A59CE5A4DBED}"/>
                  </a:ext>
                </a:extLst>
              </p:cNvPr>
              <p:cNvSpPr txBox="1"/>
              <p:nvPr/>
            </p:nvSpPr>
            <p:spPr>
              <a:xfrm>
                <a:off x="2710183" y="3054531"/>
                <a:ext cx="7433671" cy="5674630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971545" lvl="1" indent="-485773" algn="l">
                  <a:lnSpc>
                    <a:spcPct val="150000"/>
                  </a:lnSpc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en-PH" sz="50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9</m:t>
                    </m:r>
                    <m:sSup>
                      <m:sSupPr>
                        <m:ctrlPr>
                          <a:rPr lang="en-PH" sz="5000" b="0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</m:ctrlPr>
                      </m:sSupPr>
                      <m:e>
                        <m:r>
                          <a:rPr lang="en-PH" sz="5000" b="0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𝑥</m:t>
                        </m:r>
                      </m:e>
                      <m:sup>
                        <m:r>
                          <a:rPr lang="en-PH" sz="5000" b="0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2</m:t>
                        </m:r>
                      </m:sup>
                    </m:sSup>
                    <m:r>
                      <a:rPr lang="en-PH" sz="50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−27</m:t>
                    </m:r>
                    <m:r>
                      <a:rPr lang="en-PH" sz="50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𝑥</m:t>
                    </m:r>
                    <m:r>
                      <a:rPr lang="en-PH" sz="50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=0</m:t>
                    </m:r>
                  </m:oMath>
                </a14:m>
                <a:endParaRPr lang="en-PH" sz="5000" b="0" dirty="0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  <a:p>
                <a:pPr marL="971545" lvl="1" indent="-485773" algn="l">
                  <a:lnSpc>
                    <a:spcPct val="150000"/>
                  </a:lnSpc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en-PH" sz="50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4</m:t>
                    </m:r>
                    <m:sSup>
                      <m:sSupPr>
                        <m:ctrlPr>
                          <a:rPr lang="en-PH" sz="5000" b="0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</m:ctrlPr>
                      </m:sSupPr>
                      <m:e>
                        <m:r>
                          <a:rPr lang="en-PH" sz="5000" b="0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𝑥</m:t>
                        </m:r>
                      </m:e>
                      <m:sup>
                        <m:r>
                          <a:rPr lang="en-PH" sz="5000" b="0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2</m:t>
                        </m:r>
                      </m:sup>
                    </m:sSup>
                    <m:r>
                      <a:rPr lang="en-PH" sz="50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+16</m:t>
                    </m:r>
                    <m:r>
                      <a:rPr lang="en-PH" sz="50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𝑥</m:t>
                    </m:r>
                    <m:r>
                      <a:rPr lang="en-PH" sz="50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=0</m:t>
                    </m:r>
                  </m:oMath>
                </a14:m>
                <a:endParaRPr lang="en-PH" sz="5000" b="0" dirty="0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  <a:p>
                <a:pPr marL="971545" lvl="1" indent="-485773" algn="l">
                  <a:lnSpc>
                    <a:spcPct val="150000"/>
                  </a:lnSpc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en-PH" sz="50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12</m:t>
                    </m:r>
                    <m:sSup>
                      <m:sSupPr>
                        <m:ctrlPr>
                          <a:rPr lang="en-PH" sz="5000" b="0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</m:ctrlPr>
                      </m:sSupPr>
                      <m:e>
                        <m:r>
                          <a:rPr lang="en-PH" sz="5000" b="0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𝑥</m:t>
                        </m:r>
                      </m:e>
                      <m:sup>
                        <m:r>
                          <a:rPr lang="en-PH" sz="5000" b="0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2</m:t>
                        </m:r>
                      </m:sup>
                    </m:sSup>
                    <m:r>
                      <a:rPr lang="en-PH" sz="50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−36</m:t>
                    </m:r>
                    <m:r>
                      <a:rPr lang="en-PH" sz="50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𝑥</m:t>
                    </m:r>
                    <m:r>
                      <a:rPr lang="en-PH" sz="50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=0</m:t>
                    </m:r>
                  </m:oMath>
                </a14:m>
                <a:endParaRPr lang="en-PH" sz="5000" b="0" dirty="0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  <a:p>
                <a:pPr marL="971545" lvl="1" indent="-485773" algn="l">
                  <a:lnSpc>
                    <a:spcPct val="150000"/>
                  </a:lnSpc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en-PH" sz="50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15</m:t>
                    </m:r>
                    <m:sSup>
                      <m:sSupPr>
                        <m:ctrlPr>
                          <a:rPr lang="en-PH" sz="5000" b="0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</m:ctrlPr>
                      </m:sSupPr>
                      <m:e>
                        <m:r>
                          <a:rPr lang="en-PH" sz="5000" b="0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𝑥</m:t>
                        </m:r>
                      </m:e>
                      <m:sup>
                        <m:r>
                          <a:rPr lang="en-PH" sz="5000" b="0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2</m:t>
                        </m:r>
                      </m:sup>
                    </m:sSup>
                    <m:r>
                      <a:rPr lang="en-PH" sz="50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+30</m:t>
                    </m:r>
                    <m:r>
                      <a:rPr lang="en-PH" sz="50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𝑥</m:t>
                    </m:r>
                    <m:r>
                      <a:rPr lang="en-PH" sz="50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=0</m:t>
                    </m:r>
                  </m:oMath>
                </a14:m>
                <a:endParaRPr lang="en-PH" sz="5000" b="0" dirty="0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  <a:p>
                <a:pPr marL="971545" lvl="1" indent="-485773" algn="l">
                  <a:lnSpc>
                    <a:spcPct val="150000"/>
                  </a:lnSpc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en-PH" sz="50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3</m:t>
                    </m:r>
                    <m:sSup>
                      <m:sSupPr>
                        <m:ctrlPr>
                          <a:rPr lang="en-PH" sz="5000" b="0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</m:ctrlPr>
                      </m:sSupPr>
                      <m:e>
                        <m:r>
                          <a:rPr lang="en-PH" sz="5000" b="0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𝑥</m:t>
                        </m:r>
                      </m:e>
                      <m:sup>
                        <m:r>
                          <a:rPr lang="en-PH" sz="5000" b="0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2</m:t>
                        </m:r>
                      </m:sup>
                    </m:sSup>
                    <m:r>
                      <a:rPr lang="en-PH" sz="50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−15</m:t>
                    </m:r>
                    <m:r>
                      <a:rPr lang="en-PH" sz="50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𝑥</m:t>
                    </m:r>
                    <m:r>
                      <a:rPr lang="en-PH" sz="50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=0</m:t>
                    </m:r>
                  </m:oMath>
                </a14:m>
                <a:endParaRPr lang="en-PH" sz="5000" b="0" dirty="0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 xmlns="">
          <p:sp>
            <p:nvSpPr>
              <p:cNvPr id="11" name="TextBox 18">
                <a:extLst>
                  <a:ext uri="{FF2B5EF4-FFF2-40B4-BE49-F238E27FC236}">
                    <a16:creationId xmlns:a16="http://schemas.microsoft.com/office/drawing/2014/main" id="{BB492340-B1E0-B36C-F919-A59CE5A4DB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0183" y="3054531"/>
                <a:ext cx="7433671" cy="56746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98285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01DCAA-A877-5FBD-C966-BE4976D57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D69D76F-60DE-DA23-3BCE-972C5F40F768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DEE9733-10C5-5BE9-CC5C-FDD268BAB17C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E831D6D-B6C4-1AB3-E0A0-20C20E1B0ED0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FED36F6-5A70-0255-C4BA-B46347A462A5}"/>
              </a:ext>
            </a:extLst>
          </p:cNvPr>
          <p:cNvGrpSpPr/>
          <p:nvPr/>
        </p:nvGrpSpPr>
        <p:grpSpPr>
          <a:xfrm>
            <a:off x="2724931" y="1177261"/>
            <a:ext cx="12838139" cy="7932477"/>
            <a:chOff x="2724931" y="1177261"/>
            <a:chExt cx="12838139" cy="7932477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04F90239-4C72-8B2D-96F1-AFB7759004A9}"/>
                </a:ext>
              </a:extLst>
            </p:cNvPr>
            <p:cNvGrpSpPr/>
            <p:nvPr/>
          </p:nvGrpSpPr>
          <p:grpSpPr>
            <a:xfrm>
              <a:off x="2724931" y="1861553"/>
              <a:ext cx="12838139" cy="7248185"/>
              <a:chOff x="0" y="-38100"/>
              <a:chExt cx="3381238" cy="1908987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F43BCC58-B8ED-68B0-6D73-B6311865DB16}"/>
                  </a:ext>
                </a:extLst>
              </p:cNvPr>
              <p:cNvSpPr/>
              <p:nvPr/>
            </p:nvSpPr>
            <p:spPr>
              <a:xfrm>
                <a:off x="0" y="0"/>
                <a:ext cx="3381238" cy="1870887"/>
              </a:xfrm>
              <a:custGeom>
                <a:avLst/>
                <a:gdLst/>
                <a:ahLst/>
                <a:cxnLst/>
                <a:rect l="l" t="t" r="r" b="b"/>
                <a:pathLst>
                  <a:path w="3381238" h="1870887">
                    <a:moveTo>
                      <a:pt x="12061" y="0"/>
                    </a:moveTo>
                    <a:lnTo>
                      <a:pt x="3369177" y="0"/>
                    </a:lnTo>
                    <a:cubicBezTo>
                      <a:pt x="3375839" y="0"/>
                      <a:pt x="3381238" y="5400"/>
                      <a:pt x="3381238" y="12061"/>
                    </a:cubicBezTo>
                    <a:lnTo>
                      <a:pt x="3381238" y="1858826"/>
                    </a:lnTo>
                    <a:cubicBezTo>
                      <a:pt x="3381238" y="1862025"/>
                      <a:pt x="3379967" y="1865093"/>
                      <a:pt x="3377706" y="1867355"/>
                    </a:cubicBezTo>
                    <a:cubicBezTo>
                      <a:pt x="3375444" y="1869617"/>
                      <a:pt x="3372376" y="1870887"/>
                      <a:pt x="3369177" y="1870887"/>
                    </a:cubicBezTo>
                    <a:lnTo>
                      <a:pt x="12061" y="1870887"/>
                    </a:lnTo>
                    <a:cubicBezTo>
                      <a:pt x="8862" y="1870887"/>
                      <a:pt x="5794" y="1869617"/>
                      <a:pt x="3533" y="1867355"/>
                    </a:cubicBezTo>
                    <a:cubicBezTo>
                      <a:pt x="1271" y="1865093"/>
                      <a:pt x="0" y="1862025"/>
                      <a:pt x="0" y="1858826"/>
                    </a:cubicBezTo>
                    <a:lnTo>
                      <a:pt x="0" y="12061"/>
                    </a:lnTo>
                    <a:cubicBezTo>
                      <a:pt x="0" y="8862"/>
                      <a:pt x="1271" y="5794"/>
                      <a:pt x="3533" y="3533"/>
                    </a:cubicBezTo>
                    <a:cubicBezTo>
                      <a:pt x="5794" y="1271"/>
                      <a:pt x="8862" y="0"/>
                      <a:pt x="12061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BC21AE54-0E1D-AB64-929B-1C9E0075BC9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381238" cy="19089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0798DC20-8062-47CF-7D24-2A851794C1AD}"/>
                </a:ext>
              </a:extLst>
            </p:cNvPr>
            <p:cNvGrpSpPr/>
            <p:nvPr/>
          </p:nvGrpSpPr>
          <p:grpSpPr>
            <a:xfrm>
              <a:off x="4057932" y="1177261"/>
              <a:ext cx="10227067" cy="1657907"/>
              <a:chOff x="0" y="0"/>
              <a:chExt cx="2693549" cy="436650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3F2B0235-11B7-B2B7-7882-941393ECB303}"/>
                  </a:ext>
                </a:extLst>
              </p:cNvPr>
              <p:cNvSpPr/>
              <p:nvPr/>
            </p:nvSpPr>
            <p:spPr>
              <a:xfrm>
                <a:off x="0" y="0"/>
                <a:ext cx="2693549" cy="436650"/>
              </a:xfrm>
              <a:custGeom>
                <a:avLst/>
                <a:gdLst/>
                <a:ahLst/>
                <a:cxnLst/>
                <a:rect l="l" t="t" r="r" b="b"/>
                <a:pathLst>
                  <a:path w="2693549" h="436650">
                    <a:moveTo>
                      <a:pt x="15140" y="0"/>
                    </a:moveTo>
                    <a:lnTo>
                      <a:pt x="2678409" y="0"/>
                    </a:lnTo>
                    <a:cubicBezTo>
                      <a:pt x="2686770" y="0"/>
                      <a:pt x="2693549" y="6778"/>
                      <a:pt x="2693549" y="15140"/>
                    </a:cubicBezTo>
                    <a:lnTo>
                      <a:pt x="2693549" y="421510"/>
                    </a:lnTo>
                    <a:cubicBezTo>
                      <a:pt x="2693549" y="429872"/>
                      <a:pt x="2686770" y="436650"/>
                      <a:pt x="2678409" y="436650"/>
                    </a:cubicBezTo>
                    <a:lnTo>
                      <a:pt x="15140" y="436650"/>
                    </a:lnTo>
                    <a:cubicBezTo>
                      <a:pt x="6778" y="436650"/>
                      <a:pt x="0" y="429872"/>
                      <a:pt x="0" y="421510"/>
                    </a:cubicBezTo>
                    <a:lnTo>
                      <a:pt x="0" y="15140"/>
                    </a:lnTo>
                    <a:cubicBezTo>
                      <a:pt x="0" y="6778"/>
                      <a:pt x="6778" y="0"/>
                      <a:pt x="15140" y="0"/>
                    </a:cubicBezTo>
                    <a:close/>
                  </a:path>
                </a:pathLst>
              </a:custGeom>
              <a:solidFill>
                <a:srgbClr val="223939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C797C43E-A940-2AED-E424-7EB49248E82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693549" cy="4747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2">
                  <a:extLst>
                    <a:ext uri="{FF2B5EF4-FFF2-40B4-BE49-F238E27FC236}">
                      <a16:creationId xmlns:a16="http://schemas.microsoft.com/office/drawing/2014/main" id="{3F618FBC-8BD5-ED6A-D9E8-B543CBEB9458}"/>
                    </a:ext>
                  </a:extLst>
                </p:cNvPr>
                <p:cNvSpPr txBox="1"/>
                <p:nvPr/>
              </p:nvSpPr>
              <p:spPr>
                <a:xfrm>
                  <a:off x="2768195" y="3041456"/>
                  <a:ext cx="12308225" cy="718145"/>
                </a:xfrm>
                <a:prstGeom prst="rect">
                  <a:avLst/>
                </a:prstGeom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marL="431799" lvl="1" algn="just">
                    <a:lnSpc>
                      <a:spcPts val="5599"/>
                    </a:lnSpc>
                  </a:pPr>
                  <a:r>
                    <a:rPr lang="en-US" sz="4000" dirty="0">
                      <a:solidFill>
                        <a:srgbClr val="1C2B2B"/>
                      </a:solidFill>
                      <a:latin typeface="Monterchi"/>
                      <a:ea typeface="Monterchi"/>
                      <a:cs typeface="Monterchi"/>
                      <a:sym typeface="Monterchi"/>
                    </a:rPr>
                    <a:t>	A student solved the equation </a:t>
                  </a:r>
                  <a14:m>
                    <m:oMath xmlns:m="http://schemas.openxmlformats.org/officeDocument/2006/math">
                      <m:r>
                        <a:rPr lang="en-US" sz="4000" i="1" dirty="0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4</m:t>
                      </m:r>
                      <m:sSup>
                        <m:sSupPr>
                          <m:ctrlPr>
                            <a:rPr lang="en-US" sz="4000" i="1" dirty="0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sSupPr>
                        <m:e>
                          <m:r>
                            <a:rPr lang="en-US" sz="4000" i="1" dirty="0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𝑥</m:t>
                          </m:r>
                        </m:e>
                        <m:sup>
                          <m:r>
                            <a:rPr lang="en-US" sz="4000" i="1" dirty="0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2</m:t>
                          </m:r>
                        </m:sup>
                      </m:sSup>
                      <m:r>
                        <a:rPr lang="en-US" sz="4000" i="1" dirty="0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+20</m:t>
                      </m:r>
                      <m:r>
                        <a:rPr lang="en-US" sz="4000" i="1" dirty="0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𝑥</m:t>
                      </m:r>
                      <m:r>
                        <a:rPr lang="en-US" sz="4000" i="1" dirty="0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=0 </m:t>
                      </m:r>
                    </m:oMath>
                  </a14:m>
                  <a:r>
                    <a:rPr lang="en-US" sz="4000" dirty="0">
                      <a:solidFill>
                        <a:srgbClr val="1C2B2B"/>
                      </a:solidFill>
                      <a:latin typeface="Monterchi"/>
                      <a:ea typeface="Monterchi"/>
                      <a:cs typeface="Monterchi"/>
                      <a:sym typeface="Monterchi"/>
                    </a:rPr>
                    <a:t>as follows: </a:t>
                  </a:r>
                </a:p>
              </p:txBody>
            </p:sp>
          </mc:Choice>
          <mc:Fallback xmlns="">
            <p:sp>
              <p:nvSpPr>
                <p:cNvPr id="12" name="TextBox 12">
                  <a:extLst>
                    <a:ext uri="{FF2B5EF4-FFF2-40B4-BE49-F238E27FC236}">
                      <a16:creationId xmlns:a16="http://schemas.microsoft.com/office/drawing/2014/main" id="{3F618FBC-8BD5-ED6A-D9E8-B543CBEB94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68195" y="3041456"/>
                  <a:ext cx="12308225" cy="718145"/>
                </a:xfrm>
                <a:prstGeom prst="rect">
                  <a:avLst/>
                </a:prstGeom>
                <a:blipFill>
                  <a:blip r:embed="rId4"/>
                  <a:stretch>
                    <a:fillRect t="-2542" b="-46610"/>
                  </a:stretch>
                </a:blipFill>
              </p:spPr>
              <p:txBody>
                <a:bodyPr/>
                <a:lstStyle/>
                <a:p>
                  <a:r>
                    <a:rPr lang="en-PH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08B70D2C-AC8C-FF2D-44D7-C0E6BD1A99E2}"/>
                </a:ext>
              </a:extLst>
            </p:cNvPr>
            <p:cNvSpPr txBox="1"/>
            <p:nvPr/>
          </p:nvSpPr>
          <p:spPr>
            <a:xfrm>
              <a:off x="4334551" y="1414511"/>
              <a:ext cx="9655072" cy="10387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399"/>
                </a:lnSpc>
              </a:pPr>
              <a:r>
                <a:rPr lang="en-US" sz="5999" dirty="0">
                  <a:solidFill>
                    <a:srgbClr val="E1E1E1"/>
                  </a:solidFill>
                  <a:latin typeface="Bugaki"/>
                  <a:ea typeface="Bugaki"/>
                  <a:cs typeface="Bugaki"/>
                  <a:sym typeface="Bugaki"/>
                </a:rPr>
                <a:t>Error Analysis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8">
                <a:extLst>
                  <a:ext uri="{FF2B5EF4-FFF2-40B4-BE49-F238E27FC236}">
                    <a16:creationId xmlns:a16="http://schemas.microsoft.com/office/drawing/2014/main" id="{D4D01915-3780-81A0-759B-7797B487F5AA}"/>
                  </a:ext>
                </a:extLst>
              </p:cNvPr>
              <p:cNvSpPr txBox="1"/>
              <p:nvPr/>
            </p:nvSpPr>
            <p:spPr>
              <a:xfrm>
                <a:off x="5943600" y="3873784"/>
                <a:ext cx="7433671" cy="2769989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485772" lvl="1"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4000" b="0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4</m:t>
                      </m:r>
                      <m:r>
                        <a:rPr lang="en-PH" sz="4000" b="0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𝑥</m:t>
                      </m:r>
                      <m:d>
                        <m:dPr>
                          <m:ctrlPr>
                            <a:rPr lang="en-PH" sz="4000" b="0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dPr>
                        <m:e>
                          <m:r>
                            <a:rPr lang="en-PH" sz="4000" b="0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𝑥</m:t>
                          </m:r>
                          <m:r>
                            <a:rPr lang="en-PH" sz="4000" b="0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+5</m:t>
                          </m:r>
                        </m:e>
                      </m:d>
                      <m:r>
                        <a:rPr lang="en-PH" sz="4000" b="0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=0</m:t>
                      </m:r>
                    </m:oMath>
                  </m:oMathPara>
                </a14:m>
                <a:endParaRPr lang="en-PH" sz="4000" b="0" dirty="0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  <a:p>
                <a:pPr marL="485772" lvl="1"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4000" b="0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4</m:t>
                      </m:r>
                      <m:r>
                        <a:rPr lang="en-PH" sz="4000" b="0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𝑥</m:t>
                      </m:r>
                      <m:r>
                        <a:rPr lang="en-PH" sz="4000" b="0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=0</m:t>
                      </m:r>
                    </m:oMath>
                  </m:oMathPara>
                </a14:m>
                <a:endParaRPr lang="en-PH" sz="4000" b="0" dirty="0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  <a:p>
                <a:pPr marL="485772" lvl="1"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4000" b="0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𝑥</m:t>
                      </m:r>
                      <m:r>
                        <a:rPr lang="en-PH" sz="4000" b="0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=0</m:t>
                      </m:r>
                    </m:oMath>
                  </m:oMathPara>
                </a14:m>
                <a:endParaRPr lang="en-PH" sz="4000" b="0" dirty="0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 xmlns="">
          <p:sp>
            <p:nvSpPr>
              <p:cNvPr id="11" name="TextBox 18">
                <a:extLst>
                  <a:ext uri="{FF2B5EF4-FFF2-40B4-BE49-F238E27FC236}">
                    <a16:creationId xmlns:a16="http://schemas.microsoft.com/office/drawing/2014/main" id="{D4D01915-3780-81A0-759B-7797B487F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3873784"/>
                <a:ext cx="7433671" cy="276998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B2835F9-2046-5EA4-305D-CD1196A4C94F}"/>
                  </a:ext>
                </a:extLst>
              </p:cNvPr>
              <p:cNvSpPr txBox="1"/>
              <p:nvPr/>
            </p:nvSpPr>
            <p:spPr>
              <a:xfrm>
                <a:off x="2724930" y="6788434"/>
                <a:ext cx="12308225" cy="71814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ts val="5599"/>
                  </a:lnSpc>
                </a:pPr>
                <a:r>
                  <a:rPr lang="en-US" sz="4000" dirty="0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The student concluded that </a:t>
                </a:r>
                <a14:m>
                  <m:oMath xmlns:m="http://schemas.openxmlformats.org/officeDocument/2006/math">
                    <m:r>
                      <a:rPr lang="en-PH" sz="40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𝑥</m:t>
                    </m:r>
                    <m:r>
                      <a:rPr lang="en-PH" sz="4000" b="0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=0</m:t>
                    </m:r>
                  </m:oMath>
                </a14:m>
                <a:r>
                  <a:rPr lang="en-US" sz="4000" dirty="0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 is the only solution.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B2835F9-2046-5EA4-305D-CD1196A4C9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4930" y="6788434"/>
                <a:ext cx="12308225" cy="718145"/>
              </a:xfrm>
              <a:prstGeom prst="rect">
                <a:avLst/>
              </a:prstGeom>
              <a:blipFill>
                <a:blip r:embed="rId6"/>
                <a:stretch>
                  <a:fillRect t="-3419" b="-47009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14636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A22A61-F97D-4C0E-3939-D7195AD6B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34E6519-D1EE-ECC6-AA43-B42B5D0135ED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E93769D-C100-993D-CFB8-BDE5EB3DDBE3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CB1B859-C1AC-6364-4247-797BB55F7B01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326B9F2-D606-3B0E-F233-8A587D8EC0C2}"/>
              </a:ext>
            </a:extLst>
          </p:cNvPr>
          <p:cNvGrpSpPr/>
          <p:nvPr/>
        </p:nvGrpSpPr>
        <p:grpSpPr>
          <a:xfrm>
            <a:off x="457200" y="495300"/>
            <a:ext cx="12838140" cy="7932477"/>
            <a:chOff x="2724930" y="1177261"/>
            <a:chExt cx="12838140" cy="7932477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8BC8CD8-8C1B-D900-412D-F4F898456878}"/>
                </a:ext>
              </a:extLst>
            </p:cNvPr>
            <p:cNvGrpSpPr/>
            <p:nvPr/>
          </p:nvGrpSpPr>
          <p:grpSpPr>
            <a:xfrm>
              <a:off x="2724931" y="1177261"/>
              <a:ext cx="12838139" cy="7932477"/>
              <a:chOff x="2724931" y="1177261"/>
              <a:chExt cx="12838139" cy="7932477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384D3447-2007-5843-323B-001CA5CF1309}"/>
                  </a:ext>
                </a:extLst>
              </p:cNvPr>
              <p:cNvGrpSpPr/>
              <p:nvPr/>
            </p:nvGrpSpPr>
            <p:grpSpPr>
              <a:xfrm>
                <a:off x="2724931" y="1177261"/>
                <a:ext cx="12838139" cy="7932477"/>
                <a:chOff x="2724931" y="1177261"/>
                <a:chExt cx="12838139" cy="7932477"/>
              </a:xfrm>
            </p:grpSpPr>
            <p:grpSp>
              <p:nvGrpSpPr>
                <p:cNvPr id="5" name="Group 5">
                  <a:extLst>
                    <a:ext uri="{FF2B5EF4-FFF2-40B4-BE49-F238E27FC236}">
                      <a16:creationId xmlns:a16="http://schemas.microsoft.com/office/drawing/2014/main" id="{274AA7CE-8597-352E-EAF6-ACA34DB8D8F9}"/>
                    </a:ext>
                  </a:extLst>
                </p:cNvPr>
                <p:cNvGrpSpPr/>
                <p:nvPr/>
              </p:nvGrpSpPr>
              <p:grpSpPr>
                <a:xfrm>
                  <a:off x="2724931" y="1861553"/>
                  <a:ext cx="12838139" cy="7248185"/>
                  <a:chOff x="0" y="-38100"/>
                  <a:chExt cx="3381238" cy="1908987"/>
                </a:xfrm>
              </p:grpSpPr>
              <p:sp>
                <p:nvSpPr>
                  <p:cNvPr id="6" name="Freeform 6">
                    <a:extLst>
                      <a:ext uri="{FF2B5EF4-FFF2-40B4-BE49-F238E27FC236}">
                        <a16:creationId xmlns:a16="http://schemas.microsoft.com/office/drawing/2014/main" id="{D9D0AE6F-F246-D2DF-958F-B9505652E797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3381238" cy="18708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81238" h="1870887">
                        <a:moveTo>
                          <a:pt x="12061" y="0"/>
                        </a:moveTo>
                        <a:lnTo>
                          <a:pt x="3369177" y="0"/>
                        </a:lnTo>
                        <a:cubicBezTo>
                          <a:pt x="3375839" y="0"/>
                          <a:pt x="3381238" y="5400"/>
                          <a:pt x="3381238" y="12061"/>
                        </a:cubicBezTo>
                        <a:lnTo>
                          <a:pt x="3381238" y="1858826"/>
                        </a:lnTo>
                        <a:cubicBezTo>
                          <a:pt x="3381238" y="1862025"/>
                          <a:pt x="3379967" y="1865093"/>
                          <a:pt x="3377706" y="1867355"/>
                        </a:cubicBezTo>
                        <a:cubicBezTo>
                          <a:pt x="3375444" y="1869617"/>
                          <a:pt x="3372376" y="1870887"/>
                          <a:pt x="3369177" y="1870887"/>
                        </a:cubicBezTo>
                        <a:lnTo>
                          <a:pt x="12061" y="1870887"/>
                        </a:lnTo>
                        <a:cubicBezTo>
                          <a:pt x="8862" y="1870887"/>
                          <a:pt x="5794" y="1869617"/>
                          <a:pt x="3533" y="1867355"/>
                        </a:cubicBezTo>
                        <a:cubicBezTo>
                          <a:pt x="1271" y="1865093"/>
                          <a:pt x="0" y="1862025"/>
                          <a:pt x="0" y="1858826"/>
                        </a:cubicBezTo>
                        <a:lnTo>
                          <a:pt x="0" y="12061"/>
                        </a:lnTo>
                        <a:cubicBezTo>
                          <a:pt x="0" y="8862"/>
                          <a:pt x="1271" y="5794"/>
                          <a:pt x="3533" y="3533"/>
                        </a:cubicBezTo>
                        <a:cubicBezTo>
                          <a:pt x="5794" y="1271"/>
                          <a:pt x="8862" y="0"/>
                          <a:pt x="12061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</p:spPr>
                <p:txBody>
                  <a:bodyPr/>
                  <a:lstStyle/>
                  <a:p>
                    <a:endParaRPr lang="en-PH" dirty="0"/>
                  </a:p>
                </p:txBody>
              </p:sp>
              <p:sp>
                <p:nvSpPr>
                  <p:cNvPr id="7" name="TextBox 7">
                    <a:extLst>
                      <a:ext uri="{FF2B5EF4-FFF2-40B4-BE49-F238E27FC236}">
                        <a16:creationId xmlns:a16="http://schemas.microsoft.com/office/drawing/2014/main" id="{90B31065-5EDA-61CD-5A49-8D4CF879289D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38100"/>
                    <a:ext cx="3381238" cy="1908987"/>
                  </a:xfrm>
                  <a:prstGeom prst="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2659"/>
                      </a:lnSpc>
                    </a:pPr>
                    <a:endParaRPr/>
                  </a:p>
                </p:txBody>
              </p:sp>
            </p:grpSp>
            <p:grpSp>
              <p:nvGrpSpPr>
                <p:cNvPr id="8" name="Group 8">
                  <a:extLst>
                    <a:ext uri="{FF2B5EF4-FFF2-40B4-BE49-F238E27FC236}">
                      <a16:creationId xmlns:a16="http://schemas.microsoft.com/office/drawing/2014/main" id="{A2F39531-60DA-20FC-4606-A7A2EB63026A}"/>
                    </a:ext>
                  </a:extLst>
                </p:cNvPr>
                <p:cNvGrpSpPr/>
                <p:nvPr/>
              </p:nvGrpSpPr>
              <p:grpSpPr>
                <a:xfrm>
                  <a:off x="4057932" y="1177261"/>
                  <a:ext cx="10227067" cy="1657907"/>
                  <a:chOff x="0" y="0"/>
                  <a:chExt cx="2693549" cy="436650"/>
                </a:xfrm>
              </p:grpSpPr>
              <p:sp>
                <p:nvSpPr>
                  <p:cNvPr id="9" name="Freeform 9">
                    <a:extLst>
                      <a:ext uri="{FF2B5EF4-FFF2-40B4-BE49-F238E27FC236}">
                        <a16:creationId xmlns:a16="http://schemas.microsoft.com/office/drawing/2014/main" id="{76A07DD3-7639-46CA-EA51-83F93EBF4B54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2693549" cy="436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93549" h="436650">
                        <a:moveTo>
                          <a:pt x="15140" y="0"/>
                        </a:moveTo>
                        <a:lnTo>
                          <a:pt x="2678409" y="0"/>
                        </a:lnTo>
                        <a:cubicBezTo>
                          <a:pt x="2686770" y="0"/>
                          <a:pt x="2693549" y="6778"/>
                          <a:pt x="2693549" y="15140"/>
                        </a:cubicBezTo>
                        <a:lnTo>
                          <a:pt x="2693549" y="421510"/>
                        </a:lnTo>
                        <a:cubicBezTo>
                          <a:pt x="2693549" y="429872"/>
                          <a:pt x="2686770" y="436650"/>
                          <a:pt x="2678409" y="436650"/>
                        </a:cubicBezTo>
                        <a:lnTo>
                          <a:pt x="15140" y="436650"/>
                        </a:lnTo>
                        <a:cubicBezTo>
                          <a:pt x="6778" y="436650"/>
                          <a:pt x="0" y="429872"/>
                          <a:pt x="0" y="421510"/>
                        </a:cubicBezTo>
                        <a:lnTo>
                          <a:pt x="0" y="15140"/>
                        </a:lnTo>
                        <a:cubicBezTo>
                          <a:pt x="0" y="6778"/>
                          <a:pt x="6778" y="0"/>
                          <a:pt x="15140" y="0"/>
                        </a:cubicBezTo>
                        <a:close/>
                      </a:path>
                    </a:pathLst>
                  </a:custGeom>
                  <a:solidFill>
                    <a:srgbClr val="223939"/>
                  </a:solidFill>
                </p:spPr>
                <p:txBody>
                  <a:bodyPr/>
                  <a:lstStyle/>
                  <a:p>
                    <a:endParaRPr lang="en-PH"/>
                  </a:p>
                </p:txBody>
              </p:sp>
              <p:sp>
                <p:nvSpPr>
                  <p:cNvPr id="10" name="TextBox 10">
                    <a:extLst>
                      <a:ext uri="{FF2B5EF4-FFF2-40B4-BE49-F238E27FC236}">
                        <a16:creationId xmlns:a16="http://schemas.microsoft.com/office/drawing/2014/main" id="{096FD474-DC31-7441-7C9D-4A7AF00F7EA3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38100"/>
                    <a:ext cx="2693549" cy="474750"/>
                  </a:xfrm>
                  <a:prstGeom prst="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2659"/>
                      </a:lnSpc>
                    </a:pPr>
                    <a:endParaRPr/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" name="TextBox 12">
                      <a:extLst>
                        <a:ext uri="{FF2B5EF4-FFF2-40B4-BE49-F238E27FC236}">
                          <a16:creationId xmlns:a16="http://schemas.microsoft.com/office/drawing/2014/main" id="{891A9171-0091-4BD6-604B-2DB4CA57FDC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68195" y="3041456"/>
                      <a:ext cx="12308225" cy="718145"/>
                    </a:xfrm>
                    <a:prstGeom prst="rect">
                      <a:avLst/>
                    </a:prstGeom>
                  </p:spPr>
                  <p:txBody>
                    <a:bodyPr wrap="square" lIns="0" tIns="0" rIns="0" bIns="0" rtlCol="0" anchor="t">
                      <a:spAutoFit/>
                    </a:bodyPr>
                    <a:lstStyle/>
                    <a:p>
                      <a:pPr marL="431799" lvl="1" algn="just">
                        <a:lnSpc>
                          <a:spcPts val="5599"/>
                        </a:lnSpc>
                      </a:pPr>
                      <a:r>
                        <a:rPr lang="en-US" sz="4000" dirty="0">
                          <a:solidFill>
                            <a:srgbClr val="1C2B2B"/>
                          </a:solidFill>
                          <a:latin typeface="Monterchi"/>
                          <a:ea typeface="Monterchi"/>
                          <a:cs typeface="Monterchi"/>
                          <a:sym typeface="Monterchi"/>
                        </a:rPr>
                        <a:t>	A student solved the equation </a:t>
                      </a:r>
                      <a14:m>
                        <m:oMath xmlns:m="http://schemas.openxmlformats.org/officeDocument/2006/math">
                          <m:r>
                            <a:rPr lang="en-US" sz="4000" i="1" dirty="0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4</m:t>
                          </m:r>
                          <m:sSup>
                            <m:sSupPr>
                              <m:ctrlPr>
                                <a:rPr lang="en-US" sz="4000" i="1" dirty="0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</m:ctrlPr>
                            </m:sSupPr>
                            <m:e>
                              <m:r>
                                <a:rPr lang="en-US" sz="4000" i="1" dirty="0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4000" i="1" dirty="0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4000" i="1" dirty="0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+20</m:t>
                          </m:r>
                          <m:r>
                            <a:rPr lang="en-US" sz="4000" i="1" dirty="0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𝑥</m:t>
                          </m:r>
                          <m:r>
                            <a:rPr lang="en-US" sz="4000" i="1" dirty="0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=0 </m:t>
                          </m:r>
                        </m:oMath>
                      </a14:m>
                      <a:r>
                        <a:rPr lang="en-US" sz="4000" dirty="0">
                          <a:solidFill>
                            <a:srgbClr val="1C2B2B"/>
                          </a:solidFill>
                          <a:latin typeface="Monterchi"/>
                          <a:ea typeface="Monterchi"/>
                          <a:cs typeface="Monterchi"/>
                          <a:sym typeface="Monterchi"/>
                        </a:rPr>
                        <a:t>as follows: </a:t>
                      </a:r>
                    </a:p>
                  </p:txBody>
                </p:sp>
              </mc:Choice>
              <mc:Fallback xmlns="">
                <p:sp>
                  <p:nvSpPr>
                    <p:cNvPr id="12" name="TextBox 12">
                      <a:extLst>
                        <a:ext uri="{FF2B5EF4-FFF2-40B4-BE49-F238E27FC236}">
                          <a16:creationId xmlns:a16="http://schemas.microsoft.com/office/drawing/2014/main" id="{891A9171-0091-4BD6-604B-2DB4CA57FDC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768195" y="3041456"/>
                      <a:ext cx="12308225" cy="718145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t="-1695" b="-4745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PH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9" name="TextBox 19">
                  <a:extLst>
                    <a:ext uri="{FF2B5EF4-FFF2-40B4-BE49-F238E27FC236}">
                      <a16:creationId xmlns:a16="http://schemas.microsoft.com/office/drawing/2014/main" id="{0E08A737-CEF4-7A69-9D3D-54181A7750B2}"/>
                    </a:ext>
                  </a:extLst>
                </p:cNvPr>
                <p:cNvSpPr txBox="1"/>
                <p:nvPr/>
              </p:nvSpPr>
              <p:spPr>
                <a:xfrm>
                  <a:off x="4334551" y="1414511"/>
                  <a:ext cx="9655072" cy="1038746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ctr">
                    <a:lnSpc>
                      <a:spcPts val="8399"/>
                    </a:lnSpc>
                  </a:pPr>
                  <a:r>
                    <a:rPr lang="en-US" sz="5999" dirty="0">
                      <a:solidFill>
                        <a:srgbClr val="E1E1E1"/>
                      </a:solidFill>
                      <a:latin typeface="Bugaki"/>
                      <a:ea typeface="Bugaki"/>
                      <a:cs typeface="Bugaki"/>
                      <a:sym typeface="Bugaki"/>
                    </a:rPr>
                    <a:t>Error Analysis</a:t>
                  </a: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8">
                    <a:extLst>
                      <a:ext uri="{FF2B5EF4-FFF2-40B4-BE49-F238E27FC236}">
                        <a16:creationId xmlns:a16="http://schemas.microsoft.com/office/drawing/2014/main" id="{E861A8AA-761D-F482-B1F1-6D94DC8468FD}"/>
                      </a:ext>
                    </a:extLst>
                  </p:cNvPr>
                  <p:cNvSpPr txBox="1"/>
                  <p:nvPr/>
                </p:nvSpPr>
                <p:spPr>
                  <a:xfrm>
                    <a:off x="5943600" y="3873784"/>
                    <a:ext cx="7433671" cy="2769989"/>
                  </a:xfrm>
                  <a:prstGeom prst="rect">
                    <a:avLst/>
                  </a:prstGeom>
                </p:spPr>
                <p:txBody>
                  <a:bodyPr lIns="0" tIns="0" rIns="0" bIns="0" rtlCol="0" anchor="t">
                    <a:spAutoFit/>
                  </a:bodyPr>
                  <a:lstStyle/>
                  <a:p>
                    <a:pPr marL="485772" lvl="1" algn="l">
                      <a:lnSpc>
                        <a:spcPct val="150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PH" sz="4000" b="0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4</m:t>
                          </m:r>
                          <m:r>
                            <a:rPr lang="en-PH" sz="4000" b="0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𝑥</m:t>
                          </m:r>
                          <m:d>
                            <m:dPr>
                              <m:ctrlPr>
                                <a:rPr lang="en-PH" sz="4000" b="0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</m:ctrlPr>
                            </m:dPr>
                            <m:e>
                              <m:r>
                                <a:rPr lang="en-PH" sz="4000" b="0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𝑥</m:t>
                              </m:r>
                              <m:r>
                                <a:rPr lang="en-PH" sz="4000" b="0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+5</m:t>
                              </m:r>
                            </m:e>
                          </m:d>
                          <m:r>
                            <a:rPr lang="en-PH" sz="4000" b="0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=0</m:t>
                          </m:r>
                        </m:oMath>
                      </m:oMathPara>
                    </a14:m>
                    <a:endParaRPr lang="en-PH" sz="4000" b="0" dirty="0">
                      <a:solidFill>
                        <a:srgbClr val="1C2B2B"/>
                      </a:solidFill>
                      <a:latin typeface="Monterchi"/>
                      <a:ea typeface="Monterchi"/>
                      <a:cs typeface="Monterchi"/>
                      <a:sym typeface="Monterchi"/>
                    </a:endParaRPr>
                  </a:p>
                  <a:p>
                    <a:pPr marL="485772" lvl="1" algn="l">
                      <a:lnSpc>
                        <a:spcPct val="150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PH" sz="4000" b="0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4</m:t>
                          </m:r>
                          <m:r>
                            <a:rPr lang="en-PH" sz="4000" b="0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𝑥</m:t>
                          </m:r>
                          <m:r>
                            <a:rPr lang="en-PH" sz="4000" b="0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=0</m:t>
                          </m:r>
                        </m:oMath>
                      </m:oMathPara>
                    </a14:m>
                    <a:endParaRPr lang="en-PH" sz="4000" b="0" dirty="0">
                      <a:solidFill>
                        <a:srgbClr val="1C2B2B"/>
                      </a:solidFill>
                      <a:latin typeface="Monterchi"/>
                      <a:ea typeface="Monterchi"/>
                      <a:cs typeface="Monterchi"/>
                      <a:sym typeface="Monterchi"/>
                    </a:endParaRPr>
                  </a:p>
                  <a:p>
                    <a:pPr marL="485772" lvl="1" algn="l">
                      <a:lnSpc>
                        <a:spcPct val="150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PH" sz="4000" b="0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𝑥</m:t>
                          </m:r>
                          <m:r>
                            <a:rPr lang="en-PH" sz="4000" b="0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=0</m:t>
                          </m:r>
                        </m:oMath>
                      </m:oMathPara>
                    </a14:m>
                    <a:endParaRPr lang="en-PH" sz="4000" b="0" dirty="0">
                      <a:solidFill>
                        <a:srgbClr val="1C2B2B"/>
                      </a:solidFill>
                      <a:latin typeface="Monterchi"/>
                      <a:ea typeface="Monterchi"/>
                      <a:cs typeface="Monterchi"/>
                      <a:sym typeface="Monterchi"/>
                    </a:endParaRPr>
                  </a:p>
                </p:txBody>
              </p:sp>
            </mc:Choice>
            <mc:Fallback xmlns="">
              <p:sp>
                <p:nvSpPr>
                  <p:cNvPr id="11" name="TextBox 18">
                    <a:extLst>
                      <a:ext uri="{FF2B5EF4-FFF2-40B4-BE49-F238E27FC236}">
                        <a16:creationId xmlns:a16="http://schemas.microsoft.com/office/drawing/2014/main" id="{E861A8AA-761D-F482-B1F1-6D94DC8468F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43600" y="3873784"/>
                    <a:ext cx="7433671" cy="276998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PH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86DB463-E5CE-7CE7-D423-BA3B5CDCC21F}"/>
                    </a:ext>
                  </a:extLst>
                </p:cNvPr>
                <p:cNvSpPr txBox="1"/>
                <p:nvPr/>
              </p:nvSpPr>
              <p:spPr>
                <a:xfrm>
                  <a:off x="2724930" y="6788434"/>
                  <a:ext cx="12308225" cy="718145"/>
                </a:xfrm>
                <a:prstGeom prst="rect">
                  <a:avLst/>
                </a:prstGeom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marL="431799" lvl="1" algn="just">
                    <a:lnSpc>
                      <a:spcPts val="5599"/>
                    </a:lnSpc>
                  </a:pPr>
                  <a:r>
                    <a:rPr lang="en-US" sz="4000" dirty="0">
                      <a:solidFill>
                        <a:srgbClr val="1C2B2B"/>
                      </a:solidFill>
                      <a:latin typeface="Monterchi"/>
                      <a:ea typeface="Monterchi"/>
                      <a:cs typeface="Monterchi"/>
                      <a:sym typeface="Monterchi"/>
                    </a:rPr>
                    <a:t>The student concluded that </a:t>
                  </a:r>
                  <a14:m>
                    <m:oMath xmlns:m="http://schemas.openxmlformats.org/officeDocument/2006/math">
                      <m:r>
                        <a:rPr lang="en-PH" sz="4000" b="0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𝑥</m:t>
                      </m:r>
                      <m:r>
                        <a:rPr lang="en-PH" sz="4000" b="0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=0</m:t>
                      </m:r>
                    </m:oMath>
                  </a14:m>
                  <a:r>
                    <a:rPr lang="en-US" sz="4000" dirty="0">
                      <a:solidFill>
                        <a:srgbClr val="1C2B2B"/>
                      </a:solidFill>
                      <a:latin typeface="Monterchi"/>
                      <a:ea typeface="Monterchi"/>
                      <a:cs typeface="Monterchi"/>
                      <a:sym typeface="Monterchi"/>
                    </a:rPr>
                    <a:t> is the only solution. </a:t>
                  </a: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86DB463-E5CE-7CE7-D423-BA3B5CDCC2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24930" y="6788434"/>
                  <a:ext cx="12308225" cy="718145"/>
                </a:xfrm>
                <a:prstGeom prst="rect">
                  <a:avLst/>
                </a:prstGeom>
                <a:blipFill>
                  <a:blip r:embed="rId6"/>
                  <a:stretch>
                    <a:fillRect t="-3390" b="-45763"/>
                  </a:stretch>
                </a:blipFill>
              </p:spPr>
              <p:txBody>
                <a:bodyPr/>
                <a:lstStyle/>
                <a:p>
                  <a:r>
                    <a:rPr lang="en-PH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" name="Freeform 9">
            <a:extLst>
              <a:ext uri="{FF2B5EF4-FFF2-40B4-BE49-F238E27FC236}">
                <a16:creationId xmlns:a16="http://schemas.microsoft.com/office/drawing/2014/main" id="{927C91BB-581B-9CA2-6FD1-99830AC2A3EF}"/>
              </a:ext>
            </a:extLst>
          </p:cNvPr>
          <p:cNvSpPr/>
          <p:nvPr/>
        </p:nvSpPr>
        <p:spPr>
          <a:xfrm>
            <a:off x="7391400" y="7269831"/>
            <a:ext cx="10165379" cy="2337538"/>
          </a:xfrm>
          <a:custGeom>
            <a:avLst/>
            <a:gdLst/>
            <a:ahLst/>
            <a:cxnLst/>
            <a:rect l="l" t="t" r="r" b="b"/>
            <a:pathLst>
              <a:path w="2693549" h="436650">
                <a:moveTo>
                  <a:pt x="15140" y="0"/>
                </a:moveTo>
                <a:lnTo>
                  <a:pt x="2678409" y="0"/>
                </a:lnTo>
                <a:cubicBezTo>
                  <a:pt x="2686770" y="0"/>
                  <a:pt x="2693549" y="6778"/>
                  <a:pt x="2693549" y="15140"/>
                </a:cubicBezTo>
                <a:lnTo>
                  <a:pt x="2693549" y="421510"/>
                </a:lnTo>
                <a:cubicBezTo>
                  <a:pt x="2693549" y="429872"/>
                  <a:pt x="2686770" y="436650"/>
                  <a:pt x="2678409" y="436650"/>
                </a:cubicBezTo>
                <a:lnTo>
                  <a:pt x="15140" y="436650"/>
                </a:lnTo>
                <a:cubicBezTo>
                  <a:pt x="6778" y="436650"/>
                  <a:pt x="0" y="429872"/>
                  <a:pt x="0" y="421510"/>
                </a:cubicBezTo>
                <a:lnTo>
                  <a:pt x="0" y="15140"/>
                </a:lnTo>
                <a:cubicBezTo>
                  <a:pt x="0" y="6778"/>
                  <a:pt x="6778" y="0"/>
                  <a:pt x="15140" y="0"/>
                </a:cubicBezTo>
                <a:close/>
              </a:path>
            </a:pathLst>
          </a:custGeom>
          <a:solidFill>
            <a:srgbClr val="223939"/>
          </a:solidFill>
        </p:spPr>
        <p:txBody>
          <a:bodyPr/>
          <a:lstStyle/>
          <a:p>
            <a:endParaRPr lang="en-PH"/>
          </a:p>
        </p:txBody>
      </p:sp>
      <p:sp>
        <p:nvSpPr>
          <p:cNvPr id="18" name="TextBox 19">
            <a:extLst>
              <a:ext uri="{FF2B5EF4-FFF2-40B4-BE49-F238E27FC236}">
                <a16:creationId xmlns:a16="http://schemas.microsoft.com/office/drawing/2014/main" id="{3F587957-DB0D-117A-FDF4-70EAE370EAF6}"/>
              </a:ext>
            </a:extLst>
          </p:cNvPr>
          <p:cNvSpPr txBox="1"/>
          <p:nvPr/>
        </p:nvSpPr>
        <p:spPr>
          <a:xfrm>
            <a:off x="8702001" y="7380618"/>
            <a:ext cx="8126847" cy="21159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000" dirty="0">
                <a:solidFill>
                  <a:srgbClr val="E1E1E1"/>
                </a:solidFill>
                <a:latin typeface="Bugaki"/>
                <a:ea typeface="Bugaki"/>
                <a:cs typeface="Bugaki"/>
                <a:sym typeface="Bugaki"/>
              </a:rPr>
              <a:t>Is the student’s solution complete?</a:t>
            </a:r>
          </a:p>
        </p:txBody>
      </p:sp>
    </p:spTree>
    <p:extLst>
      <p:ext uri="{BB962C8B-B14F-4D97-AF65-F5344CB8AC3E}">
        <p14:creationId xmlns:p14="http://schemas.microsoft.com/office/powerpoint/2010/main" val="6427240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A7E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70208" y="2079876"/>
            <a:ext cx="15747584" cy="7178424"/>
            <a:chOff x="0" y="0"/>
            <a:chExt cx="4147512" cy="18906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47512" cy="1890614"/>
            </a:xfrm>
            <a:custGeom>
              <a:avLst/>
              <a:gdLst/>
              <a:ahLst/>
              <a:cxnLst/>
              <a:rect l="l" t="t" r="r" b="b"/>
              <a:pathLst>
                <a:path w="4147512" h="1890614">
                  <a:moveTo>
                    <a:pt x="25073" y="0"/>
                  </a:moveTo>
                  <a:lnTo>
                    <a:pt x="4122439" y="0"/>
                  </a:lnTo>
                  <a:cubicBezTo>
                    <a:pt x="4136286" y="0"/>
                    <a:pt x="4147512" y="11226"/>
                    <a:pt x="4147512" y="25073"/>
                  </a:cubicBezTo>
                  <a:lnTo>
                    <a:pt x="4147512" y="1865541"/>
                  </a:lnTo>
                  <a:cubicBezTo>
                    <a:pt x="4147512" y="1879388"/>
                    <a:pt x="4136286" y="1890614"/>
                    <a:pt x="4122439" y="1890614"/>
                  </a:cubicBezTo>
                  <a:lnTo>
                    <a:pt x="25073" y="1890614"/>
                  </a:lnTo>
                  <a:cubicBezTo>
                    <a:pt x="11226" y="1890614"/>
                    <a:pt x="0" y="1879388"/>
                    <a:pt x="0" y="1865541"/>
                  </a:cubicBezTo>
                  <a:lnTo>
                    <a:pt x="0" y="25073"/>
                  </a:lnTo>
                  <a:cubicBezTo>
                    <a:pt x="0" y="11226"/>
                    <a:pt x="11226" y="0"/>
                    <a:pt x="25073" y="0"/>
                  </a:cubicBezTo>
                  <a:close/>
                </a:path>
              </a:pathLst>
            </a:custGeom>
            <a:solidFill>
              <a:srgbClr val="FFFFFF"/>
            </a:solidFill>
            <a:ln w="123825" cap="rnd">
              <a:solidFill>
                <a:srgbClr val="1C2B2B"/>
              </a:solidFill>
              <a:prstDash val="lgDash"/>
              <a:round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147512" cy="19287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2029458">
            <a:off x="15231605" y="7265924"/>
            <a:ext cx="4055390" cy="3453841"/>
          </a:xfrm>
          <a:custGeom>
            <a:avLst/>
            <a:gdLst/>
            <a:ahLst/>
            <a:cxnLst/>
            <a:rect l="l" t="t" r="r" b="b"/>
            <a:pathLst>
              <a:path w="4055390" h="3453841">
                <a:moveTo>
                  <a:pt x="0" y="0"/>
                </a:moveTo>
                <a:lnTo>
                  <a:pt x="4055390" y="0"/>
                </a:lnTo>
                <a:lnTo>
                  <a:pt x="4055390" y="3453841"/>
                </a:lnTo>
                <a:lnTo>
                  <a:pt x="0" y="34538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9" name="Freeform 9"/>
          <p:cNvSpPr/>
          <p:nvPr/>
        </p:nvSpPr>
        <p:spPr>
          <a:xfrm rot="8795828">
            <a:off x="-1149908" y="-324704"/>
            <a:ext cx="4016275" cy="3365304"/>
          </a:xfrm>
          <a:custGeom>
            <a:avLst/>
            <a:gdLst/>
            <a:ahLst/>
            <a:cxnLst/>
            <a:rect l="l" t="t" r="r" b="b"/>
            <a:pathLst>
              <a:path w="4016275" h="3365304">
                <a:moveTo>
                  <a:pt x="0" y="0"/>
                </a:moveTo>
                <a:lnTo>
                  <a:pt x="4016274" y="0"/>
                </a:lnTo>
                <a:lnTo>
                  <a:pt x="4016274" y="3365303"/>
                </a:lnTo>
                <a:lnTo>
                  <a:pt x="0" y="33653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0" name="TextBox 10"/>
          <p:cNvSpPr txBox="1"/>
          <p:nvPr/>
        </p:nvSpPr>
        <p:spPr>
          <a:xfrm>
            <a:off x="1735151" y="2925871"/>
            <a:ext cx="14817697" cy="5078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798" lvl="1" algn="l">
              <a:lnSpc>
                <a:spcPct val="150000"/>
              </a:lnSpc>
            </a:pPr>
            <a:r>
              <a:rPr lang="en-US" sz="5500" dirty="0">
                <a:solidFill>
                  <a:srgbClr val="1C2B2B"/>
                </a:solidFill>
                <a:latin typeface="Monterchi"/>
                <a:ea typeface="Monterchi"/>
                <a:cs typeface="Monterchi"/>
                <a:sym typeface="Monterchi"/>
              </a:rPr>
              <a:t>When a classmate struggles to factor an equation or understand the Zero Product Property, how can you show compassion by guiding them toward the solution instead of simply giving them the answer?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4356023" y="1401982"/>
            <a:ext cx="11139413" cy="1355789"/>
            <a:chOff x="0" y="0"/>
            <a:chExt cx="2933837" cy="3570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933837" cy="357080"/>
            </a:xfrm>
            <a:custGeom>
              <a:avLst/>
              <a:gdLst/>
              <a:ahLst/>
              <a:cxnLst/>
              <a:rect l="l" t="t" r="r" b="b"/>
              <a:pathLst>
                <a:path w="2933837" h="357080">
                  <a:moveTo>
                    <a:pt x="13900" y="0"/>
                  </a:moveTo>
                  <a:lnTo>
                    <a:pt x="2919937" y="0"/>
                  </a:lnTo>
                  <a:cubicBezTo>
                    <a:pt x="2927614" y="0"/>
                    <a:pt x="2933837" y="6223"/>
                    <a:pt x="2933837" y="13900"/>
                  </a:cubicBezTo>
                  <a:lnTo>
                    <a:pt x="2933837" y="343180"/>
                  </a:lnTo>
                  <a:cubicBezTo>
                    <a:pt x="2933837" y="346867"/>
                    <a:pt x="2932373" y="350402"/>
                    <a:pt x="2929766" y="353009"/>
                  </a:cubicBezTo>
                  <a:cubicBezTo>
                    <a:pt x="2927159" y="355616"/>
                    <a:pt x="2923624" y="357080"/>
                    <a:pt x="2919937" y="357080"/>
                  </a:cubicBezTo>
                  <a:lnTo>
                    <a:pt x="13900" y="357080"/>
                  </a:lnTo>
                  <a:cubicBezTo>
                    <a:pt x="10214" y="357080"/>
                    <a:pt x="6678" y="355616"/>
                    <a:pt x="4071" y="353009"/>
                  </a:cubicBezTo>
                  <a:cubicBezTo>
                    <a:pt x="1464" y="350402"/>
                    <a:pt x="0" y="346867"/>
                    <a:pt x="0" y="343180"/>
                  </a:cubicBezTo>
                  <a:lnTo>
                    <a:pt x="0" y="13900"/>
                  </a:lnTo>
                  <a:cubicBezTo>
                    <a:pt x="0" y="6223"/>
                    <a:pt x="6223" y="0"/>
                    <a:pt x="13900" y="0"/>
                  </a:cubicBezTo>
                  <a:close/>
                </a:path>
              </a:pathLst>
            </a:custGeom>
            <a:solidFill>
              <a:srgbClr val="223939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933837" cy="3951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727412" y="1822438"/>
            <a:ext cx="10396634" cy="990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10000" dirty="0">
                <a:solidFill>
                  <a:srgbClr val="E1E1E1"/>
                </a:solidFill>
                <a:latin typeface="Bugaki"/>
                <a:ea typeface="Bugaki"/>
                <a:cs typeface="Bugaki"/>
                <a:sym typeface="Bugaki"/>
              </a:rPr>
              <a:t>Compassion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06051ca-0ac7-4425-87d7-57354384b50f" xsi:nil="true"/>
    <lcf76f155ced4ddcb4097134ff3c332f xmlns="9af8d393-aa17-400d-a7a8-b22c6a5247f0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24AE54D3B7ABF4E94265188B1A3732A" ma:contentTypeVersion="10" ma:contentTypeDescription="Create a new document." ma:contentTypeScope="" ma:versionID="d59c04619bafb1e42b43ede57214fcd9">
  <xsd:schema xmlns:xsd="http://www.w3.org/2001/XMLSchema" xmlns:xs="http://www.w3.org/2001/XMLSchema" xmlns:p="http://schemas.microsoft.com/office/2006/metadata/properties" xmlns:ns2="9af8d393-aa17-400d-a7a8-b22c6a5247f0" xmlns:ns3="f06051ca-0ac7-4425-87d7-57354384b50f" targetNamespace="http://schemas.microsoft.com/office/2006/metadata/properties" ma:root="true" ma:fieldsID="972f344bc57fd1c457fb3445845fee4d" ns2:_="" ns3:_="">
    <xsd:import namespace="9af8d393-aa17-400d-a7a8-b22c6a5247f0"/>
    <xsd:import namespace="f06051ca-0ac7-4425-87d7-57354384b50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f8d393-aa17-400d-a7a8-b22c6a5247f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da769e0-a300-417a-b7fa-e0277e530aa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6051ca-0ac7-4425-87d7-57354384b50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d8e6903-f70f-4293-bd91-5adc119538b8}" ma:internalName="TaxCatchAll" ma:showField="CatchAllData" ma:web="f06051ca-0ac7-4425-87d7-57354384b50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45038C5-F201-4523-9B88-D2CABEBED814}">
  <ds:schemaRefs>
    <ds:schemaRef ds:uri="http://schemas.microsoft.com/office/2006/metadata/properties"/>
    <ds:schemaRef ds:uri="http://schemas.microsoft.com/office/infopath/2007/PartnerControls"/>
    <ds:schemaRef ds:uri="f06051ca-0ac7-4425-87d7-57354384b50f"/>
    <ds:schemaRef ds:uri="9af8d393-aa17-400d-a7a8-b22c6a5247f0"/>
  </ds:schemaRefs>
</ds:datastoreItem>
</file>

<file path=customXml/itemProps2.xml><?xml version="1.0" encoding="utf-8"?>
<ds:datastoreItem xmlns:ds="http://schemas.openxmlformats.org/officeDocument/2006/customXml" ds:itemID="{F2F4E20D-70C4-4EFF-82C1-54D13D340CE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718753-9914-4F6F-A7E2-AEEF5C0F3CA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af8d393-aa17-400d-a7a8-b22c6a5247f0"/>
    <ds:schemaRef ds:uri="f06051ca-0ac7-4425-87d7-57354384b50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378</Words>
  <Application>Microsoft Office PowerPoint</Application>
  <PresentationFormat>Custom</PresentationFormat>
  <Paragraphs>57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Number Sets Theory Presentation</dc:title>
  <dc:creator>Joshua</dc:creator>
  <cp:lastModifiedBy>Joshua Fajardo</cp:lastModifiedBy>
  <cp:revision>5</cp:revision>
  <dcterms:created xsi:type="dcterms:W3CDTF">2006-08-16T00:00:00Z</dcterms:created>
  <dcterms:modified xsi:type="dcterms:W3CDTF">2026-07-29T13:28:43Z</dcterms:modified>
  <dc:identifier>DAHN2bCAxp0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0x010100224AE54D3B7ABF4E94265188B1A3732A</vt:lpwstr>
  </property>
  <property fmtid="{D5CDD505-2E9C-101B-9397-08002B2CF9AE}" pid="3" name="MediaServiceImageTags">
    <vt:lpwstr/>
  </property>
</Properties>
</file>