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ngesInfos/changesInfo1.xml" ContentType="application/vnd.ms-powerpoint.changesinfo+xml"/>
  <Override PartName="/ppt/slides/slide16.xml" ContentType="application/vnd.openxmlformats-officedocument.presentationml.slide+xml"/>
  <Override PartName="/ppt/revisionInfo.xml" ContentType="application/vnd.ms-powerpoint.revisioninfo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5" r:id="rId4"/>
    <p:sldId id="294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291" r:id="rId17"/>
    <p:sldId id="289" r:id="rId18"/>
    <p:sldId id="310" r:id="rId19"/>
    <p:sldId id="298" r:id="rId20"/>
    <p:sldId id="281" r:id="rId21"/>
    <p:sldId id="262" r:id="rId22"/>
  </p:sldIdLst>
  <p:sldSz cx="18288000" cy="10287000"/>
  <p:notesSz cx="6858000" cy="9144000"/>
  <p:embeddedFontLst>
    <p:embeddedFont>
      <p:font typeface="Borsok" panose="02000503000000020002" charset="0"/>
      <p:regular r:id="rId23"/>
    </p:embeddedFont>
    <p:embeddedFont>
      <p:font typeface="Bugaki" panose="020B0604020202020204" charset="0"/>
      <p:regular r:id="rId24"/>
    </p:embeddedFont>
    <p:embeddedFont>
      <p:font typeface="Cambria Math" panose="02040503050406030204" pitchFamily="18" charset="0"/>
      <p:regular r:id="rId25"/>
    </p:embeddedFont>
    <p:embeddedFont>
      <p:font typeface="Monterchi" panose="020B0604020202020204" charset="0"/>
      <p:regular r:id="rId26"/>
    </p:embeddedFont>
    <p:embeddedFont>
      <p:font typeface="Monterchi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145752-7D48-1F95-B337-874C2963FC9C}" v="3" dt="2026-07-22T03:19:08.359"/>
    <p1510:client id="{362E15EC-8862-A5EA-1E3C-BBA58B921C68}" v="2" dt="2026-07-20T23:20:37.496"/>
    <p1510:client id="{4228A214-C4BE-40B6-A3FB-C9B985024630}" v="661" dt="2026-07-20T12:53:54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JARDO, JOSHUA S." userId="10ff038c-ae4c-47c6-aa47-eb9c2b1ee137" providerId="ADAL" clId="{A571E766-ECF9-4ACA-910F-E5F012930532}"/>
    <pc:docChg chg="undo custSel addSld delSld modSld sldOrd">
      <pc:chgData name="FAJARDO, JOSHUA S." userId="10ff038c-ae4c-47c6-aa47-eb9c2b1ee137" providerId="ADAL" clId="{A571E766-ECF9-4ACA-910F-E5F012930532}" dt="2026-07-20T12:54:12.292" v="1416" actId="20577"/>
      <pc:docMkLst>
        <pc:docMk/>
      </pc:docMkLst>
      <pc:sldChg chg="modSp mod">
        <pc:chgData name="FAJARDO, JOSHUA S." userId="10ff038c-ae4c-47c6-aa47-eb9c2b1ee137" providerId="ADAL" clId="{A571E766-ECF9-4ACA-910F-E5F012930532}" dt="2026-07-20T12:54:12.292" v="1416" actId="20577"/>
        <pc:sldMkLst>
          <pc:docMk/>
          <pc:sldMk cId="0" sldId="262"/>
        </pc:sldMkLst>
        <pc:spChg chg="mod">
          <ac:chgData name="FAJARDO, JOSHUA S." userId="10ff038c-ae4c-47c6-aa47-eb9c2b1ee137" providerId="ADAL" clId="{A571E766-ECF9-4ACA-910F-E5F012930532}" dt="2026-07-20T12:54:07.779" v="1409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FAJARDO, JOSHUA S." userId="10ff038c-ae4c-47c6-aa47-eb9c2b1ee137" providerId="ADAL" clId="{A571E766-ECF9-4ACA-910F-E5F012930532}" dt="2026-07-20T12:54:12.292" v="1416" actId="20577"/>
          <ac:spMkLst>
            <pc:docMk/>
            <pc:sldMk cId="0" sldId="262"/>
            <ac:spMk id="14" creationId="{00000000-0000-0000-0000-000000000000}"/>
          </ac:spMkLst>
        </pc:spChg>
      </pc:sldChg>
      <pc:sldChg chg="del">
        <pc:chgData name="FAJARDO, JOSHUA S." userId="10ff038c-ae4c-47c6-aa47-eb9c2b1ee137" providerId="ADAL" clId="{A571E766-ECF9-4ACA-910F-E5F012930532}" dt="2026-07-20T12:47:39.642" v="877" actId="47"/>
        <pc:sldMkLst>
          <pc:docMk/>
          <pc:sldMk cId="1248181824" sldId="274"/>
        </pc:sldMkLst>
      </pc:sldChg>
      <pc:sldChg chg="delSp modSp mod">
        <pc:chgData name="FAJARDO, JOSHUA S." userId="10ff038c-ae4c-47c6-aa47-eb9c2b1ee137" providerId="ADAL" clId="{A571E766-ECF9-4ACA-910F-E5F012930532}" dt="2026-07-20T12:53:41.124" v="1402" actId="1076"/>
        <pc:sldMkLst>
          <pc:docMk/>
          <pc:sldMk cId="3839828529" sldId="281"/>
        </pc:sldMkLst>
        <pc:spChg chg="mod">
          <ac:chgData name="FAJARDO, JOSHUA S." userId="10ff038c-ae4c-47c6-aa47-eb9c2b1ee137" providerId="ADAL" clId="{A571E766-ECF9-4ACA-910F-E5F012930532}" dt="2026-07-20T12:53:41.124" v="1402" actId="1076"/>
          <ac:spMkLst>
            <pc:docMk/>
            <pc:sldMk cId="3839828529" sldId="281"/>
            <ac:spMk id="11" creationId="{BB492340-B1E0-B36C-F919-A59CE5A4DBED}"/>
          </ac:spMkLst>
        </pc:spChg>
        <pc:spChg chg="del">
          <ac:chgData name="FAJARDO, JOSHUA S." userId="10ff038c-ae4c-47c6-aa47-eb9c2b1ee137" providerId="ADAL" clId="{A571E766-ECF9-4ACA-910F-E5F012930532}" dt="2026-07-20T12:53:16.643" v="1388" actId="478"/>
          <ac:spMkLst>
            <pc:docMk/>
            <pc:sldMk cId="3839828529" sldId="281"/>
            <ac:spMk id="12" creationId="{498175F6-7D8A-8CEA-E301-AF906551403D}"/>
          </ac:spMkLst>
        </pc:spChg>
        <pc:spChg chg="mod">
          <ac:chgData name="FAJARDO, JOSHUA S." userId="10ff038c-ae4c-47c6-aa47-eb9c2b1ee137" providerId="ADAL" clId="{A571E766-ECF9-4ACA-910F-E5F012930532}" dt="2026-07-20T12:53:19.828" v="1397" actId="20577"/>
          <ac:spMkLst>
            <pc:docMk/>
            <pc:sldMk cId="3839828529" sldId="281"/>
            <ac:spMk id="19" creationId="{EF743E79-1584-8205-92BE-415B8DDE5808}"/>
          </ac:spMkLst>
        </pc:spChg>
      </pc:sldChg>
      <pc:sldChg chg="del">
        <pc:chgData name="FAJARDO, JOSHUA S." userId="10ff038c-ae4c-47c6-aa47-eb9c2b1ee137" providerId="ADAL" clId="{A571E766-ECF9-4ACA-910F-E5F012930532}" dt="2026-07-20T12:45:21.029" v="840" actId="47"/>
        <pc:sldMkLst>
          <pc:docMk/>
          <pc:sldMk cId="1214928884" sldId="283"/>
        </pc:sldMkLst>
      </pc:sldChg>
      <pc:sldChg chg="delSp modSp mod">
        <pc:chgData name="FAJARDO, JOSHUA S." userId="10ff038c-ae4c-47c6-aa47-eb9c2b1ee137" providerId="ADAL" clId="{A571E766-ECF9-4ACA-910F-E5F012930532}" dt="2026-07-20T12:47:28.548" v="876" actId="1076"/>
        <pc:sldMkLst>
          <pc:docMk/>
          <pc:sldMk cId="4256328002" sldId="289"/>
        </pc:sldMkLst>
        <pc:spChg chg="mod">
          <ac:chgData name="FAJARDO, JOSHUA S." userId="10ff038c-ae4c-47c6-aa47-eb9c2b1ee137" providerId="ADAL" clId="{A571E766-ECF9-4ACA-910F-E5F012930532}" dt="2026-07-20T12:45:54.317" v="870" actId="20577"/>
          <ac:spMkLst>
            <pc:docMk/>
            <pc:sldMk cId="4256328002" sldId="289"/>
            <ac:spMk id="12" creationId="{74D18DB6-E84B-8564-814B-4C3D4D301780}"/>
          </ac:spMkLst>
        </pc:spChg>
        <pc:spChg chg="mod">
          <ac:chgData name="FAJARDO, JOSHUA S." userId="10ff038c-ae4c-47c6-aa47-eb9c2b1ee137" providerId="ADAL" clId="{A571E766-ECF9-4ACA-910F-E5F012930532}" dt="2026-07-20T12:47:28.548" v="876" actId="1076"/>
          <ac:spMkLst>
            <pc:docMk/>
            <pc:sldMk cId="4256328002" sldId="289"/>
            <ac:spMk id="16" creationId="{53EF8D7F-A17E-FB9C-88D5-4B52F6F8832F}"/>
          </ac:spMkLst>
        </pc:spChg>
        <pc:spChg chg="del">
          <ac:chgData name="FAJARDO, JOSHUA S." userId="10ff038c-ae4c-47c6-aa47-eb9c2b1ee137" providerId="ADAL" clId="{A571E766-ECF9-4ACA-910F-E5F012930532}" dt="2026-07-20T12:45:58.721" v="871" actId="478"/>
          <ac:spMkLst>
            <pc:docMk/>
            <pc:sldMk cId="4256328002" sldId="289"/>
            <ac:spMk id="17" creationId="{CD504C0A-CE9F-D7FF-9211-359A55E91413}"/>
          </ac:spMkLst>
        </pc:spChg>
      </pc:sldChg>
      <pc:sldChg chg="delSp modSp mod">
        <pc:chgData name="FAJARDO, JOSHUA S." userId="10ff038c-ae4c-47c6-aa47-eb9c2b1ee137" providerId="ADAL" clId="{A571E766-ECF9-4ACA-910F-E5F012930532}" dt="2026-07-20T12:48:51.211" v="1029" actId="14100"/>
        <pc:sldMkLst>
          <pc:docMk/>
          <pc:sldMk cId="926789465" sldId="291"/>
        </pc:sldMkLst>
        <pc:spChg chg="mod">
          <ac:chgData name="FAJARDO, JOSHUA S." userId="10ff038c-ae4c-47c6-aa47-eb9c2b1ee137" providerId="ADAL" clId="{A571E766-ECF9-4ACA-910F-E5F012930532}" dt="2026-07-20T12:48:51.211" v="1029" actId="14100"/>
          <ac:spMkLst>
            <pc:docMk/>
            <pc:sldMk cId="926789465" sldId="291"/>
            <ac:spMk id="12" creationId="{DBE3C4DD-360F-A65E-D4C8-864E83077D50}"/>
          </ac:spMkLst>
        </pc:spChg>
        <pc:picChg chg="del">
          <ac:chgData name="FAJARDO, JOSHUA S." userId="10ff038c-ae4c-47c6-aa47-eb9c2b1ee137" providerId="ADAL" clId="{A571E766-ECF9-4ACA-910F-E5F012930532}" dt="2026-07-20T12:48:44.948" v="1028" actId="478"/>
          <ac:picMkLst>
            <pc:docMk/>
            <pc:sldMk cId="926789465" sldId="291"/>
            <ac:picMk id="15" creationId="{9BD18D91-62AF-EFA3-9472-3D08FBC1858F}"/>
          </ac:picMkLst>
        </pc:picChg>
      </pc:sldChg>
      <pc:sldChg chg="del">
        <pc:chgData name="FAJARDO, JOSHUA S." userId="10ff038c-ae4c-47c6-aa47-eb9c2b1ee137" providerId="ADAL" clId="{A571E766-ECF9-4ACA-910F-E5F012930532}" dt="2026-07-20T12:45:21.677" v="841" actId="47"/>
        <pc:sldMkLst>
          <pc:docMk/>
          <pc:sldMk cId="3067682293" sldId="293"/>
        </pc:sldMkLst>
      </pc:sldChg>
      <pc:sldChg chg="ord">
        <pc:chgData name="FAJARDO, JOSHUA S." userId="10ff038c-ae4c-47c6-aa47-eb9c2b1ee137" providerId="ADAL" clId="{A571E766-ECF9-4ACA-910F-E5F012930532}" dt="2026-07-20T12:06:35.052" v="1"/>
        <pc:sldMkLst>
          <pc:docMk/>
          <pc:sldMk cId="10279034" sldId="294"/>
        </pc:sldMkLst>
      </pc:sldChg>
      <pc:sldChg chg="del">
        <pc:chgData name="FAJARDO, JOSHUA S." userId="10ff038c-ae4c-47c6-aa47-eb9c2b1ee137" providerId="ADAL" clId="{A571E766-ECF9-4ACA-910F-E5F012930532}" dt="2026-07-20T12:45:22.552" v="842" actId="47"/>
        <pc:sldMkLst>
          <pc:docMk/>
          <pc:sldMk cId="3323567844" sldId="295"/>
        </pc:sldMkLst>
      </pc:sldChg>
      <pc:sldChg chg="del">
        <pc:chgData name="FAJARDO, JOSHUA S." userId="10ff038c-ae4c-47c6-aa47-eb9c2b1ee137" providerId="ADAL" clId="{A571E766-ECF9-4ACA-910F-E5F012930532}" dt="2026-07-20T12:47:40.563" v="878" actId="47"/>
        <pc:sldMkLst>
          <pc:docMk/>
          <pc:sldMk cId="3153530138" sldId="296"/>
        </pc:sldMkLst>
      </pc:sldChg>
      <pc:sldChg chg="del">
        <pc:chgData name="FAJARDO, JOSHUA S." userId="10ff038c-ae4c-47c6-aa47-eb9c2b1ee137" providerId="ADAL" clId="{A571E766-ECF9-4ACA-910F-E5F012930532}" dt="2026-07-20T12:47:41.698" v="879" actId="47"/>
        <pc:sldMkLst>
          <pc:docMk/>
          <pc:sldMk cId="3861147347" sldId="297"/>
        </pc:sldMkLst>
      </pc:sldChg>
      <pc:sldChg chg="modSp mod ord">
        <pc:chgData name="FAJARDO, JOSHUA S." userId="10ff038c-ae4c-47c6-aa47-eb9c2b1ee137" providerId="ADAL" clId="{A571E766-ECF9-4ACA-910F-E5F012930532}" dt="2026-07-20T12:53:01.931" v="1382" actId="1076"/>
        <pc:sldMkLst>
          <pc:docMk/>
          <pc:sldMk cId="3098108881" sldId="298"/>
        </pc:sldMkLst>
        <pc:spChg chg="mod">
          <ac:chgData name="FAJARDO, JOSHUA S." userId="10ff038c-ae4c-47c6-aa47-eb9c2b1ee137" providerId="ADAL" clId="{A571E766-ECF9-4ACA-910F-E5F012930532}" dt="2026-07-20T12:50:28.809" v="1143" actId="20577"/>
          <ac:spMkLst>
            <pc:docMk/>
            <pc:sldMk cId="3098108881" sldId="298"/>
            <ac:spMk id="11" creationId="{6A25089F-02D1-DBD0-7425-ADB278B373BD}"/>
          </ac:spMkLst>
        </pc:spChg>
        <pc:spChg chg="mod">
          <ac:chgData name="FAJARDO, JOSHUA S." userId="10ff038c-ae4c-47c6-aa47-eb9c2b1ee137" providerId="ADAL" clId="{A571E766-ECF9-4ACA-910F-E5F012930532}" dt="2026-07-20T12:53:01.931" v="1382" actId="1076"/>
          <ac:spMkLst>
            <pc:docMk/>
            <pc:sldMk cId="3098108881" sldId="298"/>
            <ac:spMk id="12" creationId="{3B57C04D-13CB-68AB-9FFA-116EA47585E0}"/>
          </ac:spMkLst>
        </pc:spChg>
      </pc:sldChg>
      <pc:sldChg chg="addSp delSp modSp add mod modAnim">
        <pc:chgData name="FAJARDO, JOSHUA S." userId="10ff038c-ae4c-47c6-aa47-eb9c2b1ee137" providerId="ADAL" clId="{A571E766-ECF9-4ACA-910F-E5F012930532}" dt="2026-07-20T12:14:40.932" v="56"/>
        <pc:sldMkLst>
          <pc:docMk/>
          <pc:sldMk cId="607307472" sldId="299"/>
        </pc:sldMkLst>
        <pc:spChg chg="mod">
          <ac:chgData name="FAJARDO, JOSHUA S." userId="10ff038c-ae4c-47c6-aa47-eb9c2b1ee137" providerId="ADAL" clId="{A571E766-ECF9-4ACA-910F-E5F012930532}" dt="2026-07-20T12:08:51.300" v="3" actId="1076"/>
          <ac:spMkLst>
            <pc:docMk/>
            <pc:sldMk cId="607307472" sldId="299"/>
            <ac:spMk id="12" creationId="{80DFA39E-D7DF-704C-BB44-819DB357E940}"/>
          </ac:spMkLst>
        </pc:spChg>
        <pc:spChg chg="add mod">
          <ac:chgData name="FAJARDO, JOSHUA S." userId="10ff038c-ae4c-47c6-aa47-eb9c2b1ee137" providerId="ADAL" clId="{A571E766-ECF9-4ACA-910F-E5F012930532}" dt="2026-07-20T12:09:29.432" v="21" actId="20577"/>
          <ac:spMkLst>
            <pc:docMk/>
            <pc:sldMk cId="607307472" sldId="299"/>
            <ac:spMk id="14" creationId="{12EB8B8C-5AF8-AEEC-1BA0-9B40ECA80DCC}"/>
          </ac:spMkLst>
        </pc:spChg>
        <pc:spChg chg="add mod">
          <ac:chgData name="FAJARDO, JOSHUA S." userId="10ff038c-ae4c-47c6-aa47-eb9c2b1ee137" providerId="ADAL" clId="{A571E766-ECF9-4ACA-910F-E5F012930532}" dt="2026-07-20T12:09:35.839" v="28" actId="20577"/>
          <ac:spMkLst>
            <pc:docMk/>
            <pc:sldMk cId="607307472" sldId="299"/>
            <ac:spMk id="16" creationId="{5307316C-2133-BE28-BE64-FE7B87469940}"/>
          </ac:spMkLst>
        </pc:spChg>
        <pc:spChg chg="add mod">
          <ac:chgData name="FAJARDO, JOSHUA S." userId="10ff038c-ae4c-47c6-aa47-eb9c2b1ee137" providerId="ADAL" clId="{A571E766-ECF9-4ACA-910F-E5F012930532}" dt="2026-07-20T12:12:34.103" v="43" actId="1076"/>
          <ac:spMkLst>
            <pc:docMk/>
            <pc:sldMk cId="607307472" sldId="299"/>
            <ac:spMk id="19" creationId="{AA463858-A287-B621-0E4B-41059552F885}"/>
          </ac:spMkLst>
        </pc:spChg>
        <pc:spChg chg="add mod">
          <ac:chgData name="FAJARDO, JOSHUA S." userId="10ff038c-ae4c-47c6-aa47-eb9c2b1ee137" providerId="ADAL" clId="{A571E766-ECF9-4ACA-910F-E5F012930532}" dt="2026-07-20T12:12:54.245" v="47" actId="1076"/>
          <ac:spMkLst>
            <pc:docMk/>
            <pc:sldMk cId="607307472" sldId="299"/>
            <ac:spMk id="22" creationId="{7CCBF394-29FE-15F4-22CC-5260E9E3752E}"/>
          </ac:spMkLst>
        </pc:spChg>
        <pc:cxnChg chg="add del mod">
          <ac:chgData name="FAJARDO, JOSHUA S." userId="10ff038c-ae4c-47c6-aa47-eb9c2b1ee137" providerId="ADAL" clId="{A571E766-ECF9-4ACA-910F-E5F012930532}" dt="2026-07-20T12:11:51.825" v="35" actId="478"/>
          <ac:cxnSpMkLst>
            <pc:docMk/>
            <pc:sldMk cId="607307472" sldId="299"/>
            <ac:cxnSpMk id="18" creationId="{3883C3F4-43DB-4D0F-B79B-F65D997626E6}"/>
          </ac:cxnSpMkLst>
        </pc:cxnChg>
      </pc:sldChg>
      <pc:sldChg chg="addSp delSp modSp add mod ord modAnim">
        <pc:chgData name="FAJARDO, JOSHUA S." userId="10ff038c-ae4c-47c6-aa47-eb9c2b1ee137" providerId="ADAL" clId="{A571E766-ECF9-4ACA-910F-E5F012930532}" dt="2026-07-20T12:25:34.331" v="277"/>
        <pc:sldMkLst>
          <pc:docMk/>
          <pc:sldMk cId="3155793734" sldId="300"/>
        </pc:sldMkLst>
        <pc:spChg chg="mod">
          <ac:chgData name="FAJARDO, JOSHUA S." userId="10ff038c-ae4c-47c6-aa47-eb9c2b1ee137" providerId="ADAL" clId="{A571E766-ECF9-4ACA-910F-E5F012930532}" dt="2026-07-20T12:15:23.086" v="71" actId="20577"/>
          <ac:spMkLst>
            <pc:docMk/>
            <pc:sldMk cId="3155793734" sldId="300"/>
            <ac:spMk id="11" creationId="{12F29C40-5827-1ED2-2439-DBB4DC1459A9}"/>
          </ac:spMkLst>
        </pc:spChg>
        <pc:spChg chg="del">
          <ac:chgData name="FAJARDO, JOSHUA S." userId="10ff038c-ae4c-47c6-aa47-eb9c2b1ee137" providerId="ADAL" clId="{A571E766-ECF9-4ACA-910F-E5F012930532}" dt="2026-07-20T12:15:42.890" v="76" actId="478"/>
          <ac:spMkLst>
            <pc:docMk/>
            <pc:sldMk cId="3155793734" sldId="300"/>
            <ac:spMk id="12" creationId="{758DF85B-0F48-176C-A22E-A9C1C12BB874}"/>
          </ac:spMkLst>
        </pc:spChg>
        <pc:spChg chg="add mod">
          <ac:chgData name="FAJARDO, JOSHUA S." userId="10ff038c-ae4c-47c6-aa47-eb9c2b1ee137" providerId="ADAL" clId="{A571E766-ECF9-4ACA-910F-E5F012930532}" dt="2026-07-20T12:17:36.120" v="155" actId="1076"/>
          <ac:spMkLst>
            <pc:docMk/>
            <pc:sldMk cId="3155793734" sldId="300"/>
            <ac:spMk id="13" creationId="{23C25AF0-BF50-19A8-8258-11E5BA13FD46}"/>
          </ac:spMkLst>
        </pc:spChg>
        <pc:spChg chg="add mod">
          <ac:chgData name="FAJARDO, JOSHUA S." userId="10ff038c-ae4c-47c6-aa47-eb9c2b1ee137" providerId="ADAL" clId="{A571E766-ECF9-4ACA-910F-E5F012930532}" dt="2026-07-20T12:17:36.120" v="155" actId="1076"/>
          <ac:spMkLst>
            <pc:docMk/>
            <pc:sldMk cId="3155793734" sldId="300"/>
            <ac:spMk id="14" creationId="{2440FAAA-DA17-4475-CD49-75801AA599D6}"/>
          </ac:spMkLst>
        </pc:spChg>
        <pc:spChg chg="add mod">
          <ac:chgData name="FAJARDO, JOSHUA S." userId="10ff038c-ae4c-47c6-aa47-eb9c2b1ee137" providerId="ADAL" clId="{A571E766-ECF9-4ACA-910F-E5F012930532}" dt="2026-07-20T12:17:42.050" v="156" actId="1076"/>
          <ac:spMkLst>
            <pc:docMk/>
            <pc:sldMk cId="3155793734" sldId="300"/>
            <ac:spMk id="16" creationId="{1C081D47-4CD2-D0C0-6BB6-7E49212C827C}"/>
          </ac:spMkLst>
        </pc:spChg>
        <pc:spChg chg="add mod">
          <ac:chgData name="FAJARDO, JOSHUA S." userId="10ff038c-ae4c-47c6-aa47-eb9c2b1ee137" providerId="ADAL" clId="{A571E766-ECF9-4ACA-910F-E5F012930532}" dt="2026-07-20T12:18:21.688" v="207" actId="20577"/>
          <ac:spMkLst>
            <pc:docMk/>
            <pc:sldMk cId="3155793734" sldId="300"/>
            <ac:spMk id="18" creationId="{54A8EBDB-7459-ECC6-E18D-2303193F9138}"/>
          </ac:spMkLst>
        </pc:spChg>
        <pc:grpChg chg="mod">
          <ac:chgData name="FAJARDO, JOSHUA S." userId="10ff038c-ae4c-47c6-aa47-eb9c2b1ee137" providerId="ADAL" clId="{A571E766-ECF9-4ACA-910F-E5F012930532}" dt="2026-07-20T12:15:38.485" v="75" actId="14100"/>
          <ac:grpSpMkLst>
            <pc:docMk/>
            <pc:sldMk cId="3155793734" sldId="300"/>
            <ac:grpSpMk id="8" creationId="{BC4A4B0D-3747-26BA-457D-B6100914EB72}"/>
          </ac:grpSpMkLst>
        </pc:grpChg>
        <pc:cxnChg chg="add mod">
          <ac:chgData name="FAJARDO, JOSHUA S." userId="10ff038c-ae4c-47c6-aa47-eb9c2b1ee137" providerId="ADAL" clId="{A571E766-ECF9-4ACA-910F-E5F012930532}" dt="2026-07-20T12:19:01.942" v="212" actId="14100"/>
          <ac:cxnSpMkLst>
            <pc:docMk/>
            <pc:sldMk cId="3155793734" sldId="300"/>
            <ac:cxnSpMk id="20" creationId="{F1559E1B-F4B7-A611-749D-36C033498265}"/>
          </ac:cxnSpMkLst>
        </pc:cxnChg>
        <pc:cxnChg chg="add mod">
          <ac:chgData name="FAJARDO, JOSHUA S." userId="10ff038c-ae4c-47c6-aa47-eb9c2b1ee137" providerId="ADAL" clId="{A571E766-ECF9-4ACA-910F-E5F012930532}" dt="2026-07-20T12:19:07.379" v="214" actId="1076"/>
          <ac:cxnSpMkLst>
            <pc:docMk/>
            <pc:sldMk cId="3155793734" sldId="300"/>
            <ac:cxnSpMk id="24" creationId="{51A52B7D-C367-24F8-A736-6FDB15B0FCFD}"/>
          </ac:cxnSpMkLst>
        </pc:cxnChg>
      </pc:sldChg>
      <pc:sldChg chg="addSp delSp modSp add mod modAnim">
        <pc:chgData name="FAJARDO, JOSHUA S." userId="10ff038c-ae4c-47c6-aa47-eb9c2b1ee137" providerId="ADAL" clId="{A571E766-ECF9-4ACA-910F-E5F012930532}" dt="2026-07-20T12:25:51.451" v="278"/>
        <pc:sldMkLst>
          <pc:docMk/>
          <pc:sldMk cId="2155350382" sldId="301"/>
        </pc:sldMkLst>
        <pc:spChg chg="del">
          <ac:chgData name="FAJARDO, JOSHUA S." userId="10ff038c-ae4c-47c6-aa47-eb9c2b1ee137" providerId="ADAL" clId="{A571E766-ECF9-4ACA-910F-E5F012930532}" dt="2026-07-20T12:19:32.215" v="216" actId="478"/>
          <ac:spMkLst>
            <pc:docMk/>
            <pc:sldMk cId="2155350382" sldId="301"/>
            <ac:spMk id="13" creationId="{89CB6557-A074-549E-BA27-DE8F86E5A90D}"/>
          </ac:spMkLst>
        </pc:spChg>
        <pc:spChg chg="del">
          <ac:chgData name="FAJARDO, JOSHUA S." userId="10ff038c-ae4c-47c6-aa47-eb9c2b1ee137" providerId="ADAL" clId="{A571E766-ECF9-4ACA-910F-E5F012930532}" dt="2026-07-20T12:19:32.215" v="216" actId="478"/>
          <ac:spMkLst>
            <pc:docMk/>
            <pc:sldMk cId="2155350382" sldId="301"/>
            <ac:spMk id="14" creationId="{A87F51C6-8E2B-4A66-173A-79A1CD4B46AA}"/>
          </ac:spMkLst>
        </pc:spChg>
        <pc:spChg chg="add mod">
          <ac:chgData name="FAJARDO, JOSHUA S." userId="10ff038c-ae4c-47c6-aa47-eb9c2b1ee137" providerId="ADAL" clId="{A571E766-ECF9-4ACA-910F-E5F012930532}" dt="2026-07-20T12:20:20.108" v="229" actId="1076"/>
          <ac:spMkLst>
            <pc:docMk/>
            <pc:sldMk cId="2155350382" sldId="301"/>
            <ac:spMk id="15" creationId="{CC6B931B-81A3-86B8-781C-9090A73937A8}"/>
          </ac:spMkLst>
        </pc:spChg>
        <pc:spChg chg="mod">
          <ac:chgData name="FAJARDO, JOSHUA S." userId="10ff038c-ae4c-47c6-aa47-eb9c2b1ee137" providerId="ADAL" clId="{A571E766-ECF9-4ACA-910F-E5F012930532}" dt="2026-07-20T12:19:38.197" v="217" actId="1076"/>
          <ac:spMkLst>
            <pc:docMk/>
            <pc:sldMk cId="2155350382" sldId="301"/>
            <ac:spMk id="16" creationId="{90706A98-7463-456A-64DC-A697AC9E97BA}"/>
          </ac:spMkLst>
        </pc:spChg>
        <pc:spChg chg="mod">
          <ac:chgData name="FAJARDO, JOSHUA S." userId="10ff038c-ae4c-47c6-aa47-eb9c2b1ee137" providerId="ADAL" clId="{A571E766-ECF9-4ACA-910F-E5F012930532}" dt="2026-07-20T12:19:53.282" v="218" actId="1076"/>
          <ac:spMkLst>
            <pc:docMk/>
            <pc:sldMk cId="2155350382" sldId="301"/>
            <ac:spMk id="18" creationId="{77B1E162-ABEF-11E6-8665-46BBDD663669}"/>
          </ac:spMkLst>
        </pc:spChg>
        <pc:cxnChg chg="mod">
          <ac:chgData name="FAJARDO, JOSHUA S." userId="10ff038c-ae4c-47c6-aa47-eb9c2b1ee137" providerId="ADAL" clId="{A571E766-ECF9-4ACA-910F-E5F012930532}" dt="2026-07-20T12:19:53.282" v="218" actId="1076"/>
          <ac:cxnSpMkLst>
            <pc:docMk/>
            <pc:sldMk cId="2155350382" sldId="301"/>
            <ac:cxnSpMk id="20" creationId="{B01F33B8-9ADB-AEA8-5593-460587824F7C}"/>
          </ac:cxnSpMkLst>
        </pc:cxnChg>
        <pc:cxnChg chg="mod">
          <ac:chgData name="FAJARDO, JOSHUA S." userId="10ff038c-ae4c-47c6-aa47-eb9c2b1ee137" providerId="ADAL" clId="{A571E766-ECF9-4ACA-910F-E5F012930532}" dt="2026-07-20T12:19:53.282" v="218" actId="1076"/>
          <ac:cxnSpMkLst>
            <pc:docMk/>
            <pc:sldMk cId="2155350382" sldId="301"/>
            <ac:cxnSpMk id="24" creationId="{68D0CDD6-F60D-FC52-96E2-0638DD2EEFF7}"/>
          </ac:cxnSpMkLst>
        </pc:cxnChg>
      </pc:sldChg>
      <pc:sldChg chg="addSp modSp add mod modAnim">
        <pc:chgData name="FAJARDO, JOSHUA S." userId="10ff038c-ae4c-47c6-aa47-eb9c2b1ee137" providerId="ADAL" clId="{A571E766-ECF9-4ACA-910F-E5F012930532}" dt="2026-07-20T12:26:53.445" v="279" actId="1076"/>
        <pc:sldMkLst>
          <pc:docMk/>
          <pc:sldMk cId="3642031769" sldId="302"/>
        </pc:sldMkLst>
        <pc:spChg chg="mod">
          <ac:chgData name="FAJARDO, JOSHUA S." userId="10ff038c-ae4c-47c6-aa47-eb9c2b1ee137" providerId="ADAL" clId="{A571E766-ECF9-4ACA-910F-E5F012930532}" dt="2026-07-20T12:26:53.445" v="279" actId="1076"/>
          <ac:spMkLst>
            <pc:docMk/>
            <pc:sldMk cId="3642031769" sldId="302"/>
            <ac:spMk id="15" creationId="{06DD2D6E-3F4B-F3EC-6EB9-53BE7305E7F7}"/>
          </ac:spMkLst>
        </pc:spChg>
        <pc:cxnChg chg="add mod">
          <ac:chgData name="FAJARDO, JOSHUA S." userId="10ff038c-ae4c-47c6-aa47-eb9c2b1ee137" providerId="ADAL" clId="{A571E766-ECF9-4ACA-910F-E5F012930532}" dt="2026-07-20T12:20:57.127" v="237" actId="1076"/>
          <ac:cxnSpMkLst>
            <pc:docMk/>
            <pc:sldMk cId="3642031769" sldId="302"/>
            <ac:cxnSpMk id="12" creationId="{6547257D-EF7B-9DB9-6E1F-197231F63A04}"/>
          </ac:cxnSpMkLst>
        </pc:cxnChg>
        <pc:cxnChg chg="add mod">
          <ac:chgData name="FAJARDO, JOSHUA S." userId="10ff038c-ae4c-47c6-aa47-eb9c2b1ee137" providerId="ADAL" clId="{A571E766-ECF9-4ACA-910F-E5F012930532}" dt="2026-07-20T12:21:01.344" v="239" actId="1076"/>
          <ac:cxnSpMkLst>
            <pc:docMk/>
            <pc:sldMk cId="3642031769" sldId="302"/>
            <ac:cxnSpMk id="17" creationId="{B42B7CE7-BDFC-C705-92A4-04BF847E705A}"/>
          </ac:cxnSpMkLst>
        </pc:cxnChg>
      </pc:sldChg>
      <pc:sldChg chg="addSp delSp modSp add mod modAnim">
        <pc:chgData name="FAJARDO, JOSHUA S." userId="10ff038c-ae4c-47c6-aa47-eb9c2b1ee137" providerId="ADAL" clId="{A571E766-ECF9-4ACA-910F-E5F012930532}" dt="2026-07-20T12:24:46.236" v="272"/>
        <pc:sldMkLst>
          <pc:docMk/>
          <pc:sldMk cId="1234923678" sldId="303"/>
        </pc:sldMkLst>
        <pc:spChg chg="add del mod">
          <ac:chgData name="FAJARDO, JOSHUA S." userId="10ff038c-ae4c-47c6-aa47-eb9c2b1ee137" providerId="ADAL" clId="{A571E766-ECF9-4ACA-910F-E5F012930532}" dt="2026-07-20T12:22:26.104" v="257" actId="1076"/>
          <ac:spMkLst>
            <pc:docMk/>
            <pc:sldMk cId="1234923678" sldId="303"/>
            <ac:spMk id="13" creationId="{A609EACE-76AA-83C1-4E22-657197C5E5E2}"/>
          </ac:spMkLst>
        </pc:spChg>
        <pc:spChg chg="mod">
          <ac:chgData name="FAJARDO, JOSHUA S." userId="10ff038c-ae4c-47c6-aa47-eb9c2b1ee137" providerId="ADAL" clId="{A571E766-ECF9-4ACA-910F-E5F012930532}" dt="2026-07-20T12:21:25.970" v="241" actId="1076"/>
          <ac:spMkLst>
            <pc:docMk/>
            <pc:sldMk cId="1234923678" sldId="303"/>
            <ac:spMk id="15" creationId="{58B9453C-2059-9C95-A58B-FA6AFC85EB0A}"/>
          </ac:spMkLst>
        </pc:spChg>
        <pc:spChg chg="add mod">
          <ac:chgData name="FAJARDO, JOSHUA S." userId="10ff038c-ae4c-47c6-aa47-eb9c2b1ee137" providerId="ADAL" clId="{A571E766-ECF9-4ACA-910F-E5F012930532}" dt="2026-07-20T12:22:18.658" v="256" actId="208"/>
          <ac:spMkLst>
            <pc:docMk/>
            <pc:sldMk cId="1234923678" sldId="303"/>
            <ac:spMk id="22" creationId="{A44D93F1-A63F-2FAA-B092-F4CD5A0C8F44}"/>
          </ac:spMkLst>
        </pc:spChg>
        <pc:spChg chg="add mod ord">
          <ac:chgData name="FAJARDO, JOSHUA S." userId="10ff038c-ae4c-47c6-aa47-eb9c2b1ee137" providerId="ADAL" clId="{A571E766-ECF9-4ACA-910F-E5F012930532}" dt="2026-07-20T12:23:12.191" v="262" actId="171"/>
          <ac:spMkLst>
            <pc:docMk/>
            <pc:sldMk cId="1234923678" sldId="303"/>
            <ac:spMk id="23" creationId="{ABA73398-0A8F-DE4B-212C-72E32A36A51F}"/>
          </ac:spMkLst>
        </pc:spChg>
        <pc:cxnChg chg="mod">
          <ac:chgData name="FAJARDO, JOSHUA S." userId="10ff038c-ae4c-47c6-aa47-eb9c2b1ee137" providerId="ADAL" clId="{A571E766-ECF9-4ACA-910F-E5F012930532}" dt="2026-07-20T12:21:25.970" v="241" actId="1076"/>
          <ac:cxnSpMkLst>
            <pc:docMk/>
            <pc:sldMk cId="1234923678" sldId="303"/>
            <ac:cxnSpMk id="12" creationId="{0668A080-426E-6F11-93FF-DE3DCA8BE6B2}"/>
          </ac:cxnSpMkLst>
        </pc:cxnChg>
        <pc:cxnChg chg="add del mod">
          <ac:chgData name="FAJARDO, JOSHUA S." userId="10ff038c-ae4c-47c6-aa47-eb9c2b1ee137" providerId="ADAL" clId="{A571E766-ECF9-4ACA-910F-E5F012930532}" dt="2026-07-20T12:21:37.680" v="246" actId="478"/>
          <ac:cxnSpMkLst>
            <pc:docMk/>
            <pc:sldMk cId="1234923678" sldId="303"/>
            <ac:cxnSpMk id="14" creationId="{8BD6789F-A973-51BB-4A30-65EF7B7D3C27}"/>
          </ac:cxnSpMkLst>
        </pc:cxnChg>
        <pc:cxnChg chg="mod">
          <ac:chgData name="FAJARDO, JOSHUA S." userId="10ff038c-ae4c-47c6-aa47-eb9c2b1ee137" providerId="ADAL" clId="{A571E766-ECF9-4ACA-910F-E5F012930532}" dt="2026-07-20T12:21:25.970" v="241" actId="1076"/>
          <ac:cxnSpMkLst>
            <pc:docMk/>
            <pc:sldMk cId="1234923678" sldId="303"/>
            <ac:cxnSpMk id="17" creationId="{417DE53C-F01A-7445-3ECC-4C9B0CA1E562}"/>
          </ac:cxnSpMkLst>
        </pc:cxnChg>
        <pc:cxnChg chg="add del mod">
          <ac:chgData name="FAJARDO, JOSHUA S." userId="10ff038c-ae4c-47c6-aa47-eb9c2b1ee137" providerId="ADAL" clId="{A571E766-ECF9-4ACA-910F-E5F012930532}" dt="2026-07-20T12:21:39.386" v="247" actId="478"/>
          <ac:cxnSpMkLst>
            <pc:docMk/>
            <pc:sldMk cId="1234923678" sldId="303"/>
            <ac:cxnSpMk id="19" creationId="{BDEC65BA-2033-256B-B5E4-919BF7750AAA}"/>
          </ac:cxnSpMkLst>
        </pc:cxnChg>
      </pc:sldChg>
      <pc:sldChg chg="delSp modSp add mod ord delAnim">
        <pc:chgData name="FAJARDO, JOSHUA S." userId="10ff038c-ae4c-47c6-aa47-eb9c2b1ee137" providerId="ADAL" clId="{A571E766-ECF9-4ACA-910F-E5F012930532}" dt="2026-07-20T12:32:00.614" v="544" actId="1076"/>
        <pc:sldMkLst>
          <pc:docMk/>
          <pc:sldMk cId="120480667" sldId="304"/>
        </pc:sldMkLst>
        <pc:spChg chg="mod">
          <ac:chgData name="FAJARDO, JOSHUA S." userId="10ff038c-ae4c-47c6-aa47-eb9c2b1ee137" providerId="ADAL" clId="{A571E766-ECF9-4ACA-910F-E5F012930532}" dt="2026-07-20T12:28:50.851" v="312" actId="20577"/>
          <ac:spMkLst>
            <pc:docMk/>
            <pc:sldMk cId="120480667" sldId="304"/>
            <ac:spMk id="11" creationId="{F9AA2F5E-2137-5EB2-F9AE-6E0EC34D4970}"/>
          </ac:spMkLst>
        </pc:spChg>
        <pc:spChg chg="mod">
          <ac:chgData name="FAJARDO, JOSHUA S." userId="10ff038c-ae4c-47c6-aa47-eb9c2b1ee137" providerId="ADAL" clId="{A571E766-ECF9-4ACA-910F-E5F012930532}" dt="2026-07-20T12:31:56.895" v="543" actId="1076"/>
          <ac:spMkLst>
            <pc:docMk/>
            <pc:sldMk cId="120480667" sldId="304"/>
            <ac:spMk id="16" creationId="{48CF1B67-7814-F47E-0A03-7B9A55207068}"/>
          </ac:spMkLst>
        </pc:spChg>
        <pc:spChg chg="mod">
          <ac:chgData name="FAJARDO, JOSHUA S." userId="10ff038c-ae4c-47c6-aa47-eb9c2b1ee137" providerId="ADAL" clId="{A571E766-ECF9-4ACA-910F-E5F012930532}" dt="2026-07-20T12:32:00.614" v="544" actId="1076"/>
          <ac:spMkLst>
            <pc:docMk/>
            <pc:sldMk cId="120480667" sldId="304"/>
            <ac:spMk id="18" creationId="{AC7EA8F4-3534-CE19-BB89-9ECA82053E75}"/>
          </ac:spMkLst>
        </pc:spChg>
        <pc:cxnChg chg="del">
          <ac:chgData name="FAJARDO, JOSHUA S." userId="10ff038c-ae4c-47c6-aa47-eb9c2b1ee137" providerId="ADAL" clId="{A571E766-ECF9-4ACA-910F-E5F012930532}" dt="2026-07-20T12:30:57.514" v="460" actId="478"/>
          <ac:cxnSpMkLst>
            <pc:docMk/>
            <pc:sldMk cId="120480667" sldId="304"/>
            <ac:cxnSpMk id="20" creationId="{BA3C19CB-7816-0157-5241-73372AFB508A}"/>
          </ac:cxnSpMkLst>
        </pc:cxnChg>
        <pc:cxnChg chg="del">
          <ac:chgData name="FAJARDO, JOSHUA S." userId="10ff038c-ae4c-47c6-aa47-eb9c2b1ee137" providerId="ADAL" clId="{A571E766-ECF9-4ACA-910F-E5F012930532}" dt="2026-07-20T12:30:59.079" v="461" actId="478"/>
          <ac:cxnSpMkLst>
            <pc:docMk/>
            <pc:sldMk cId="120480667" sldId="304"/>
            <ac:cxnSpMk id="24" creationId="{9CDD065F-C1AB-C9C4-EC4D-94D8B8FD456F}"/>
          </ac:cxnSpMkLst>
        </pc:cxnChg>
      </pc:sldChg>
      <pc:sldChg chg="addSp delSp modSp add mod modAnim">
        <pc:chgData name="FAJARDO, JOSHUA S." userId="10ff038c-ae4c-47c6-aa47-eb9c2b1ee137" providerId="ADAL" clId="{A571E766-ECF9-4ACA-910F-E5F012930532}" dt="2026-07-20T12:33:25.302" v="606"/>
        <pc:sldMkLst>
          <pc:docMk/>
          <pc:sldMk cId="2401178390" sldId="305"/>
        </pc:sldMkLst>
        <pc:spChg chg="add mod">
          <ac:chgData name="FAJARDO, JOSHUA S." userId="10ff038c-ae4c-47c6-aa47-eb9c2b1ee137" providerId="ADAL" clId="{A571E766-ECF9-4ACA-910F-E5F012930532}" dt="2026-07-20T12:33:02.716" v="604" actId="1076"/>
          <ac:spMkLst>
            <pc:docMk/>
            <pc:sldMk cId="2401178390" sldId="305"/>
            <ac:spMk id="12" creationId="{56A42560-7357-D9BD-3A17-1D92B82A3AF1}"/>
          </ac:spMkLst>
        </pc:spChg>
        <pc:spChg chg="del">
          <ac:chgData name="FAJARDO, JOSHUA S." userId="10ff038c-ae4c-47c6-aa47-eb9c2b1ee137" providerId="ADAL" clId="{A571E766-ECF9-4ACA-910F-E5F012930532}" dt="2026-07-20T12:32:06.439" v="546" actId="478"/>
          <ac:spMkLst>
            <pc:docMk/>
            <pc:sldMk cId="2401178390" sldId="305"/>
            <ac:spMk id="13" creationId="{86CF93FB-9B72-D8A7-BB7C-426B4396FAE0}"/>
          </ac:spMkLst>
        </pc:spChg>
        <pc:spChg chg="del">
          <ac:chgData name="FAJARDO, JOSHUA S." userId="10ff038c-ae4c-47c6-aa47-eb9c2b1ee137" providerId="ADAL" clId="{A571E766-ECF9-4ACA-910F-E5F012930532}" dt="2026-07-20T12:32:11.820" v="549" actId="478"/>
          <ac:spMkLst>
            <pc:docMk/>
            <pc:sldMk cId="2401178390" sldId="305"/>
            <ac:spMk id="14" creationId="{C0131445-3820-94B6-5C62-337386EBC2EB}"/>
          </ac:spMkLst>
        </pc:spChg>
        <pc:spChg chg="mod">
          <ac:chgData name="FAJARDO, JOSHUA S." userId="10ff038c-ae4c-47c6-aa47-eb9c2b1ee137" providerId="ADAL" clId="{A571E766-ECF9-4ACA-910F-E5F012930532}" dt="2026-07-20T12:32:18.798" v="550" actId="1076"/>
          <ac:spMkLst>
            <pc:docMk/>
            <pc:sldMk cId="2401178390" sldId="305"/>
            <ac:spMk id="16" creationId="{C02C2799-7501-6F51-9572-0040C187784D}"/>
          </ac:spMkLst>
        </pc:spChg>
        <pc:spChg chg="mod">
          <ac:chgData name="FAJARDO, JOSHUA S." userId="10ff038c-ae4c-47c6-aa47-eb9c2b1ee137" providerId="ADAL" clId="{A571E766-ECF9-4ACA-910F-E5F012930532}" dt="2026-07-20T12:32:22.766" v="551" actId="1076"/>
          <ac:spMkLst>
            <pc:docMk/>
            <pc:sldMk cId="2401178390" sldId="305"/>
            <ac:spMk id="18" creationId="{201BB72B-3AA7-2972-5327-89447DC1BE56}"/>
          </ac:spMkLst>
        </pc:spChg>
        <pc:grpChg chg="add del">
          <ac:chgData name="FAJARDO, JOSHUA S." userId="10ff038c-ae4c-47c6-aa47-eb9c2b1ee137" providerId="ADAL" clId="{A571E766-ECF9-4ACA-910F-E5F012930532}" dt="2026-07-20T12:32:09.663" v="548" actId="478"/>
          <ac:grpSpMkLst>
            <pc:docMk/>
            <pc:sldMk cId="2401178390" sldId="305"/>
            <ac:grpSpMk id="5" creationId="{44833A26-6A16-0133-894F-EC8A8D2AAB2C}"/>
          </ac:grpSpMkLst>
        </pc:grpChg>
      </pc:sldChg>
      <pc:sldChg chg="addSp delSp modSp add mod modAnim">
        <pc:chgData name="FAJARDO, JOSHUA S." userId="10ff038c-ae4c-47c6-aa47-eb9c2b1ee137" providerId="ADAL" clId="{A571E766-ECF9-4ACA-910F-E5F012930532}" dt="2026-07-20T12:35:06.499" v="637"/>
        <pc:sldMkLst>
          <pc:docMk/>
          <pc:sldMk cId="427894903" sldId="306"/>
        </pc:sldMkLst>
        <pc:spChg chg="mod">
          <ac:chgData name="FAJARDO, JOSHUA S." userId="10ff038c-ae4c-47c6-aa47-eb9c2b1ee137" providerId="ADAL" clId="{A571E766-ECF9-4ACA-910F-E5F012930532}" dt="2026-07-20T12:34:23.789" v="611" actId="1076"/>
          <ac:spMkLst>
            <pc:docMk/>
            <pc:sldMk cId="427894903" sldId="306"/>
            <ac:spMk id="12" creationId="{D16A51E2-8501-78CC-7F13-5568B9806C19}"/>
          </ac:spMkLst>
        </pc:spChg>
        <pc:spChg chg="add mod">
          <ac:chgData name="FAJARDO, JOSHUA S." userId="10ff038c-ae4c-47c6-aa47-eb9c2b1ee137" providerId="ADAL" clId="{A571E766-ECF9-4ACA-910F-E5F012930532}" dt="2026-07-20T12:35:00.214" v="634" actId="1076"/>
          <ac:spMkLst>
            <pc:docMk/>
            <pc:sldMk cId="427894903" sldId="306"/>
            <ac:spMk id="13" creationId="{07A66980-492B-D924-48A5-04665D8652A7}"/>
          </ac:spMkLst>
        </pc:spChg>
        <pc:spChg chg="del">
          <ac:chgData name="FAJARDO, JOSHUA S." userId="10ff038c-ae4c-47c6-aa47-eb9c2b1ee137" providerId="ADAL" clId="{A571E766-ECF9-4ACA-910F-E5F012930532}" dt="2026-07-20T12:34:11.700" v="610" actId="478"/>
          <ac:spMkLst>
            <pc:docMk/>
            <pc:sldMk cId="427894903" sldId="306"/>
            <ac:spMk id="16" creationId="{D2998F98-28DA-C75A-E44A-D6816AC04B50}"/>
          </ac:spMkLst>
        </pc:spChg>
        <pc:spChg chg="mod">
          <ac:chgData name="FAJARDO, JOSHUA S." userId="10ff038c-ae4c-47c6-aa47-eb9c2b1ee137" providerId="ADAL" clId="{A571E766-ECF9-4ACA-910F-E5F012930532}" dt="2026-07-20T12:34:23.789" v="611" actId="1076"/>
          <ac:spMkLst>
            <pc:docMk/>
            <pc:sldMk cId="427894903" sldId="306"/>
            <ac:spMk id="18" creationId="{13D8816F-E9AE-FB95-1FAC-34B5A56A0274}"/>
          </ac:spMkLst>
        </pc:spChg>
        <pc:grpChg chg="mod">
          <ac:chgData name="FAJARDO, JOSHUA S." userId="10ff038c-ae4c-47c6-aa47-eb9c2b1ee137" providerId="ADAL" clId="{A571E766-ECF9-4ACA-910F-E5F012930532}" dt="2026-07-20T12:35:03.248" v="636" actId="1076"/>
          <ac:grpSpMkLst>
            <pc:docMk/>
            <pc:sldMk cId="427894903" sldId="306"/>
            <ac:grpSpMk id="5" creationId="{3905DE8F-549A-34A0-DE42-730521243BA5}"/>
          </ac:grpSpMkLst>
        </pc:grpChg>
      </pc:sldChg>
      <pc:sldChg chg="addSp modSp add mod modAnim">
        <pc:chgData name="FAJARDO, JOSHUA S." userId="10ff038c-ae4c-47c6-aa47-eb9c2b1ee137" providerId="ADAL" clId="{A571E766-ECF9-4ACA-910F-E5F012930532}" dt="2026-07-20T12:36:56.247" v="660"/>
        <pc:sldMkLst>
          <pc:docMk/>
          <pc:sldMk cId="2651283110" sldId="307"/>
        </pc:sldMkLst>
        <pc:spChg chg="mod">
          <ac:chgData name="FAJARDO, JOSHUA S." userId="10ff038c-ae4c-47c6-aa47-eb9c2b1ee137" providerId="ADAL" clId="{A571E766-ECF9-4ACA-910F-E5F012930532}" dt="2026-07-20T12:35:23.208" v="639" actId="1076"/>
          <ac:spMkLst>
            <pc:docMk/>
            <pc:sldMk cId="2651283110" sldId="307"/>
            <ac:spMk id="13" creationId="{49CEA8FE-1076-668F-A977-8BEE5F299EA2}"/>
          </ac:spMkLst>
        </pc:spChg>
        <pc:spChg chg="add mod">
          <ac:chgData name="FAJARDO, JOSHUA S." userId="10ff038c-ae4c-47c6-aa47-eb9c2b1ee137" providerId="ADAL" clId="{A571E766-ECF9-4ACA-910F-E5F012930532}" dt="2026-07-20T12:36:43.284" v="658" actId="1076"/>
          <ac:spMkLst>
            <pc:docMk/>
            <pc:sldMk cId="2651283110" sldId="307"/>
            <ac:spMk id="14" creationId="{2E9E0114-634A-9D15-ED89-4BCB8D0B94D9}"/>
          </ac:spMkLst>
        </pc:spChg>
        <pc:spChg chg="add mod">
          <ac:chgData name="FAJARDO, JOSHUA S." userId="10ff038c-ae4c-47c6-aa47-eb9c2b1ee137" providerId="ADAL" clId="{A571E766-ECF9-4ACA-910F-E5F012930532}" dt="2026-07-20T12:36:46.320" v="659" actId="1076"/>
          <ac:spMkLst>
            <pc:docMk/>
            <pc:sldMk cId="2651283110" sldId="307"/>
            <ac:spMk id="15" creationId="{C8C730F0-7108-EBCB-1140-6D8536783965}"/>
          </ac:spMkLst>
        </pc:spChg>
        <pc:grpChg chg="mod">
          <ac:chgData name="FAJARDO, JOSHUA S." userId="10ff038c-ae4c-47c6-aa47-eb9c2b1ee137" providerId="ADAL" clId="{A571E766-ECF9-4ACA-910F-E5F012930532}" dt="2026-07-20T12:36:37.450" v="657" actId="1076"/>
          <ac:grpSpMkLst>
            <pc:docMk/>
            <pc:sldMk cId="2651283110" sldId="307"/>
            <ac:grpSpMk id="5" creationId="{FE008418-6512-4BF3-6DD8-8FC5F58055EE}"/>
          </ac:grpSpMkLst>
        </pc:grpChg>
      </pc:sldChg>
      <pc:sldChg chg="addSp delSp modSp add mod modAnim">
        <pc:chgData name="FAJARDO, JOSHUA S." userId="10ff038c-ae4c-47c6-aa47-eb9c2b1ee137" providerId="ADAL" clId="{A571E766-ECF9-4ACA-910F-E5F012930532}" dt="2026-07-20T12:40:23.563" v="691"/>
        <pc:sldMkLst>
          <pc:docMk/>
          <pc:sldMk cId="3513666795" sldId="308"/>
        </pc:sldMkLst>
        <pc:spChg chg="mod">
          <ac:chgData name="FAJARDO, JOSHUA S." userId="10ff038c-ae4c-47c6-aa47-eb9c2b1ee137" providerId="ADAL" clId="{A571E766-ECF9-4ACA-910F-E5F012930532}" dt="2026-07-20T12:37:32.252" v="663" actId="1076"/>
          <ac:spMkLst>
            <pc:docMk/>
            <pc:sldMk cId="3513666795" sldId="308"/>
            <ac:spMk id="12" creationId="{68ACBFBE-C463-5CBF-7719-6894DA8B6C48}"/>
          </ac:spMkLst>
        </pc:spChg>
        <pc:spChg chg="mod">
          <ac:chgData name="FAJARDO, JOSHUA S." userId="10ff038c-ae4c-47c6-aa47-eb9c2b1ee137" providerId="ADAL" clId="{A571E766-ECF9-4ACA-910F-E5F012930532}" dt="2026-07-20T12:37:32.252" v="663" actId="1076"/>
          <ac:spMkLst>
            <pc:docMk/>
            <pc:sldMk cId="3513666795" sldId="308"/>
            <ac:spMk id="13" creationId="{FD4B4E1D-ABAD-448A-FE60-30E2B9FFD333}"/>
          </ac:spMkLst>
        </pc:spChg>
        <pc:spChg chg="mod">
          <ac:chgData name="FAJARDO, JOSHUA S." userId="10ff038c-ae4c-47c6-aa47-eb9c2b1ee137" providerId="ADAL" clId="{A571E766-ECF9-4ACA-910F-E5F012930532}" dt="2026-07-20T12:37:32.252" v="663" actId="1076"/>
          <ac:spMkLst>
            <pc:docMk/>
            <pc:sldMk cId="3513666795" sldId="308"/>
            <ac:spMk id="14" creationId="{FEE23C26-1B51-D2CE-F316-619B58E60490}"/>
          </ac:spMkLst>
        </pc:spChg>
        <pc:spChg chg="mod">
          <ac:chgData name="FAJARDO, JOSHUA S." userId="10ff038c-ae4c-47c6-aa47-eb9c2b1ee137" providerId="ADAL" clId="{A571E766-ECF9-4ACA-910F-E5F012930532}" dt="2026-07-20T12:37:32.252" v="663" actId="1076"/>
          <ac:spMkLst>
            <pc:docMk/>
            <pc:sldMk cId="3513666795" sldId="308"/>
            <ac:spMk id="15" creationId="{EF5DAACC-02AB-294E-97AC-CE21D83C8020}"/>
          </ac:spMkLst>
        </pc:spChg>
        <pc:spChg chg="add mod">
          <ac:chgData name="FAJARDO, JOSHUA S." userId="10ff038c-ae4c-47c6-aa47-eb9c2b1ee137" providerId="ADAL" clId="{A571E766-ECF9-4ACA-910F-E5F012930532}" dt="2026-07-20T12:37:49.117" v="674" actId="1076"/>
          <ac:spMkLst>
            <pc:docMk/>
            <pc:sldMk cId="3513666795" sldId="308"/>
            <ac:spMk id="16" creationId="{D74CAB84-A542-C2DE-F566-437070B3F731}"/>
          </ac:spMkLst>
        </pc:spChg>
        <pc:spChg chg="add mod ord">
          <ac:chgData name="FAJARDO, JOSHUA S." userId="10ff038c-ae4c-47c6-aa47-eb9c2b1ee137" providerId="ADAL" clId="{A571E766-ECF9-4ACA-910F-E5F012930532}" dt="2026-07-20T12:38:10.131" v="678" actId="171"/>
          <ac:spMkLst>
            <pc:docMk/>
            <pc:sldMk cId="3513666795" sldId="308"/>
            <ac:spMk id="17" creationId="{570EAA46-B425-B0F5-2B33-14C5D85601A9}"/>
          </ac:spMkLst>
        </pc:spChg>
        <pc:spChg chg="del">
          <ac:chgData name="FAJARDO, JOSHUA S." userId="10ff038c-ae4c-47c6-aa47-eb9c2b1ee137" providerId="ADAL" clId="{A571E766-ECF9-4ACA-910F-E5F012930532}" dt="2026-07-20T12:37:20.309" v="662" actId="478"/>
          <ac:spMkLst>
            <pc:docMk/>
            <pc:sldMk cId="3513666795" sldId="308"/>
            <ac:spMk id="18" creationId="{EC9A8AF6-E6D6-2897-3564-689920D2D804}"/>
          </ac:spMkLst>
        </pc:spChg>
        <pc:grpChg chg="add mod">
          <ac:chgData name="FAJARDO, JOSHUA S." userId="10ff038c-ae4c-47c6-aa47-eb9c2b1ee137" providerId="ADAL" clId="{A571E766-ECF9-4ACA-910F-E5F012930532}" dt="2026-07-20T12:39:32.642" v="687" actId="164"/>
          <ac:grpSpMkLst>
            <pc:docMk/>
            <pc:sldMk cId="3513666795" sldId="308"/>
            <ac:grpSpMk id="24" creationId="{FA09CE0A-93A4-EB14-E7FD-63C349AE1331}"/>
          </ac:grpSpMkLst>
        </pc:grpChg>
        <pc:cxnChg chg="add mod">
          <ac:chgData name="FAJARDO, JOSHUA S." userId="10ff038c-ae4c-47c6-aa47-eb9c2b1ee137" providerId="ADAL" clId="{A571E766-ECF9-4ACA-910F-E5F012930532}" dt="2026-07-20T12:39:32.642" v="687" actId="164"/>
          <ac:cxnSpMkLst>
            <pc:docMk/>
            <pc:sldMk cId="3513666795" sldId="308"/>
            <ac:cxnSpMk id="19" creationId="{BE6621E6-44C3-C17E-B18D-91697119084A}"/>
          </ac:cxnSpMkLst>
        </pc:cxnChg>
        <pc:cxnChg chg="add mod">
          <ac:chgData name="FAJARDO, JOSHUA S." userId="10ff038c-ae4c-47c6-aa47-eb9c2b1ee137" providerId="ADAL" clId="{A571E766-ECF9-4ACA-910F-E5F012930532}" dt="2026-07-20T12:39:32.642" v="687" actId="164"/>
          <ac:cxnSpMkLst>
            <pc:docMk/>
            <pc:sldMk cId="3513666795" sldId="308"/>
            <ac:cxnSpMk id="23" creationId="{F590CB46-6337-A1D0-1A36-7B55BC757803}"/>
          </ac:cxnSpMkLst>
        </pc:cxnChg>
      </pc:sldChg>
      <pc:sldChg chg="addSp delSp modSp add mod delAnim">
        <pc:chgData name="FAJARDO, JOSHUA S." userId="10ff038c-ae4c-47c6-aa47-eb9c2b1ee137" providerId="ADAL" clId="{A571E766-ECF9-4ACA-910F-E5F012930532}" dt="2026-07-20T12:44:58.650" v="839" actId="1076"/>
        <pc:sldMkLst>
          <pc:docMk/>
          <pc:sldMk cId="4137944461" sldId="309"/>
        </pc:sldMkLst>
        <pc:spChg chg="mod">
          <ac:chgData name="FAJARDO, JOSHUA S." userId="10ff038c-ae4c-47c6-aa47-eb9c2b1ee137" providerId="ADAL" clId="{A571E766-ECF9-4ACA-910F-E5F012930532}" dt="2026-07-20T12:42:05.274" v="727" actId="255"/>
          <ac:spMkLst>
            <pc:docMk/>
            <pc:sldMk cId="4137944461" sldId="309"/>
            <ac:spMk id="11" creationId="{D0C1FD79-9AD2-E32E-F75D-603954CB97C6}"/>
          </ac:spMkLst>
        </pc:spChg>
        <pc:spChg chg="mod">
          <ac:chgData name="FAJARDO, JOSHUA S." userId="10ff038c-ae4c-47c6-aa47-eb9c2b1ee137" providerId="ADAL" clId="{A571E766-ECF9-4ACA-910F-E5F012930532}" dt="2026-07-20T12:44:32.103" v="835" actId="1076"/>
          <ac:spMkLst>
            <pc:docMk/>
            <pc:sldMk cId="4137944461" sldId="309"/>
            <ac:spMk id="12" creationId="{C9772B5C-1524-B461-5EED-3A031B3DF1D9}"/>
          </ac:spMkLst>
        </pc:spChg>
        <pc:spChg chg="del">
          <ac:chgData name="FAJARDO, JOSHUA S." userId="10ff038c-ae4c-47c6-aa47-eb9c2b1ee137" providerId="ADAL" clId="{A571E766-ECF9-4ACA-910F-E5F012930532}" dt="2026-07-20T12:42:52.646" v="736" actId="478"/>
          <ac:spMkLst>
            <pc:docMk/>
            <pc:sldMk cId="4137944461" sldId="309"/>
            <ac:spMk id="13" creationId="{BAC9A3ED-2EAB-D1B8-4D27-EC9EE57ED8B6}"/>
          </ac:spMkLst>
        </pc:spChg>
        <pc:spChg chg="del">
          <ac:chgData name="FAJARDO, JOSHUA S." userId="10ff038c-ae4c-47c6-aa47-eb9c2b1ee137" providerId="ADAL" clId="{A571E766-ECF9-4ACA-910F-E5F012930532}" dt="2026-07-20T12:42:52.646" v="736" actId="478"/>
          <ac:spMkLst>
            <pc:docMk/>
            <pc:sldMk cId="4137944461" sldId="309"/>
            <ac:spMk id="14" creationId="{D45BB588-BF9C-2C1B-5C8A-06D1C6540AC1}"/>
          </ac:spMkLst>
        </pc:spChg>
        <pc:spChg chg="del">
          <ac:chgData name="FAJARDO, JOSHUA S." userId="10ff038c-ae4c-47c6-aa47-eb9c2b1ee137" providerId="ADAL" clId="{A571E766-ECF9-4ACA-910F-E5F012930532}" dt="2026-07-20T12:42:33.473" v="733" actId="478"/>
          <ac:spMkLst>
            <pc:docMk/>
            <pc:sldMk cId="4137944461" sldId="309"/>
            <ac:spMk id="15" creationId="{4BD93499-002D-104B-5F3A-DAEF0CBE9CCF}"/>
          </ac:spMkLst>
        </pc:spChg>
        <pc:spChg chg="del">
          <ac:chgData name="FAJARDO, JOSHUA S." userId="10ff038c-ae4c-47c6-aa47-eb9c2b1ee137" providerId="ADAL" clId="{A571E766-ECF9-4ACA-910F-E5F012930532}" dt="2026-07-20T12:42:27.797" v="731" actId="478"/>
          <ac:spMkLst>
            <pc:docMk/>
            <pc:sldMk cId="4137944461" sldId="309"/>
            <ac:spMk id="16" creationId="{CBE9B580-D045-72A5-0C26-7571F69CC9B1}"/>
          </ac:spMkLst>
        </pc:spChg>
        <pc:spChg chg="del">
          <ac:chgData name="FAJARDO, JOSHUA S." userId="10ff038c-ae4c-47c6-aa47-eb9c2b1ee137" providerId="ADAL" clId="{A571E766-ECF9-4ACA-910F-E5F012930532}" dt="2026-07-20T12:42:31.307" v="732" actId="478"/>
          <ac:spMkLst>
            <pc:docMk/>
            <pc:sldMk cId="4137944461" sldId="309"/>
            <ac:spMk id="17" creationId="{B992FC32-D622-CF1B-9873-E301148E3927}"/>
          </ac:spMkLst>
        </pc:spChg>
        <pc:spChg chg="add mod">
          <ac:chgData name="FAJARDO, JOSHUA S." userId="10ff038c-ae4c-47c6-aa47-eb9c2b1ee137" providerId="ADAL" clId="{A571E766-ECF9-4ACA-910F-E5F012930532}" dt="2026-07-20T12:44:58.650" v="839" actId="1076"/>
          <ac:spMkLst>
            <pc:docMk/>
            <pc:sldMk cId="4137944461" sldId="309"/>
            <ac:spMk id="20" creationId="{3BD67B41-D79C-474D-0141-5197CD8ABA60}"/>
          </ac:spMkLst>
        </pc:spChg>
        <pc:spChg chg="add mod">
          <ac:chgData name="FAJARDO, JOSHUA S." userId="10ff038c-ae4c-47c6-aa47-eb9c2b1ee137" providerId="ADAL" clId="{A571E766-ECF9-4ACA-910F-E5F012930532}" dt="2026-07-20T12:44:26.589" v="834" actId="1076"/>
          <ac:spMkLst>
            <pc:docMk/>
            <pc:sldMk cId="4137944461" sldId="309"/>
            <ac:spMk id="25" creationId="{FB98F069-3ECC-EB18-EED7-DB6FD87F8024}"/>
          </ac:spMkLst>
        </pc:spChg>
        <pc:spChg chg="add mod">
          <ac:chgData name="FAJARDO, JOSHUA S." userId="10ff038c-ae4c-47c6-aa47-eb9c2b1ee137" providerId="ADAL" clId="{A571E766-ECF9-4ACA-910F-E5F012930532}" dt="2026-07-20T12:44:48.988" v="838" actId="1076"/>
          <ac:spMkLst>
            <pc:docMk/>
            <pc:sldMk cId="4137944461" sldId="309"/>
            <ac:spMk id="27" creationId="{31502949-FC22-96AB-1C43-ADDBD5C4D5BD}"/>
          </ac:spMkLst>
        </pc:spChg>
        <pc:grpChg chg="add del">
          <ac:chgData name="FAJARDO, JOSHUA S." userId="10ff038c-ae4c-47c6-aa47-eb9c2b1ee137" providerId="ADAL" clId="{A571E766-ECF9-4ACA-910F-E5F012930532}" dt="2026-07-20T12:42:36.823" v="735" actId="478"/>
          <ac:grpSpMkLst>
            <pc:docMk/>
            <pc:sldMk cId="4137944461" sldId="309"/>
            <ac:grpSpMk id="5" creationId="{DF0D97DC-0E6A-8A16-DE91-99448377E408}"/>
          </ac:grpSpMkLst>
        </pc:grpChg>
        <pc:grpChg chg="mod">
          <ac:chgData name="FAJARDO, JOSHUA S." userId="10ff038c-ae4c-47c6-aa47-eb9c2b1ee137" providerId="ADAL" clId="{A571E766-ECF9-4ACA-910F-E5F012930532}" dt="2026-07-20T12:42:20.642" v="730" actId="14100"/>
          <ac:grpSpMkLst>
            <pc:docMk/>
            <pc:sldMk cId="4137944461" sldId="309"/>
            <ac:grpSpMk id="8" creationId="{48475B17-88CB-0A82-4353-26C8A5D31A14}"/>
          </ac:grpSpMkLst>
        </pc:grpChg>
        <pc:grpChg chg="del">
          <ac:chgData name="FAJARDO, JOSHUA S." userId="10ff038c-ae4c-47c6-aa47-eb9c2b1ee137" providerId="ADAL" clId="{A571E766-ECF9-4ACA-910F-E5F012930532}" dt="2026-07-20T12:42:52.646" v="736" actId="478"/>
          <ac:grpSpMkLst>
            <pc:docMk/>
            <pc:sldMk cId="4137944461" sldId="309"/>
            <ac:grpSpMk id="24" creationId="{176B9E0D-C6F4-B222-4CB2-21D016A76F43}"/>
          </ac:grpSpMkLst>
        </pc:grpChg>
      </pc:sldChg>
      <pc:sldChg chg="modSp add mod">
        <pc:chgData name="FAJARDO, JOSHUA S." userId="10ff038c-ae4c-47c6-aa47-eb9c2b1ee137" providerId="ADAL" clId="{A571E766-ECF9-4ACA-910F-E5F012930532}" dt="2026-07-20T12:49:47.439" v="1130" actId="1076"/>
        <pc:sldMkLst>
          <pc:docMk/>
          <pc:sldMk cId="219180333" sldId="310"/>
        </pc:sldMkLst>
        <pc:spChg chg="mod">
          <ac:chgData name="FAJARDO, JOSHUA S." userId="10ff038c-ae4c-47c6-aa47-eb9c2b1ee137" providerId="ADAL" clId="{A571E766-ECF9-4ACA-910F-E5F012930532}" dt="2026-07-20T12:49:47.439" v="1130" actId="1076"/>
          <ac:spMkLst>
            <pc:docMk/>
            <pc:sldMk cId="219180333" sldId="310"/>
            <ac:spMk id="12" creationId="{0DE23C77-2564-5E1D-F09F-FE943B225085}"/>
          </ac:spMkLst>
        </pc:spChg>
      </pc:sldChg>
    </pc:docChg>
  </pc:docChgLst>
  <pc:docChgLst>
    <pc:chgData name="SARMIENTO, ALMA JOY P." userId="S::aj.sarmiento@claretschool.edu.ph::66c62efb-1340-4281-920f-0917747f06a2" providerId="AD" clId="Web-{13145752-7D48-1F95-B337-874C2963FC9C}"/>
    <pc:docChg chg="modSld sldOrd">
      <pc:chgData name="SARMIENTO, ALMA JOY P." userId="S::aj.sarmiento@claretschool.edu.ph::66c62efb-1340-4281-920f-0917747f06a2" providerId="AD" clId="Web-{13145752-7D48-1F95-B337-874C2963FC9C}" dt="2026-07-22T03:19:08.359" v="2" actId="14100"/>
      <pc:docMkLst>
        <pc:docMk/>
      </pc:docMkLst>
      <pc:sldChg chg="modSp">
        <pc:chgData name="SARMIENTO, ALMA JOY P." userId="S::aj.sarmiento@claretschool.edu.ph::66c62efb-1340-4281-920f-0917747f06a2" providerId="AD" clId="Web-{13145752-7D48-1F95-B337-874C2963FC9C}" dt="2026-07-22T03:19:08.359" v="2" actId="14100"/>
        <pc:sldMkLst>
          <pc:docMk/>
          <pc:sldMk cId="0" sldId="262"/>
        </pc:sldMkLst>
        <pc:spChg chg="mod">
          <ac:chgData name="SARMIENTO, ALMA JOY P." userId="S::aj.sarmiento@claretschool.edu.ph::66c62efb-1340-4281-920f-0917747f06a2" providerId="AD" clId="Web-{13145752-7D48-1F95-B337-874C2963FC9C}" dt="2026-07-22T03:19:08.359" v="2" actId="14100"/>
          <ac:spMkLst>
            <pc:docMk/>
            <pc:sldMk cId="0" sldId="262"/>
            <ac:spMk id="10" creationId="{00000000-0000-0000-0000-000000000000}"/>
          </ac:spMkLst>
        </pc:spChg>
      </pc:sldChg>
      <pc:sldChg chg="ord">
        <pc:chgData name="SARMIENTO, ALMA JOY P." userId="S::aj.sarmiento@claretschool.edu.ph::66c62efb-1340-4281-920f-0917747f06a2" providerId="AD" clId="Web-{13145752-7D48-1F95-B337-874C2963FC9C}" dt="2026-07-22T01:50:13.864" v="0"/>
        <pc:sldMkLst>
          <pc:docMk/>
          <pc:sldMk cId="4256328002" sldId="289"/>
        </pc:sldMkLst>
      </pc:sldChg>
      <pc:sldChg chg="modSp">
        <pc:chgData name="SARMIENTO, ALMA JOY P." userId="S::aj.sarmiento@claretschool.edu.ph::66c62efb-1340-4281-920f-0917747f06a2" providerId="AD" clId="Web-{13145752-7D48-1F95-B337-874C2963FC9C}" dt="2026-07-22T03:18:22.154" v="1" actId="1076"/>
        <pc:sldMkLst>
          <pc:docMk/>
          <pc:sldMk cId="3098108881" sldId="298"/>
        </pc:sldMkLst>
        <pc:grpChg chg="mod">
          <ac:chgData name="SARMIENTO, ALMA JOY P." userId="S::aj.sarmiento@claretschool.edu.ph::66c62efb-1340-4281-920f-0917747f06a2" providerId="AD" clId="Web-{13145752-7D48-1F95-B337-874C2963FC9C}" dt="2026-07-22T03:18:22.154" v="1" actId="1076"/>
          <ac:grpSpMkLst>
            <pc:docMk/>
            <pc:sldMk cId="3098108881" sldId="298"/>
            <ac:grpSpMk id="2" creationId="{887EB3BD-214B-53F7-C47F-7408BFDD60E3}"/>
          </ac:grpSpMkLst>
        </pc:grpChg>
      </pc:sldChg>
    </pc:docChg>
  </pc:docChgLst>
  <pc:docChgLst>
    <pc:chgData name="SARMIENTO, ALMA JOY P." userId="S::aj.sarmiento@claretschool.edu.ph::66c62efb-1340-4281-920f-0917747f06a2" providerId="AD" clId="Web-{362E15EC-8862-A5EA-1E3C-BBA58B921C68}"/>
    <pc:docChg chg="modSld">
      <pc:chgData name="SARMIENTO, ALMA JOY P." userId="S::aj.sarmiento@claretschool.edu.ph::66c62efb-1340-4281-920f-0917747f06a2" providerId="AD" clId="Web-{362E15EC-8862-A5EA-1E3C-BBA58B921C68}" dt="2026-07-20T23:20:37.496" v="1" actId="1076"/>
      <pc:docMkLst>
        <pc:docMk/>
      </pc:docMkLst>
      <pc:sldChg chg="modSp">
        <pc:chgData name="SARMIENTO, ALMA JOY P." userId="S::aj.sarmiento@claretschool.edu.ph::66c62efb-1340-4281-920f-0917747f06a2" providerId="AD" clId="Web-{362E15EC-8862-A5EA-1E3C-BBA58B921C68}" dt="2026-07-20T23:20:37.496" v="1" actId="1076"/>
        <pc:sldMkLst>
          <pc:docMk/>
          <pc:sldMk cId="4137944461" sldId="309"/>
        </pc:sldMkLst>
        <pc:spChg chg="mod">
          <ac:chgData name="SARMIENTO, ALMA JOY P." userId="S::aj.sarmiento@claretschool.edu.ph::66c62efb-1340-4281-920f-0917747f06a2" providerId="AD" clId="Web-{362E15EC-8862-A5EA-1E3C-BBA58B921C68}" dt="2026-07-20T23:20:34.011" v="0" actId="1076"/>
          <ac:spMkLst>
            <pc:docMk/>
            <pc:sldMk cId="4137944461" sldId="309"/>
            <ac:spMk id="12" creationId="{C9772B5C-1524-B461-5EED-3A031B3DF1D9}"/>
          </ac:spMkLst>
        </pc:spChg>
        <pc:spChg chg="mod">
          <ac:chgData name="SARMIENTO, ALMA JOY P." userId="S::aj.sarmiento@claretschool.edu.ph::66c62efb-1340-4281-920f-0917747f06a2" providerId="AD" clId="Web-{362E15EC-8862-A5EA-1E3C-BBA58B921C68}" dt="2026-07-20T23:20:37.496" v="1" actId="1076"/>
          <ac:spMkLst>
            <pc:docMk/>
            <pc:sldMk cId="4137944461" sldId="309"/>
            <ac:spMk id="20" creationId="{3BD67B41-D79C-474D-0141-5197CD8ABA6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067800" y="-55231"/>
            <a:ext cx="34712554" cy="8772618"/>
            <a:chOff x="0" y="0"/>
            <a:chExt cx="46283405" cy="116968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229603"/>
            <a:ext cx="18288000" cy="2057397"/>
            <a:chOff x="0" y="0"/>
            <a:chExt cx="4816593" cy="5418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44510">
            <a:off x="432583" y="5509725"/>
            <a:ext cx="2278479" cy="2204428"/>
          </a:xfrm>
          <a:custGeom>
            <a:avLst/>
            <a:gdLst/>
            <a:ahLst/>
            <a:cxnLst/>
            <a:rect l="l" t="t" r="r" b="b"/>
            <a:pathLst>
              <a:path w="2278479" h="2204428">
                <a:moveTo>
                  <a:pt x="0" y="0"/>
                </a:moveTo>
                <a:lnTo>
                  <a:pt x="2278479" y="0"/>
                </a:lnTo>
                <a:lnTo>
                  <a:pt x="2278479" y="2204428"/>
                </a:lnTo>
                <a:lnTo>
                  <a:pt x="0" y="2204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/>
          <p:cNvSpPr/>
          <p:nvPr/>
        </p:nvSpPr>
        <p:spPr>
          <a:xfrm>
            <a:off x="15830566" y="498475"/>
            <a:ext cx="1948919" cy="2057400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Freeform 10"/>
          <p:cNvSpPr/>
          <p:nvPr/>
        </p:nvSpPr>
        <p:spPr>
          <a:xfrm rot="-1252704">
            <a:off x="15906129" y="6843307"/>
            <a:ext cx="2107469" cy="812334"/>
          </a:xfrm>
          <a:custGeom>
            <a:avLst/>
            <a:gdLst/>
            <a:ahLst/>
            <a:cxnLst/>
            <a:rect l="l" t="t" r="r" b="b"/>
            <a:pathLst>
              <a:path w="2107469" h="812334">
                <a:moveTo>
                  <a:pt x="0" y="0"/>
                </a:moveTo>
                <a:lnTo>
                  <a:pt x="2107469" y="0"/>
                </a:lnTo>
                <a:lnTo>
                  <a:pt x="2107469" y="812333"/>
                </a:lnTo>
                <a:lnTo>
                  <a:pt x="0" y="8123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Freeform 11"/>
          <p:cNvSpPr/>
          <p:nvPr/>
        </p:nvSpPr>
        <p:spPr>
          <a:xfrm rot="-2612862">
            <a:off x="2194794" y="2267616"/>
            <a:ext cx="553303" cy="792492"/>
          </a:xfrm>
          <a:custGeom>
            <a:avLst/>
            <a:gdLst/>
            <a:ahLst/>
            <a:cxnLst/>
            <a:rect l="l" t="t" r="r" b="b"/>
            <a:pathLst>
              <a:path w="553303" h="792492">
                <a:moveTo>
                  <a:pt x="0" y="0"/>
                </a:moveTo>
                <a:lnTo>
                  <a:pt x="553303" y="0"/>
                </a:lnTo>
                <a:lnTo>
                  <a:pt x="553303" y="792492"/>
                </a:lnTo>
                <a:lnTo>
                  <a:pt x="0" y="7924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/>
          <p:cNvSpPr txBox="1"/>
          <p:nvPr/>
        </p:nvSpPr>
        <p:spPr>
          <a:xfrm>
            <a:off x="1885294" y="3001962"/>
            <a:ext cx="14517412" cy="260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MATHEMATICS</a:t>
            </a:r>
          </a:p>
        </p:txBody>
      </p:sp>
      <p:sp>
        <p:nvSpPr>
          <p:cNvPr id="13" name="Freeform 13"/>
          <p:cNvSpPr/>
          <p:nvPr/>
        </p:nvSpPr>
        <p:spPr>
          <a:xfrm rot="7796296">
            <a:off x="15806891" y="5011824"/>
            <a:ext cx="553303" cy="792492"/>
          </a:xfrm>
          <a:custGeom>
            <a:avLst/>
            <a:gdLst/>
            <a:ahLst/>
            <a:cxnLst/>
            <a:rect l="l" t="t" r="r" b="b"/>
            <a:pathLst>
              <a:path w="553303" h="792492">
                <a:moveTo>
                  <a:pt x="0" y="0"/>
                </a:moveTo>
                <a:lnTo>
                  <a:pt x="553303" y="0"/>
                </a:lnTo>
                <a:lnTo>
                  <a:pt x="553303" y="792491"/>
                </a:lnTo>
                <a:lnTo>
                  <a:pt x="0" y="79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4" name="Freeform 14"/>
          <p:cNvSpPr/>
          <p:nvPr/>
        </p:nvSpPr>
        <p:spPr>
          <a:xfrm flipH="1">
            <a:off x="389691" y="325554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5" name="TextBox 15"/>
          <p:cNvSpPr txBox="1"/>
          <p:nvPr/>
        </p:nvSpPr>
        <p:spPr>
          <a:xfrm>
            <a:off x="4887415" y="8757604"/>
            <a:ext cx="8817969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E1E1E1"/>
                </a:solidFill>
                <a:latin typeface="Monterchi Bold"/>
                <a:ea typeface="Monterchi Bold"/>
                <a:cs typeface="Monterchi Bold"/>
                <a:sym typeface="Monterchi Bold"/>
              </a:rPr>
              <a:t>Prepared by: Mr. Fajardo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88644" y="2468999"/>
            <a:ext cx="11868503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Welcome to our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64463" y="5180779"/>
            <a:ext cx="11868503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Class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5400" y="1559280"/>
            <a:ext cx="16497199" cy="7607883"/>
            <a:chOff x="0" y="0"/>
            <a:chExt cx="4344941" cy="20037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44941" cy="2003722"/>
            </a:xfrm>
            <a:custGeom>
              <a:avLst/>
              <a:gdLst/>
              <a:ahLst/>
              <a:cxnLst/>
              <a:rect l="l" t="t" r="r" b="b"/>
              <a:pathLst>
                <a:path w="4344941" h="2003722">
                  <a:moveTo>
                    <a:pt x="23934" y="0"/>
                  </a:moveTo>
                  <a:lnTo>
                    <a:pt x="4321008" y="0"/>
                  </a:lnTo>
                  <a:cubicBezTo>
                    <a:pt x="4327355" y="0"/>
                    <a:pt x="4333443" y="2522"/>
                    <a:pt x="4337931" y="7010"/>
                  </a:cubicBezTo>
                  <a:cubicBezTo>
                    <a:pt x="4342420" y="11498"/>
                    <a:pt x="4344941" y="17586"/>
                    <a:pt x="4344941" y="23934"/>
                  </a:cubicBezTo>
                  <a:lnTo>
                    <a:pt x="4344941" y="1979789"/>
                  </a:lnTo>
                  <a:cubicBezTo>
                    <a:pt x="4344941" y="1993007"/>
                    <a:pt x="4334226" y="2003722"/>
                    <a:pt x="4321008" y="2003722"/>
                  </a:cubicBezTo>
                  <a:lnTo>
                    <a:pt x="23934" y="2003722"/>
                  </a:lnTo>
                  <a:cubicBezTo>
                    <a:pt x="10715" y="2003722"/>
                    <a:pt x="0" y="1993007"/>
                    <a:pt x="0" y="1979789"/>
                  </a:cubicBezTo>
                  <a:lnTo>
                    <a:pt x="0" y="23934"/>
                  </a:lnTo>
                  <a:cubicBezTo>
                    <a:pt x="0" y="10715"/>
                    <a:pt x="10715" y="0"/>
                    <a:pt x="23934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223939"/>
              </a:solidFill>
              <a:prstDash val="lgDash"/>
              <a:round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44941" cy="2041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611354" y="2541957"/>
            <a:ext cx="3353292" cy="1060479"/>
          </a:xfrm>
          <a:custGeom>
            <a:avLst/>
            <a:gdLst/>
            <a:ahLst/>
            <a:cxnLst/>
            <a:rect l="l" t="t" r="r" b="b"/>
            <a:pathLst>
              <a:path w="3353292" h="1060479">
                <a:moveTo>
                  <a:pt x="0" y="0"/>
                </a:moveTo>
                <a:lnTo>
                  <a:pt x="3353292" y="0"/>
                </a:lnTo>
                <a:lnTo>
                  <a:pt x="3353292" y="1060479"/>
                </a:lnTo>
                <a:lnTo>
                  <a:pt x="0" y="106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E6EA8F9-BF56-FA78-4D74-C4F71062B50B}"/>
              </a:ext>
            </a:extLst>
          </p:cNvPr>
          <p:cNvGrpSpPr/>
          <p:nvPr/>
        </p:nvGrpSpPr>
        <p:grpSpPr>
          <a:xfrm>
            <a:off x="2213733" y="730327"/>
            <a:ext cx="10740267" cy="1657907"/>
            <a:chOff x="2213733" y="730327"/>
            <a:chExt cx="10740267" cy="1657907"/>
          </a:xfrm>
        </p:grpSpPr>
        <p:grpSp>
          <p:nvGrpSpPr>
            <p:cNvPr id="8" name="Group 8"/>
            <p:cNvGrpSpPr/>
            <p:nvPr/>
          </p:nvGrpSpPr>
          <p:grpSpPr>
            <a:xfrm>
              <a:off x="2213733" y="730327"/>
              <a:ext cx="10740267" cy="1657907"/>
              <a:chOff x="0" y="0"/>
              <a:chExt cx="2693549" cy="4366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362200" y="1020671"/>
              <a:ext cx="10227067" cy="10772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700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Learning Objectives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80104" y="2845633"/>
            <a:ext cx="14294163" cy="5078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79501" lvl="1" indent="-539750">
              <a:lnSpc>
                <a:spcPct val="150000"/>
              </a:lnSpc>
              <a:buFont typeface="Arial"/>
              <a:buChar char="•"/>
            </a:pPr>
            <a:r>
              <a:rPr lang="en-US" sz="550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Describe the relationship between the coefficients and the roots of a quadratic equation. </a:t>
            </a:r>
          </a:p>
          <a:p>
            <a:pPr marL="1079501" lvl="1" indent="-539750">
              <a:lnSpc>
                <a:spcPct val="150000"/>
              </a:lnSpc>
              <a:buFont typeface="Arial"/>
              <a:buChar char="•"/>
            </a:pPr>
            <a:r>
              <a:rPr lang="en-US" sz="550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Determine the sum and product of the roots of a quadratic equation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-1573188" y="7256692"/>
            <a:ext cx="3353292" cy="1060479"/>
          </a:xfrm>
          <a:custGeom>
            <a:avLst/>
            <a:gdLst/>
            <a:ahLst/>
            <a:cxnLst/>
            <a:rect l="l" t="t" r="r" b="b"/>
            <a:pathLst>
              <a:path w="3353292" h="1060479">
                <a:moveTo>
                  <a:pt x="0" y="0"/>
                </a:moveTo>
                <a:lnTo>
                  <a:pt x="3353292" y="0"/>
                </a:lnTo>
                <a:lnTo>
                  <a:pt x="3353292" y="1060479"/>
                </a:lnTo>
                <a:lnTo>
                  <a:pt x="0" y="106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78275-9BAF-2C09-6ADD-D8E5FA67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2DF82CD-8848-2CA9-81FA-E2694D999A8E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2BF88E-410C-16E0-DDC8-167CAD809708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8B7F9FD-F128-DA19-3A1D-7FEB6C12F36E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1B3F330-21DE-D6A7-B713-40EE0BCD9100}"/>
              </a:ext>
            </a:extLst>
          </p:cNvPr>
          <p:cNvGrpSpPr/>
          <p:nvPr/>
        </p:nvGrpSpPr>
        <p:grpSpPr>
          <a:xfrm>
            <a:off x="0" y="8710751"/>
            <a:ext cx="18288000" cy="101590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C44A3D1-74BB-7F2D-02DC-95663ADF8C04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F52A3FD-9C82-A51F-62F0-2474842CFDE6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6E94B45-F696-705E-341F-A1481875CDD0}"/>
              </a:ext>
            </a:extLst>
          </p:cNvPr>
          <p:cNvSpPr/>
          <p:nvPr/>
        </p:nvSpPr>
        <p:spPr>
          <a:xfrm>
            <a:off x="15958052" y="7149589"/>
            <a:ext cx="2081754" cy="2261641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505514E-67AB-4EB6-F513-6439266CD14B}"/>
              </a:ext>
            </a:extLst>
          </p:cNvPr>
          <p:cNvSpPr txBox="1"/>
          <p:nvPr/>
        </p:nvSpPr>
        <p:spPr>
          <a:xfrm>
            <a:off x="1943642" y="2825150"/>
            <a:ext cx="14517412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500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Quadratic formula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88CDA47D-9B78-C7F7-4479-8BECF410D08E}"/>
              </a:ext>
            </a:extLst>
          </p:cNvPr>
          <p:cNvSpPr/>
          <p:nvPr/>
        </p:nvSpPr>
        <p:spPr>
          <a:xfrm flipH="1">
            <a:off x="228600" y="7326878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655275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3207B-0B44-B6AE-3121-9D667F70E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C721F3-105A-615D-8D73-4C40AF74F0FE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8D5FC75-18A0-1D10-D550-0164CD6782CD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A40BF09-9DBE-2CDC-0FB9-5273B9BE561C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4114F18-5AA0-48CE-6427-D1DCBD9E1A78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26BE19A-586C-5EEC-C98A-6C0696D84CCA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4B0DBFA-0954-C5F9-46BB-E5B858EA5DA0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633A3A6-B9CC-C757-3BA5-CC38E7A1AA5A}"/>
              </a:ext>
            </a:extLst>
          </p:cNvPr>
          <p:cNvGrpSpPr/>
          <p:nvPr/>
        </p:nvGrpSpPr>
        <p:grpSpPr>
          <a:xfrm>
            <a:off x="4057932" y="1177262"/>
            <a:ext cx="10227067" cy="24422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A26EAE2-6E52-DB23-901D-BC6B628AEED7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A1CCE4D-83FB-440F-EFE8-7F0B6C16C841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510D0593-7EC4-AE58-4513-B7F796E00859}"/>
                  </a:ext>
                </a:extLst>
              </p:cNvPr>
              <p:cNvSpPr txBox="1"/>
              <p:nvPr/>
            </p:nvSpPr>
            <p:spPr>
              <a:xfrm>
                <a:off x="3532665" y="3442699"/>
                <a:ext cx="11277600" cy="364433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5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𝒙</m:t>
                      </m:r>
                      <m:r>
                        <a:rPr lang="en-PH" sz="55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PH" sz="5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55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55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55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5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5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5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55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510D0593-7EC4-AE58-4513-B7F796E00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665" y="3442699"/>
                <a:ext cx="11277600" cy="3644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867A055B-CA85-FE79-43F5-3062A2CC565D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E0F46C32-F8E2-5E44-F0BA-6259FFA068CF}"/>
              </a:ext>
            </a:extLst>
          </p:cNvPr>
          <p:cNvSpPr txBox="1"/>
          <p:nvPr/>
        </p:nvSpPr>
        <p:spPr>
          <a:xfrm>
            <a:off x="4717328" y="1325820"/>
            <a:ext cx="8990186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00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Let’s Recall the Quadratic Formula</a:t>
            </a:r>
          </a:p>
        </p:txBody>
      </p:sp>
    </p:spTree>
    <p:extLst>
      <p:ext uri="{BB962C8B-B14F-4D97-AF65-F5344CB8AC3E}">
        <p14:creationId xmlns:p14="http://schemas.microsoft.com/office/powerpoint/2010/main" val="102790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19372-9AF5-408E-0BD8-FC5519F81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3541A55-BB91-E1C9-283C-17B06E43B437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357CBF4-E305-B707-91EE-373F63A83C98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CA0D62A-78C2-BE6D-E7E2-C6EC74485884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6DFDF7C-974F-8AAF-D50C-61CA2875FFDB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D513582-2460-19B1-7DF1-697BB4AEC340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2F662C2-347D-47DF-E536-D772E7CFC956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14CA439-2E5B-2D00-29E6-F550834FD887}"/>
              </a:ext>
            </a:extLst>
          </p:cNvPr>
          <p:cNvGrpSpPr/>
          <p:nvPr/>
        </p:nvGrpSpPr>
        <p:grpSpPr>
          <a:xfrm>
            <a:off x="4057932" y="1177262"/>
            <a:ext cx="10227067" cy="24422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8849F6D-6CA6-E34F-0708-3C41AD6C8944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97C6612-44A8-EF57-C0A2-8726267FD3BF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80DFA39E-D7DF-704C-BB44-819DB357E940}"/>
                  </a:ext>
                </a:extLst>
              </p:cNvPr>
              <p:cNvSpPr txBox="1"/>
              <p:nvPr/>
            </p:nvSpPr>
            <p:spPr>
              <a:xfrm>
                <a:off x="3436779" y="2400386"/>
                <a:ext cx="11277600" cy="364433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5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𝒙</m:t>
                      </m:r>
                      <m:r>
                        <a:rPr lang="en-PH" sz="55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PH" sz="5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55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55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55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5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5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5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55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80DFA39E-D7DF-704C-BB44-819DB357E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6779" y="2400386"/>
                <a:ext cx="11277600" cy="3644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5A1084AB-74D3-2EB2-372B-CAF51288280D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A0517667-5809-9B3D-ACCD-3E03D330BFE6}"/>
              </a:ext>
            </a:extLst>
          </p:cNvPr>
          <p:cNvSpPr txBox="1"/>
          <p:nvPr/>
        </p:nvSpPr>
        <p:spPr>
          <a:xfrm>
            <a:off x="4717328" y="1325820"/>
            <a:ext cx="8990186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00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Let’s Recall the Quadratic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2">
                <a:extLst>
                  <a:ext uri="{FF2B5EF4-FFF2-40B4-BE49-F238E27FC236}">
                    <a16:creationId xmlns:a16="http://schemas.microsoft.com/office/drawing/2014/main" id="{12EB8B8C-5AF8-AEEC-1BA0-9B40ECA80DCC}"/>
                  </a:ext>
                </a:extLst>
              </p:cNvPr>
              <p:cNvSpPr txBox="1"/>
              <p:nvPr/>
            </p:nvSpPr>
            <p:spPr>
              <a:xfrm>
                <a:off x="2798012" y="5630189"/>
                <a:ext cx="6487490" cy="265059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4" name="TextBox 12">
                <a:extLst>
                  <a:ext uri="{FF2B5EF4-FFF2-40B4-BE49-F238E27FC236}">
                    <a16:creationId xmlns:a16="http://schemas.microsoft.com/office/drawing/2014/main" id="{12EB8B8C-5AF8-AEEC-1BA0-9B40ECA80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012" y="5630189"/>
                <a:ext cx="6487490" cy="26505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5307316C-2133-BE28-BE64-FE7B87469940}"/>
                  </a:ext>
                </a:extLst>
              </p:cNvPr>
              <p:cNvSpPr txBox="1"/>
              <p:nvPr/>
            </p:nvSpPr>
            <p:spPr>
              <a:xfrm>
                <a:off x="9143391" y="5524004"/>
                <a:ext cx="6487490" cy="265059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5307316C-2133-BE28-BE64-FE7B87469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391" y="5524004"/>
                <a:ext cx="6487490" cy="26505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rrow: Down 18">
            <a:extLst>
              <a:ext uri="{FF2B5EF4-FFF2-40B4-BE49-F238E27FC236}">
                <a16:creationId xmlns:a16="http://schemas.microsoft.com/office/drawing/2014/main" id="{AA463858-A287-B621-0E4B-41059552F885}"/>
              </a:ext>
            </a:extLst>
          </p:cNvPr>
          <p:cNvSpPr/>
          <p:nvPr/>
        </p:nvSpPr>
        <p:spPr>
          <a:xfrm rot="2020231">
            <a:off x="6419054" y="5077904"/>
            <a:ext cx="322905" cy="1458768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7CCBF394-29FE-15F4-22CC-5260E9E3752E}"/>
              </a:ext>
            </a:extLst>
          </p:cNvPr>
          <p:cNvSpPr/>
          <p:nvPr/>
        </p:nvSpPr>
        <p:spPr>
          <a:xfrm rot="19579769" flipH="1">
            <a:off x="11796159" y="5077904"/>
            <a:ext cx="322905" cy="1458768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73074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9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6ADD93-17D0-3118-7512-57B4AA5C9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CA9383C-F77C-F789-6ED8-E130DF56D725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17EADE-0858-BF34-48B5-159A3451E224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78D2A2A-BC18-A9E8-6F0C-AEB3072339FB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E4453AC-EFFD-0445-4D39-4C58E19C87E5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0C2DBD7-D8B9-02EC-62F9-AE3B9486A081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9258019-9E14-0129-6BB1-25FD6AF2325D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C4A4B0D-3747-26BA-457D-B6100914EB72}"/>
              </a:ext>
            </a:extLst>
          </p:cNvPr>
          <p:cNvGrpSpPr/>
          <p:nvPr/>
        </p:nvGrpSpPr>
        <p:grpSpPr>
          <a:xfrm>
            <a:off x="5333999" y="1177262"/>
            <a:ext cx="7714119" cy="17564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D394C09-47A5-5C31-6D6A-7C9BCC604E8E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DF5DF5E2-DBAF-2616-F2C7-9328AA6319EF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A56A103C-D47B-B872-43C6-8AB2BE711EAC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12F29C40-5827-1ED2-2439-DBB4DC1459A9}"/>
              </a:ext>
            </a:extLst>
          </p:cNvPr>
          <p:cNvSpPr txBox="1"/>
          <p:nvPr/>
        </p:nvSpPr>
        <p:spPr>
          <a:xfrm>
            <a:off x="4717328" y="1325820"/>
            <a:ext cx="8990186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00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Sum of Roots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3C25AF0-BF50-19A8-8258-11E5BA13FD46}"/>
                  </a:ext>
                </a:extLst>
              </p:cNvPr>
              <p:cNvSpPr txBox="1"/>
              <p:nvPr/>
            </p:nvSpPr>
            <p:spPr>
              <a:xfrm>
                <a:off x="3048000" y="2292692"/>
                <a:ext cx="6487490" cy="265059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3C25AF0-BF50-19A8-8258-11E5BA13F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292692"/>
                <a:ext cx="6487490" cy="26505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2">
                <a:extLst>
                  <a:ext uri="{FF2B5EF4-FFF2-40B4-BE49-F238E27FC236}">
                    <a16:creationId xmlns:a16="http://schemas.microsoft.com/office/drawing/2014/main" id="{2440FAAA-DA17-4475-CD49-75801AA599D6}"/>
                  </a:ext>
                </a:extLst>
              </p:cNvPr>
              <p:cNvSpPr txBox="1"/>
              <p:nvPr/>
            </p:nvSpPr>
            <p:spPr>
              <a:xfrm>
                <a:off x="9393379" y="2186507"/>
                <a:ext cx="6487490" cy="265059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4" name="TextBox 12">
                <a:extLst>
                  <a:ext uri="{FF2B5EF4-FFF2-40B4-BE49-F238E27FC236}">
                    <a16:creationId xmlns:a16="http://schemas.microsoft.com/office/drawing/2014/main" id="{2440FAAA-DA17-4475-CD49-75801AA59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3379" y="2186507"/>
                <a:ext cx="6487490" cy="26505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C081D47-4CD2-D0C0-6BB6-7E49212C827C}"/>
                  </a:ext>
                </a:extLst>
              </p:cNvPr>
              <p:cNvSpPr txBox="1"/>
              <p:nvPr/>
            </p:nvSpPr>
            <p:spPr>
              <a:xfrm>
                <a:off x="3516553" y="4322823"/>
                <a:ext cx="11254893" cy="265059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C081D47-4CD2-D0C0-6BB6-7E49212C8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553" y="4322823"/>
                <a:ext cx="11254893" cy="26505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A8EBDB-7459-ECC6-E18D-2303193F9138}"/>
                  </a:ext>
                </a:extLst>
              </p:cNvPr>
              <p:cNvSpPr txBox="1"/>
              <p:nvPr/>
            </p:nvSpPr>
            <p:spPr>
              <a:xfrm>
                <a:off x="3343113" y="6364197"/>
                <a:ext cx="11254893" cy="264264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A8EBDB-7459-ECC6-E18D-2303193F9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113" y="6364197"/>
                <a:ext cx="11254893" cy="26426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1559E1B-F4B7-A611-749D-36C033498265}"/>
              </a:ext>
            </a:extLst>
          </p:cNvPr>
          <p:cNvCxnSpPr>
            <a:cxnSpLocks/>
          </p:cNvCxnSpPr>
          <p:nvPr/>
        </p:nvCxnSpPr>
        <p:spPr>
          <a:xfrm flipV="1">
            <a:off x="7467600" y="7295351"/>
            <a:ext cx="2667000" cy="80514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1A52B7D-C367-24F8-A736-6FDB15B0FCFD}"/>
              </a:ext>
            </a:extLst>
          </p:cNvPr>
          <p:cNvCxnSpPr>
            <a:cxnSpLocks/>
          </p:cNvCxnSpPr>
          <p:nvPr/>
        </p:nvCxnSpPr>
        <p:spPr>
          <a:xfrm flipV="1">
            <a:off x="11310947" y="7263782"/>
            <a:ext cx="2667000" cy="80514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7937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19B532-5A3C-CE8A-A560-0B99DA01C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C6CB9AE-685E-85D6-CA59-CEF8FEFF721F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A682BDD-2BE6-A059-BC91-00C4B4968DBA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499A3AE-41DC-3101-2685-4C8DB0D1E7CE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A3ACFF6-332D-FE6D-9799-556BBA3A9A41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8434050-CC78-0058-17F9-76A6CB5D96D9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1AB4739-4066-936F-00EC-0634C1881649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AA40DE0-58B3-7B62-ADFC-41C9ED8FE698}"/>
              </a:ext>
            </a:extLst>
          </p:cNvPr>
          <p:cNvGrpSpPr/>
          <p:nvPr/>
        </p:nvGrpSpPr>
        <p:grpSpPr>
          <a:xfrm>
            <a:off x="5333999" y="1177262"/>
            <a:ext cx="7714119" cy="17564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2D2D24F-4485-58D4-004A-EAA906BE1B37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69CA35C-35ED-40F0-1194-1AB437EBC88A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E6C370BE-C3A2-E019-A854-DC26C78F8106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CC96E3CC-DBC7-17F4-4DDF-0A0A815F3DD2}"/>
              </a:ext>
            </a:extLst>
          </p:cNvPr>
          <p:cNvSpPr txBox="1"/>
          <p:nvPr/>
        </p:nvSpPr>
        <p:spPr>
          <a:xfrm>
            <a:off x="4717328" y="1325820"/>
            <a:ext cx="8990186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00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Sum of Roots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706A98-7463-456A-64DC-A697AC9E97BA}"/>
                  </a:ext>
                </a:extLst>
              </p:cNvPr>
              <p:cNvSpPr txBox="1"/>
              <p:nvPr/>
            </p:nvSpPr>
            <p:spPr>
              <a:xfrm>
                <a:off x="3448132" y="2470755"/>
                <a:ext cx="11254893" cy="265059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706A98-7463-456A-64DC-A697AC9E9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132" y="2470755"/>
                <a:ext cx="11254893" cy="26505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B1E162-ABEF-11E6-8665-46BBDD663669}"/>
                  </a:ext>
                </a:extLst>
              </p:cNvPr>
              <p:cNvSpPr txBox="1"/>
              <p:nvPr/>
            </p:nvSpPr>
            <p:spPr>
              <a:xfrm>
                <a:off x="3352800" y="4472897"/>
                <a:ext cx="11254893" cy="264264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B1E162-ABEF-11E6-8665-46BBDD663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4472897"/>
                <a:ext cx="11254893" cy="26426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01F33B8-9ADB-AEA8-5593-460587824F7C}"/>
              </a:ext>
            </a:extLst>
          </p:cNvPr>
          <p:cNvCxnSpPr>
            <a:cxnSpLocks/>
          </p:cNvCxnSpPr>
          <p:nvPr/>
        </p:nvCxnSpPr>
        <p:spPr>
          <a:xfrm flipV="1">
            <a:off x="7477287" y="5404051"/>
            <a:ext cx="2667000" cy="80514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8D0CDD6-F60D-FC52-96E2-0638DD2EEFF7}"/>
              </a:ext>
            </a:extLst>
          </p:cNvPr>
          <p:cNvCxnSpPr>
            <a:cxnSpLocks/>
          </p:cNvCxnSpPr>
          <p:nvPr/>
        </p:nvCxnSpPr>
        <p:spPr>
          <a:xfrm flipV="1">
            <a:off x="11320634" y="5372482"/>
            <a:ext cx="2667000" cy="80514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6B931B-81A3-86B8-781C-9090A73937A8}"/>
                  </a:ext>
                </a:extLst>
              </p:cNvPr>
              <p:cNvSpPr txBox="1"/>
              <p:nvPr/>
            </p:nvSpPr>
            <p:spPr>
              <a:xfrm>
                <a:off x="5517380" y="6503866"/>
                <a:ext cx="7543801" cy="233846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sym typeface="Monterchi"/>
                        </a:rPr>
                        <m:t>−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𝒃</m:t>
                          </m:r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6B931B-81A3-86B8-781C-9090A7393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380" y="6503866"/>
                <a:ext cx="7543801" cy="23384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53503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860142-A67F-FD20-8D00-CA2094161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BD1BA66-943D-2F81-D57F-40E9A64B3E10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2034C94-6A0E-81DD-01A5-31C969897D66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FC3AD6F-1E00-034D-D382-9747ED69EF74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09348A8-1151-1105-01ED-CAD5B376D0A7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B13465F-C2D3-082B-42AA-DD845C131519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F9162D4-9140-433B-A6FA-6FED870E99E2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6CFD5C5-E72D-9C8B-E4DA-4C9C8E8E2CC1}"/>
              </a:ext>
            </a:extLst>
          </p:cNvPr>
          <p:cNvGrpSpPr/>
          <p:nvPr/>
        </p:nvGrpSpPr>
        <p:grpSpPr>
          <a:xfrm>
            <a:off x="5333999" y="1177262"/>
            <a:ext cx="7714119" cy="17564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31645F2-91CA-3CEB-E657-F0F12B643146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B395924-E689-9DCC-207C-4948804DB1FA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0D241AEF-6E34-9BEB-52E0-25969256ED82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5BA3255A-0712-4D2E-48CC-A90A5409A309}"/>
              </a:ext>
            </a:extLst>
          </p:cNvPr>
          <p:cNvSpPr txBox="1"/>
          <p:nvPr/>
        </p:nvSpPr>
        <p:spPr>
          <a:xfrm>
            <a:off x="4717328" y="1325820"/>
            <a:ext cx="8990186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00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Sum of Roots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B33DFD-98D4-A5E6-E792-416D8392DB96}"/>
                  </a:ext>
                </a:extLst>
              </p:cNvPr>
              <p:cNvSpPr txBox="1"/>
              <p:nvPr/>
            </p:nvSpPr>
            <p:spPr>
              <a:xfrm>
                <a:off x="3448132" y="2470755"/>
                <a:ext cx="11254893" cy="265059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B33DFD-98D4-A5E6-E792-416D8392D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132" y="2470755"/>
                <a:ext cx="11254893" cy="26505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20059A-C8B9-DB5F-E134-DDE05A384D52}"/>
                  </a:ext>
                </a:extLst>
              </p:cNvPr>
              <p:cNvSpPr txBox="1"/>
              <p:nvPr/>
            </p:nvSpPr>
            <p:spPr>
              <a:xfrm>
                <a:off x="3352800" y="4472897"/>
                <a:ext cx="11254893" cy="264264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20059A-C8B9-DB5F-E134-DDE05A384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4472897"/>
                <a:ext cx="11254893" cy="26426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84655-DCD7-BFF3-0599-E9C397163608}"/>
              </a:ext>
            </a:extLst>
          </p:cNvPr>
          <p:cNvCxnSpPr>
            <a:cxnSpLocks/>
          </p:cNvCxnSpPr>
          <p:nvPr/>
        </p:nvCxnSpPr>
        <p:spPr>
          <a:xfrm flipV="1">
            <a:off x="7477287" y="5404051"/>
            <a:ext cx="2667000" cy="80514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2833A8-C25D-1A7A-8CCA-7A5E1EF218DF}"/>
              </a:ext>
            </a:extLst>
          </p:cNvPr>
          <p:cNvCxnSpPr>
            <a:cxnSpLocks/>
          </p:cNvCxnSpPr>
          <p:nvPr/>
        </p:nvCxnSpPr>
        <p:spPr>
          <a:xfrm flipV="1">
            <a:off x="11320634" y="5372482"/>
            <a:ext cx="2667000" cy="80514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DD2D6E-3F4B-F3EC-6EB9-53BE7305E7F7}"/>
                  </a:ext>
                </a:extLst>
              </p:cNvPr>
              <p:cNvSpPr txBox="1"/>
              <p:nvPr/>
            </p:nvSpPr>
            <p:spPr>
              <a:xfrm>
                <a:off x="5372099" y="6555628"/>
                <a:ext cx="7543801" cy="233846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sym typeface="Monterchi"/>
                        </a:rPr>
                        <m:t>−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𝒃</m:t>
                          </m:r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DD2D6E-3F4B-F3EC-6EB9-53BE7305E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099" y="6555628"/>
                <a:ext cx="7543801" cy="23384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547257D-EF7B-9DB9-6E1F-197231F63A04}"/>
              </a:ext>
            </a:extLst>
          </p:cNvPr>
          <p:cNvCxnSpPr>
            <a:cxnSpLocks/>
          </p:cNvCxnSpPr>
          <p:nvPr/>
        </p:nvCxnSpPr>
        <p:spPr>
          <a:xfrm flipV="1">
            <a:off x="10058317" y="7482657"/>
            <a:ext cx="208210" cy="41998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2B7CE7-BDFC-C705-92A4-04BF847E705A}"/>
              </a:ext>
            </a:extLst>
          </p:cNvPr>
          <p:cNvCxnSpPr>
            <a:cxnSpLocks/>
          </p:cNvCxnSpPr>
          <p:nvPr/>
        </p:nvCxnSpPr>
        <p:spPr>
          <a:xfrm flipV="1">
            <a:off x="10040182" y="8156422"/>
            <a:ext cx="208210" cy="41998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0317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ACE235-6889-EBC2-EC58-CD068E0FD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F7DF353-FD27-CC96-E947-AF5DB1B9DF99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E068F13-DA1A-DBE6-0390-94E890B2E435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860C261-8C8D-F35B-E5D5-B2ED752173D5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FECCD18-C62F-07C4-20B2-80BCCD387A8C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32DC8A3-53B6-5216-85F6-FC03400FC26C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444FD2C-89C6-7449-4E47-6AAA1890AF5A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E195569-0652-3150-3D50-6FBBAF6EE30F}"/>
              </a:ext>
            </a:extLst>
          </p:cNvPr>
          <p:cNvGrpSpPr/>
          <p:nvPr/>
        </p:nvGrpSpPr>
        <p:grpSpPr>
          <a:xfrm>
            <a:off x="5333999" y="1177262"/>
            <a:ext cx="7714119" cy="17564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88D588D-6DE2-3BCF-A0E7-D00B3655CE4A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377D515-06A6-6B78-9AB1-DEC4C422AA83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68270B46-E6AB-0B96-27D5-3509772024CE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4C7C9407-EF15-32BE-A775-4469F3EC9921}"/>
              </a:ext>
            </a:extLst>
          </p:cNvPr>
          <p:cNvSpPr txBox="1"/>
          <p:nvPr/>
        </p:nvSpPr>
        <p:spPr>
          <a:xfrm>
            <a:off x="4717328" y="1325820"/>
            <a:ext cx="8990186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00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Sum of Roots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0204F5-A587-8E2C-4F20-12F6E6589CF8}"/>
                  </a:ext>
                </a:extLst>
              </p:cNvPr>
              <p:cNvSpPr txBox="1"/>
              <p:nvPr/>
            </p:nvSpPr>
            <p:spPr>
              <a:xfrm>
                <a:off x="3448132" y="2470755"/>
                <a:ext cx="11254893" cy="265059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0204F5-A587-8E2C-4F20-12F6E6589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132" y="2470755"/>
                <a:ext cx="11254893" cy="26505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7FEBF4-2B11-4EA7-8806-202F5172FAC3}"/>
                  </a:ext>
                </a:extLst>
              </p:cNvPr>
              <p:cNvSpPr txBox="1"/>
              <p:nvPr/>
            </p:nvSpPr>
            <p:spPr>
              <a:xfrm>
                <a:off x="3352800" y="4472897"/>
                <a:ext cx="11254893" cy="264264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7FEBF4-2B11-4EA7-8806-202F5172F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4472897"/>
                <a:ext cx="11254893" cy="26426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25D9B2-4097-833E-2974-C00D5A3789F7}"/>
              </a:ext>
            </a:extLst>
          </p:cNvPr>
          <p:cNvCxnSpPr>
            <a:cxnSpLocks/>
          </p:cNvCxnSpPr>
          <p:nvPr/>
        </p:nvCxnSpPr>
        <p:spPr>
          <a:xfrm flipV="1">
            <a:off x="7477287" y="5404051"/>
            <a:ext cx="2667000" cy="80514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A9B65F3-3691-49A4-0926-47067C09DB13}"/>
              </a:ext>
            </a:extLst>
          </p:cNvPr>
          <p:cNvCxnSpPr>
            <a:cxnSpLocks/>
          </p:cNvCxnSpPr>
          <p:nvPr/>
        </p:nvCxnSpPr>
        <p:spPr>
          <a:xfrm flipV="1">
            <a:off x="11320634" y="5372482"/>
            <a:ext cx="2667000" cy="80514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8B9453C-2059-9C95-A58B-FA6AFC85EB0A}"/>
                  </a:ext>
                </a:extLst>
              </p:cNvPr>
              <p:cNvSpPr txBox="1"/>
              <p:nvPr/>
            </p:nvSpPr>
            <p:spPr>
              <a:xfrm>
                <a:off x="2971800" y="6622719"/>
                <a:ext cx="7543801" cy="233846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sym typeface="Monterchi"/>
                        </a:rPr>
                        <m:t>−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𝒃</m:t>
                          </m:r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8B9453C-2059-9C95-A58B-FA6AFC85E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6622719"/>
                <a:ext cx="7543801" cy="23384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68A080-426E-6F11-93FF-DE3DCA8BE6B2}"/>
              </a:ext>
            </a:extLst>
          </p:cNvPr>
          <p:cNvCxnSpPr>
            <a:cxnSpLocks/>
          </p:cNvCxnSpPr>
          <p:nvPr/>
        </p:nvCxnSpPr>
        <p:spPr>
          <a:xfrm flipV="1">
            <a:off x="7658018" y="7560634"/>
            <a:ext cx="208210" cy="41998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17DE53C-F01A-7445-3ECC-4C9B0CA1E562}"/>
              </a:ext>
            </a:extLst>
          </p:cNvPr>
          <p:cNvCxnSpPr>
            <a:cxnSpLocks/>
          </p:cNvCxnSpPr>
          <p:nvPr/>
        </p:nvCxnSpPr>
        <p:spPr>
          <a:xfrm flipV="1">
            <a:off x="7639883" y="8234399"/>
            <a:ext cx="208210" cy="41998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BA73398-0A8F-DE4B-212C-72E32A36A51F}"/>
              </a:ext>
            </a:extLst>
          </p:cNvPr>
          <p:cNvSpPr/>
          <p:nvPr/>
        </p:nvSpPr>
        <p:spPr>
          <a:xfrm>
            <a:off x="10144287" y="7353300"/>
            <a:ext cx="3736217" cy="13716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609EACE-76AA-83C1-4E22-657197C5E5E2}"/>
                  </a:ext>
                </a:extLst>
              </p:cNvPr>
              <p:cNvSpPr txBox="1"/>
              <p:nvPr/>
            </p:nvSpPr>
            <p:spPr>
              <a:xfrm>
                <a:off x="9659476" y="6541329"/>
                <a:ext cx="5023955" cy="233846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sym typeface="Monterchi"/>
                        </a:rPr>
                        <m:t>−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𝒃</m:t>
                          </m:r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609EACE-76AA-83C1-4E22-657197C5E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476" y="6541329"/>
                <a:ext cx="5023955" cy="23384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row: Right 21">
            <a:extLst>
              <a:ext uri="{FF2B5EF4-FFF2-40B4-BE49-F238E27FC236}">
                <a16:creationId xmlns:a16="http://schemas.microsoft.com/office/drawing/2014/main" id="{A44D93F1-A63F-2FAA-B092-F4CD5A0C8F44}"/>
              </a:ext>
            </a:extLst>
          </p:cNvPr>
          <p:cNvSpPr/>
          <p:nvPr/>
        </p:nvSpPr>
        <p:spPr>
          <a:xfrm>
            <a:off x="8933271" y="7972359"/>
            <a:ext cx="905875" cy="37839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349236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3" grpId="0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BF9A71-6755-391A-FDC1-BEE7C37C1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9DDE3B6-D28F-4EE7-C8AC-DB15FAE6D24F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D286A64-1CE0-89B2-3FDE-A36C3B660C58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EB79528-1C90-826B-954F-7ECFD35F45DD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7FD98B6-403E-12A5-8B38-945552CA64C9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39CDD6C-75D6-421C-8EA8-00C602990E26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30A8412-85B3-769A-CF80-5CC5BD61CAD4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9D72825-1E7E-DE47-B90A-538B02AAC278}"/>
              </a:ext>
            </a:extLst>
          </p:cNvPr>
          <p:cNvGrpSpPr/>
          <p:nvPr/>
        </p:nvGrpSpPr>
        <p:grpSpPr>
          <a:xfrm>
            <a:off x="5333999" y="1177262"/>
            <a:ext cx="7714119" cy="17564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2847AF1-84B8-21B3-A698-E2D5E4FEE157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63CF153-4E93-1A20-C371-A8E7B447661C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B85B3796-B990-D824-6B0D-8105C91CD7E0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F9AA2F5E-2137-5EB2-F9AE-6E0EC34D4970}"/>
              </a:ext>
            </a:extLst>
          </p:cNvPr>
          <p:cNvSpPr txBox="1"/>
          <p:nvPr/>
        </p:nvSpPr>
        <p:spPr>
          <a:xfrm>
            <a:off x="4717328" y="1325820"/>
            <a:ext cx="8990186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00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Product of Roots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41E5AF-D14F-6FFA-D8D5-8A7769077BE4}"/>
                  </a:ext>
                </a:extLst>
              </p:cNvPr>
              <p:cNvSpPr txBox="1"/>
              <p:nvPr/>
            </p:nvSpPr>
            <p:spPr>
              <a:xfrm>
                <a:off x="3048000" y="2292692"/>
                <a:ext cx="6487490" cy="265059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41E5AF-D14F-6FFA-D8D5-8A7769077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292692"/>
                <a:ext cx="6487490" cy="26505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2">
                <a:extLst>
                  <a:ext uri="{FF2B5EF4-FFF2-40B4-BE49-F238E27FC236}">
                    <a16:creationId xmlns:a16="http://schemas.microsoft.com/office/drawing/2014/main" id="{21D80EC5-85D4-56BF-EE59-3EF5237FBF93}"/>
                  </a:ext>
                </a:extLst>
              </p:cNvPr>
              <p:cNvSpPr txBox="1"/>
              <p:nvPr/>
            </p:nvSpPr>
            <p:spPr>
              <a:xfrm>
                <a:off x="9393379" y="2186507"/>
                <a:ext cx="6487490" cy="265059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4" name="TextBox 12">
                <a:extLst>
                  <a:ext uri="{FF2B5EF4-FFF2-40B4-BE49-F238E27FC236}">
                    <a16:creationId xmlns:a16="http://schemas.microsoft.com/office/drawing/2014/main" id="{21D80EC5-85D4-56BF-EE59-3EF5237FB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3379" y="2186507"/>
                <a:ext cx="6487490" cy="26505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8CF1B67-7814-F47E-0A03-7B9A55207068}"/>
                  </a:ext>
                </a:extLst>
              </p:cNvPr>
              <p:cNvSpPr txBox="1"/>
              <p:nvPr/>
            </p:nvSpPr>
            <p:spPr>
              <a:xfrm>
                <a:off x="3448132" y="4227951"/>
                <a:ext cx="11254893" cy="276614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⋅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d>
                        <m:d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fPr>
                            <m:num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𝒃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−</m:t>
                                  </m:r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𝟒</m:t>
                                  </m:r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𝒂𝒄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fPr>
                            <m:num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𝒃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−</m:t>
                                  </m:r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𝟒</m:t>
                                  </m:r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𝒂𝒄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8CF1B67-7814-F47E-0A03-7B9A55207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132" y="4227951"/>
                <a:ext cx="11254893" cy="27661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C7EA8F4-3534-CE19-BB89-9ECA82053E75}"/>
                  </a:ext>
                </a:extLst>
              </p:cNvPr>
              <p:cNvSpPr txBox="1"/>
              <p:nvPr/>
            </p:nvSpPr>
            <p:spPr>
              <a:xfrm>
                <a:off x="3664568" y="6287317"/>
                <a:ext cx="11254893" cy="286899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⋅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(−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)(−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</m:t>
                          </m:r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(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)(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C7EA8F4-3534-CE19-BB89-9ECA82053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568" y="6287317"/>
                <a:ext cx="11254893" cy="286899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4806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0598-2264-E456-E2AA-56D655981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8F23794-25B4-EA03-2A01-CF6C9A432B02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A5E57D3-A35A-F4ED-C57D-37C91C49DF20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C6C16D8-536F-69E8-E119-84EA20606AB9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4833A26-6A16-0133-894F-EC8A8D2AAB2C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92F21C5-7EB3-9F19-6DE2-EB532DBC4A00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7617947-E265-30F4-DC2C-AC8A3B6E31D0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0E5AC1F-B003-C7BD-4A95-9462778B499B}"/>
              </a:ext>
            </a:extLst>
          </p:cNvPr>
          <p:cNvGrpSpPr/>
          <p:nvPr/>
        </p:nvGrpSpPr>
        <p:grpSpPr>
          <a:xfrm>
            <a:off x="5333999" y="1177262"/>
            <a:ext cx="7714119" cy="17564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B311776-8B34-A1A6-1324-DFD522936B0D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DF40FE8-C1A9-89F6-C0AF-1CA47CB0AF76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F10720CD-C9BF-9765-0545-F3F40D51B64A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76ADAAD3-B192-7C4B-1063-F7D92C3C8F6B}"/>
              </a:ext>
            </a:extLst>
          </p:cNvPr>
          <p:cNvSpPr txBox="1"/>
          <p:nvPr/>
        </p:nvSpPr>
        <p:spPr>
          <a:xfrm>
            <a:off x="4717328" y="1325820"/>
            <a:ext cx="8990186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00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Product of Roots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2C2799-7501-6F51-9572-0040C187784D}"/>
                  </a:ext>
                </a:extLst>
              </p:cNvPr>
              <p:cNvSpPr txBox="1"/>
              <p:nvPr/>
            </p:nvSpPr>
            <p:spPr>
              <a:xfrm>
                <a:off x="3516553" y="2574633"/>
                <a:ext cx="11254893" cy="276614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⋅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d>
                        <m:d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fPr>
                            <m:num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𝒃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−</m:t>
                                  </m:r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𝟒</m:t>
                                  </m:r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𝒂𝒄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fPr>
                            <m:num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𝒃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−</m:t>
                                  </m:r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𝟒</m:t>
                                  </m:r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𝒂𝒄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2C2799-7501-6F51-9572-0040C1877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553" y="2574633"/>
                <a:ext cx="11254893" cy="27661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1BB72B-3AA7-2972-5327-89447DC1BE56}"/>
                  </a:ext>
                </a:extLst>
              </p:cNvPr>
              <p:cNvSpPr txBox="1"/>
              <p:nvPr/>
            </p:nvSpPr>
            <p:spPr>
              <a:xfrm>
                <a:off x="3547033" y="4494911"/>
                <a:ext cx="11254893" cy="286899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⋅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(−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)(−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</m:t>
                          </m:r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(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)(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1BB72B-3AA7-2972-5327-89447DC1B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033" y="4494911"/>
                <a:ext cx="11254893" cy="28689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A42560-7357-D9BD-3A17-1D92B82A3AF1}"/>
                  </a:ext>
                </a:extLst>
              </p:cNvPr>
              <p:cNvSpPr txBox="1"/>
              <p:nvPr/>
            </p:nvSpPr>
            <p:spPr>
              <a:xfrm>
                <a:off x="3483896" y="6300821"/>
                <a:ext cx="11254893" cy="293195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⋅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d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−</m:t>
                                  </m:r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PH" sz="4000" b="1" i="1" smtClean="0">
                                              <a:solidFill>
                                                <a:srgbClr val="1C2B2B"/>
                                              </a:solidFill>
                                              <a:latin typeface="Cambria Math" panose="02040503050406030204" pitchFamily="18" charset="0"/>
                                              <a:ea typeface="Monterchi"/>
                                              <a:cs typeface="Monterchi"/>
                                              <a:sym typeface="Monterchi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PH" sz="4000" b="1" i="1" smtClean="0">
                                              <a:solidFill>
                                                <a:srgbClr val="1C2B2B"/>
                                              </a:solidFill>
                                              <a:latin typeface="Cambria Math" panose="02040503050406030204" pitchFamily="18" charset="0"/>
                                              <a:ea typeface="Monterchi"/>
                                              <a:cs typeface="Monterchi"/>
                                              <a:sym typeface="Monterchi"/>
                                            </a:rPr>
                                            <m:t>𝒃</m:t>
                                          </m:r>
                                        </m:e>
                                        <m:sup>
                                          <m:r>
                                            <a:rPr lang="en-PH" sz="4000" b="1" i="1" smtClean="0">
                                              <a:solidFill>
                                                <a:srgbClr val="1C2B2B"/>
                                              </a:solidFill>
                                              <a:latin typeface="Cambria Math" panose="02040503050406030204" pitchFamily="18" charset="0"/>
                                              <a:ea typeface="Monterchi"/>
                                              <a:cs typeface="Monterchi"/>
                                              <a:sym typeface="Monterchi"/>
                                            </a:rPr>
                                            <m:t>𝟐</m:t>
                                          </m:r>
                                        </m:sup>
                                      </m:sSup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−</m:t>
                                      </m:r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𝟒</m:t>
                                      </m:r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𝒂𝒄</m:t>
                                      </m:r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𝟒</m:t>
                          </m:r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A42560-7357-D9BD-3A17-1D92B82A3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896" y="6300821"/>
                <a:ext cx="11254893" cy="29319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11783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EA6FF1-A315-3394-2D34-78974C136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D286F54-B927-1869-063A-88F025645F71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4368AE7-C7B3-5FFB-102C-E0084E494389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641C15C-6C9B-B784-F75E-26453FAD62E5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905DE8F-549A-34A0-DE42-730521243BA5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3AE28C1-9D0F-E240-31D5-41CBEFC8F718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AC55B2F-4A2F-09BC-BABB-9163A92472B5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03457B3-AB63-0344-A67A-5A24EABE8A23}"/>
              </a:ext>
            </a:extLst>
          </p:cNvPr>
          <p:cNvGrpSpPr/>
          <p:nvPr/>
        </p:nvGrpSpPr>
        <p:grpSpPr>
          <a:xfrm>
            <a:off x="5333999" y="1177262"/>
            <a:ext cx="7714119" cy="17564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5E728B1-E6B6-1D77-BC71-8958FD1C5A0D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BC625FE-9C78-E7BC-ADE3-095AEFF61D7F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46801742-5C7F-4382-5A06-0369D0C69F79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3347B15B-F134-16FF-0F83-EF8E3595DD69}"/>
              </a:ext>
            </a:extLst>
          </p:cNvPr>
          <p:cNvSpPr txBox="1"/>
          <p:nvPr/>
        </p:nvSpPr>
        <p:spPr>
          <a:xfrm>
            <a:off x="4717328" y="1325820"/>
            <a:ext cx="8990186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00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Product of Roots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3D8816F-E9AE-FB95-1FAC-34B5A56A0274}"/>
                  </a:ext>
                </a:extLst>
              </p:cNvPr>
              <p:cNvSpPr txBox="1"/>
              <p:nvPr/>
            </p:nvSpPr>
            <p:spPr>
              <a:xfrm>
                <a:off x="3516553" y="2326094"/>
                <a:ext cx="11254893" cy="286899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⋅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(−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)(−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</m:t>
                          </m:r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(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)(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3D8816F-E9AE-FB95-1FAC-34B5A56A0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553" y="2326094"/>
                <a:ext cx="11254893" cy="28689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6A51E2-8501-78CC-7F13-5568B9806C19}"/>
                  </a:ext>
                </a:extLst>
              </p:cNvPr>
              <p:cNvSpPr txBox="1"/>
              <p:nvPr/>
            </p:nvSpPr>
            <p:spPr>
              <a:xfrm>
                <a:off x="3453416" y="4132004"/>
                <a:ext cx="11254893" cy="293195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⋅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d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−</m:t>
                                  </m:r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PH" sz="4000" b="1" i="1" smtClean="0">
                                              <a:solidFill>
                                                <a:srgbClr val="1C2B2B"/>
                                              </a:solidFill>
                                              <a:latin typeface="Cambria Math" panose="02040503050406030204" pitchFamily="18" charset="0"/>
                                              <a:ea typeface="Monterchi"/>
                                              <a:cs typeface="Monterchi"/>
                                              <a:sym typeface="Monterchi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PH" sz="4000" b="1" i="1" smtClean="0">
                                              <a:solidFill>
                                                <a:srgbClr val="1C2B2B"/>
                                              </a:solidFill>
                                              <a:latin typeface="Cambria Math" panose="02040503050406030204" pitchFamily="18" charset="0"/>
                                              <a:ea typeface="Monterchi"/>
                                              <a:cs typeface="Monterchi"/>
                                              <a:sym typeface="Monterchi"/>
                                            </a:rPr>
                                            <m:t>𝒃</m:t>
                                          </m:r>
                                        </m:e>
                                        <m:sup>
                                          <m:r>
                                            <a:rPr lang="en-PH" sz="4000" b="1" i="1" smtClean="0">
                                              <a:solidFill>
                                                <a:srgbClr val="1C2B2B"/>
                                              </a:solidFill>
                                              <a:latin typeface="Cambria Math" panose="02040503050406030204" pitchFamily="18" charset="0"/>
                                              <a:ea typeface="Monterchi"/>
                                              <a:cs typeface="Monterchi"/>
                                              <a:sym typeface="Monterchi"/>
                                            </a:rPr>
                                            <m:t>𝟐</m:t>
                                          </m:r>
                                        </m:sup>
                                      </m:sSup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−</m:t>
                                      </m:r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𝟒</m:t>
                                      </m:r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𝒂𝒄</m:t>
                                      </m:r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𝟒</m:t>
                          </m:r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6A51E2-8501-78CC-7F13-5568B9806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416" y="4132004"/>
                <a:ext cx="11254893" cy="29319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7A66980-492B-D924-48A5-04665D8652A7}"/>
                  </a:ext>
                </a:extLst>
              </p:cNvPr>
              <p:cNvSpPr txBox="1"/>
              <p:nvPr/>
            </p:nvSpPr>
            <p:spPr>
              <a:xfrm>
                <a:off x="3448132" y="6224796"/>
                <a:ext cx="11254893" cy="250183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⋅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−(</m:t>
                          </m:r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𝒂𝒄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</m:t>
                          </m:r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𝟒</m:t>
                          </m:r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7A66980-492B-D924-48A5-04665D865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132" y="6224796"/>
                <a:ext cx="11254893" cy="25018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8949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A458A5-1EB6-1077-A410-B40857A2B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C2FB1B5-AB76-F74D-BE5D-E5EF8FC78F50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FF31B0C-D23A-848F-058C-69C8E5DFDD42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53A0279-3E69-E782-C125-4E9B9D4E570A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E008418-6512-4BF3-6DD8-8FC5F58055EE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CB28CCB-B665-7FEC-E3D9-0DC3C0EA280F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95B7A96-8B18-B151-CFE7-AC60D286F312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0FE4255-CBC4-252D-2206-1332D53653D0}"/>
              </a:ext>
            </a:extLst>
          </p:cNvPr>
          <p:cNvGrpSpPr/>
          <p:nvPr/>
        </p:nvGrpSpPr>
        <p:grpSpPr>
          <a:xfrm>
            <a:off x="5333999" y="1177262"/>
            <a:ext cx="7714119" cy="17564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316F71D-AA77-1B2F-FDF0-7CC8258FCBE7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95A1E1B-F070-D184-4985-ADC31FA73EAE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C3D8632E-BD56-53D2-D7FF-39C9ECE4D44E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321CB13B-77B2-5B39-D193-35C598F739B3}"/>
              </a:ext>
            </a:extLst>
          </p:cNvPr>
          <p:cNvSpPr txBox="1"/>
          <p:nvPr/>
        </p:nvSpPr>
        <p:spPr>
          <a:xfrm>
            <a:off x="4717328" y="1325820"/>
            <a:ext cx="8990186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00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Product of Roots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6C75A9-A595-7F4E-9CBB-AC8A4C53ED3C}"/>
                  </a:ext>
                </a:extLst>
              </p:cNvPr>
              <p:cNvSpPr txBox="1"/>
              <p:nvPr/>
            </p:nvSpPr>
            <p:spPr>
              <a:xfrm>
                <a:off x="3516553" y="2326094"/>
                <a:ext cx="11254893" cy="286899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⋅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(−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)(−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</m:t>
                          </m:r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(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)(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6C75A9-A595-7F4E-9CBB-AC8A4C53E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553" y="2326094"/>
                <a:ext cx="11254893" cy="28689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E9330E-A6F8-9515-F2EC-DEBC244FEA96}"/>
                  </a:ext>
                </a:extLst>
              </p:cNvPr>
              <p:cNvSpPr txBox="1"/>
              <p:nvPr/>
            </p:nvSpPr>
            <p:spPr>
              <a:xfrm>
                <a:off x="3453416" y="4132004"/>
                <a:ext cx="11254893" cy="293195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⋅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d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−</m:t>
                                  </m:r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PH" sz="4000" b="1" i="1" smtClean="0">
                                              <a:solidFill>
                                                <a:srgbClr val="1C2B2B"/>
                                              </a:solidFill>
                                              <a:latin typeface="Cambria Math" panose="02040503050406030204" pitchFamily="18" charset="0"/>
                                              <a:ea typeface="Monterchi"/>
                                              <a:cs typeface="Monterchi"/>
                                              <a:sym typeface="Monterchi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PH" sz="4000" b="1" i="1" smtClean="0">
                                              <a:solidFill>
                                                <a:srgbClr val="1C2B2B"/>
                                              </a:solidFill>
                                              <a:latin typeface="Cambria Math" panose="02040503050406030204" pitchFamily="18" charset="0"/>
                                              <a:ea typeface="Monterchi"/>
                                              <a:cs typeface="Monterchi"/>
                                              <a:sym typeface="Monterchi"/>
                                            </a:rPr>
                                            <m:t>𝒃</m:t>
                                          </m:r>
                                        </m:e>
                                        <m:sup>
                                          <m:r>
                                            <a:rPr lang="en-PH" sz="4000" b="1" i="1" smtClean="0">
                                              <a:solidFill>
                                                <a:srgbClr val="1C2B2B"/>
                                              </a:solidFill>
                                              <a:latin typeface="Cambria Math" panose="02040503050406030204" pitchFamily="18" charset="0"/>
                                              <a:ea typeface="Monterchi"/>
                                              <a:cs typeface="Monterchi"/>
                                              <a:sym typeface="Monterchi"/>
                                            </a:rPr>
                                            <m:t>𝟐</m:t>
                                          </m:r>
                                        </m:sup>
                                      </m:sSup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−</m:t>
                                      </m:r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𝟒</m:t>
                                      </m:r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𝒂𝒄</m:t>
                                      </m:r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𝟒</m:t>
                          </m:r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E9330E-A6F8-9515-F2EC-DEBC244FE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416" y="4132004"/>
                <a:ext cx="11254893" cy="29319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CEA8FE-1076-668F-A977-8BEE5F299EA2}"/>
                  </a:ext>
                </a:extLst>
              </p:cNvPr>
              <p:cNvSpPr txBox="1"/>
              <p:nvPr/>
            </p:nvSpPr>
            <p:spPr>
              <a:xfrm>
                <a:off x="737040" y="6230239"/>
                <a:ext cx="11254893" cy="250183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⋅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−(</m:t>
                          </m:r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𝒂𝒄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</m:t>
                          </m:r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𝟒</m:t>
                          </m:r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CEA8FE-1076-668F-A977-8BEE5F299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" y="6230239"/>
                <a:ext cx="11254893" cy="25018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9E0114-634A-9D15-ED89-4BCB8D0B94D9}"/>
                  </a:ext>
                </a:extLst>
              </p:cNvPr>
              <p:cNvSpPr txBox="1"/>
              <p:nvPr/>
            </p:nvSpPr>
            <p:spPr>
              <a:xfrm>
                <a:off x="10180182" y="6303215"/>
                <a:ext cx="4667251" cy="234500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⋅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𝒂𝒄</m:t>
                          </m:r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𝟒</m:t>
                          </m:r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9E0114-634A-9D15-ED89-4BCB8D0B9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0182" y="6303215"/>
                <a:ext cx="4667251" cy="23450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Right 14">
            <a:extLst>
              <a:ext uri="{FF2B5EF4-FFF2-40B4-BE49-F238E27FC236}">
                <a16:creationId xmlns:a16="http://schemas.microsoft.com/office/drawing/2014/main" id="{C8C730F0-7108-EBCB-1140-6D8536783965}"/>
              </a:ext>
            </a:extLst>
          </p:cNvPr>
          <p:cNvSpPr/>
          <p:nvPr/>
        </p:nvSpPr>
        <p:spPr>
          <a:xfrm>
            <a:off x="9357890" y="7708823"/>
            <a:ext cx="905875" cy="37839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512831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785A1E-0FEC-0371-77B1-BF8686819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A2A71E-7B2D-9ACF-5302-4ADA52D1BECD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4AE059B-F08A-F885-C3DE-DE6AA2E761C1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8DE620D-8698-D60E-A1C6-518CA472866E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15E2E49-D199-E18F-26A8-F8A9D1B59C09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0185227-92E3-EA79-7797-0E94AB918F10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E1DBA68-9A54-25B7-FF71-9190D08C2F13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BF255ED-E278-F976-575F-99FFBD8DA7B1}"/>
              </a:ext>
            </a:extLst>
          </p:cNvPr>
          <p:cNvGrpSpPr/>
          <p:nvPr/>
        </p:nvGrpSpPr>
        <p:grpSpPr>
          <a:xfrm>
            <a:off x="5333999" y="1177262"/>
            <a:ext cx="7714119" cy="17564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8D53A8F-A98F-3C3D-C50D-FAA5C66DE058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2056927-6EFD-5D45-3362-6E0967F906D0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D22768CF-3259-D19B-59E8-0C26FBECD438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DADF9320-4132-D413-7893-76CB5B4FF21B}"/>
              </a:ext>
            </a:extLst>
          </p:cNvPr>
          <p:cNvSpPr txBox="1"/>
          <p:nvPr/>
        </p:nvSpPr>
        <p:spPr>
          <a:xfrm>
            <a:off x="4717328" y="1325820"/>
            <a:ext cx="8990186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00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Product of Roots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8ACBFBE-C463-5CBF-7719-6894DA8B6C48}"/>
                  </a:ext>
                </a:extLst>
              </p:cNvPr>
              <p:cNvSpPr txBox="1"/>
              <p:nvPr/>
            </p:nvSpPr>
            <p:spPr>
              <a:xfrm>
                <a:off x="3516553" y="2023842"/>
                <a:ext cx="11254893" cy="293195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⋅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dPr>
                                <m:e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−</m:t>
                                  </m:r>
                                  <m: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40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PH" sz="4000" b="1" i="1" smtClean="0">
                                              <a:solidFill>
                                                <a:srgbClr val="1C2B2B"/>
                                              </a:solidFill>
                                              <a:latin typeface="Cambria Math" panose="02040503050406030204" pitchFamily="18" charset="0"/>
                                              <a:ea typeface="Monterchi"/>
                                              <a:cs typeface="Monterchi"/>
                                              <a:sym typeface="Monterchi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PH" sz="4000" b="1" i="1" smtClean="0">
                                              <a:solidFill>
                                                <a:srgbClr val="1C2B2B"/>
                                              </a:solidFill>
                                              <a:latin typeface="Cambria Math" panose="02040503050406030204" pitchFamily="18" charset="0"/>
                                              <a:ea typeface="Monterchi"/>
                                              <a:cs typeface="Monterchi"/>
                                              <a:sym typeface="Monterchi"/>
                                            </a:rPr>
                                            <m:t>𝒃</m:t>
                                          </m:r>
                                        </m:e>
                                        <m:sup>
                                          <m:r>
                                            <a:rPr lang="en-PH" sz="4000" b="1" i="1" smtClean="0">
                                              <a:solidFill>
                                                <a:srgbClr val="1C2B2B"/>
                                              </a:solidFill>
                                              <a:latin typeface="Cambria Math" panose="02040503050406030204" pitchFamily="18" charset="0"/>
                                              <a:ea typeface="Monterchi"/>
                                              <a:cs typeface="Monterchi"/>
                                              <a:sym typeface="Monterchi"/>
                                            </a:rPr>
                                            <m:t>𝟐</m:t>
                                          </m:r>
                                        </m:sup>
                                      </m:sSup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−</m:t>
                                      </m:r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𝟒</m:t>
                                      </m:r>
                                      <m:r>
                                        <a:rPr lang="en-PH" sz="4000" b="1" i="1" smtClean="0">
                                          <a:solidFill>
                                            <a:srgbClr val="1C2B2B"/>
                                          </a:solidFill>
                                          <a:latin typeface="Cambria Math" panose="02040503050406030204" pitchFamily="18" charset="0"/>
                                          <a:ea typeface="Monterchi"/>
                                          <a:cs typeface="Monterchi"/>
                                          <a:sym typeface="Monterchi"/>
                                        </a:rPr>
                                        <m:t>𝒂𝒄</m:t>
                                      </m:r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𝟒</m:t>
                          </m:r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8ACBFBE-C463-5CBF-7719-6894DA8B6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553" y="2023842"/>
                <a:ext cx="11254893" cy="29319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4B4E1D-ABAD-448A-FE60-30E2B9FFD333}"/>
                  </a:ext>
                </a:extLst>
              </p:cNvPr>
              <p:cNvSpPr txBox="1"/>
              <p:nvPr/>
            </p:nvSpPr>
            <p:spPr>
              <a:xfrm>
                <a:off x="800177" y="4122077"/>
                <a:ext cx="11254893" cy="250183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⋅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−(</m:t>
                          </m:r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𝒂𝒄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)</m:t>
                          </m:r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𝟒</m:t>
                          </m:r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4B4E1D-ABAD-448A-FE60-30E2B9FFD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77" y="4122077"/>
                <a:ext cx="11254893" cy="25018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E23C26-1B51-D2CE-F316-619B58E60490}"/>
                  </a:ext>
                </a:extLst>
              </p:cNvPr>
              <p:cNvSpPr txBox="1"/>
              <p:nvPr/>
            </p:nvSpPr>
            <p:spPr>
              <a:xfrm>
                <a:off x="10243319" y="4195053"/>
                <a:ext cx="4667251" cy="234500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⋅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𝟒</m:t>
                          </m:r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𝒂𝒄</m:t>
                          </m:r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𝟒</m:t>
                          </m:r>
                          <m:sSup>
                            <m:sSupPr>
                              <m:ctrlP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PH" sz="40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E23C26-1B51-D2CE-F316-619B58E60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319" y="4195053"/>
                <a:ext cx="4667251" cy="23450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Right 14">
            <a:extLst>
              <a:ext uri="{FF2B5EF4-FFF2-40B4-BE49-F238E27FC236}">
                <a16:creationId xmlns:a16="http://schemas.microsoft.com/office/drawing/2014/main" id="{EF5DAACC-02AB-294E-97AC-CE21D83C8020}"/>
              </a:ext>
            </a:extLst>
          </p:cNvPr>
          <p:cNvSpPr/>
          <p:nvPr/>
        </p:nvSpPr>
        <p:spPr>
          <a:xfrm>
            <a:off x="9421027" y="5600661"/>
            <a:ext cx="905875" cy="37839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0EAA46-B425-B0F5-2B33-14C5D85601A9}"/>
              </a:ext>
            </a:extLst>
          </p:cNvPr>
          <p:cNvSpPr/>
          <p:nvPr/>
        </p:nvSpPr>
        <p:spPr>
          <a:xfrm>
            <a:off x="7467600" y="6896100"/>
            <a:ext cx="3200400" cy="1596775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4CAB84-A542-C2DE-F566-437070B3F731}"/>
                  </a:ext>
                </a:extLst>
              </p:cNvPr>
              <p:cNvSpPr txBox="1"/>
              <p:nvPr/>
            </p:nvSpPr>
            <p:spPr>
              <a:xfrm>
                <a:off x="6983099" y="6324686"/>
                <a:ext cx="4667251" cy="212609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⋅</m:t>
                      </m:r>
                      <m:sSub>
                        <m:sSub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40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𝒄</m:t>
                          </m:r>
                        </m:num>
                        <m:den>
                          <m:r>
                            <a:rPr lang="en-PH" sz="40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4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4CAB84-A542-C2DE-F566-437070B3F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099" y="6324686"/>
                <a:ext cx="4667251" cy="21260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FA09CE0A-93A4-EB14-E7FD-63C349AE1331}"/>
              </a:ext>
            </a:extLst>
          </p:cNvPr>
          <p:cNvGrpSpPr/>
          <p:nvPr/>
        </p:nvGrpSpPr>
        <p:grpSpPr>
          <a:xfrm>
            <a:off x="12886461" y="5028774"/>
            <a:ext cx="524739" cy="1211865"/>
            <a:chOff x="12886461" y="5028774"/>
            <a:chExt cx="524739" cy="1211865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6621E6-44C3-C17E-B18D-9169711908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84720" y="5028774"/>
              <a:ext cx="426480" cy="456871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90CB46-6337-A1D0-1A36-7B55BC7578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86461" y="5783768"/>
              <a:ext cx="426480" cy="456871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136667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45EFF-2B66-8B32-6FA0-7EA9EA714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628BF15-D281-8569-4B06-741FD5DB084A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6CA74FC-7F08-0AEB-0FAF-08ED58ADB620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0967561-19B7-68B0-C512-A77F5553AE40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0D97DC-0E6A-8A16-DE91-99448377E408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26F6E54-FA37-828E-2F56-89204D292ADC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D883DD3-467D-C1CE-8AE1-BE89642D5ED9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8475B17-88CB-0A82-4353-26C8A5D31A14}"/>
              </a:ext>
            </a:extLst>
          </p:cNvPr>
          <p:cNvGrpSpPr/>
          <p:nvPr/>
        </p:nvGrpSpPr>
        <p:grpSpPr>
          <a:xfrm>
            <a:off x="4953001" y="1177262"/>
            <a:ext cx="8458200" cy="1575927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3AFE9C8-264F-FA51-D5C4-82C98B6A6EC0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6BB6624-D163-7D2F-94BF-CFAA2621717F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CE3C029F-9BBC-F2E6-961A-F24C11F30609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D0C1FD79-9AD2-E32E-F75D-603954CB97C6}"/>
              </a:ext>
            </a:extLst>
          </p:cNvPr>
          <p:cNvSpPr txBox="1"/>
          <p:nvPr/>
        </p:nvSpPr>
        <p:spPr>
          <a:xfrm>
            <a:off x="4717328" y="1325820"/>
            <a:ext cx="8990186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400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Sum and Product of Roots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772B5C-1524-B461-5EED-3A031B3DF1D9}"/>
                  </a:ext>
                </a:extLst>
              </p:cNvPr>
              <p:cNvSpPr txBox="1"/>
              <p:nvPr/>
            </p:nvSpPr>
            <p:spPr>
              <a:xfrm>
                <a:off x="8704817" y="2570920"/>
                <a:ext cx="6541847" cy="321511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55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</m:t>
                      </m:r>
                      <m:sSub>
                        <m:sSubPr>
                          <m:ctrlP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55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=−</m:t>
                      </m:r>
                      <m:f>
                        <m:fPr>
                          <m:ctrlP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</m:num>
                        <m:den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55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772B5C-1524-B461-5EED-3A031B3DF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817" y="2570920"/>
                <a:ext cx="6541847" cy="32151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BD67B41-D79C-474D-0141-5197CD8ABA60}"/>
                  </a:ext>
                </a:extLst>
              </p:cNvPr>
              <p:cNvSpPr txBox="1"/>
              <p:nvPr/>
            </p:nvSpPr>
            <p:spPr>
              <a:xfrm>
                <a:off x="9022810" y="5346925"/>
                <a:ext cx="6541847" cy="292310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𝟏</m:t>
                          </m:r>
                        </m:sub>
                      </m:sSub>
                      <m:r>
                        <a:rPr lang="en-PH" sz="55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⋅</m:t>
                      </m:r>
                      <m:sSub>
                        <m:sSubPr>
                          <m:ctrlP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bPr>
                        <m:e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𝒙</m:t>
                          </m:r>
                        </m:e>
                        <m:sub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</m:sub>
                      </m:sSub>
                      <m:r>
                        <a:rPr lang="en-PH" sz="55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𝒄</m:t>
                          </m:r>
                        </m:num>
                        <m:den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55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BD67B41-D79C-474D-0141-5197CD8AB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810" y="5346925"/>
                <a:ext cx="6541847" cy="29231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B98F069-3ECC-EB18-EED7-DB6FD87F8024}"/>
              </a:ext>
            </a:extLst>
          </p:cNvPr>
          <p:cNvSpPr txBox="1"/>
          <p:nvPr/>
        </p:nvSpPr>
        <p:spPr>
          <a:xfrm>
            <a:off x="3088872" y="3546146"/>
            <a:ext cx="6541847" cy="1481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9" lvl="1" algn="just">
              <a:lnSpc>
                <a:spcPct val="200000"/>
              </a:lnSpc>
            </a:pPr>
            <a:r>
              <a:rPr lang="en-PH" sz="5500" b="1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Sum of the roots: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502949-FC22-96AB-1C43-ADDBD5C4D5BD}"/>
              </a:ext>
            </a:extLst>
          </p:cNvPr>
          <p:cNvSpPr txBox="1"/>
          <p:nvPr/>
        </p:nvSpPr>
        <p:spPr>
          <a:xfrm>
            <a:off x="3158353" y="6076000"/>
            <a:ext cx="6541847" cy="1481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9" lvl="1" algn="just">
              <a:lnSpc>
                <a:spcPct val="200000"/>
              </a:lnSpc>
            </a:pPr>
            <a:r>
              <a:rPr lang="en-PH" sz="5500" b="1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Product of the roots: </a:t>
            </a:r>
          </a:p>
        </p:txBody>
      </p:sp>
    </p:spTree>
    <p:extLst>
      <p:ext uri="{BB962C8B-B14F-4D97-AF65-F5344CB8AC3E}">
        <p14:creationId xmlns:p14="http://schemas.microsoft.com/office/powerpoint/2010/main" val="41379444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A831B-A498-B304-F2FA-22339213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398966E-0D71-2851-36BF-08BDD1782E20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82E9CEE-A341-CE55-AF70-C33BE0601D03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779F495-D1F3-FF75-37C7-F8ABBBECDCD4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78DA072-7BE2-ADD1-3BC6-AB46E80F2CCF}"/>
              </a:ext>
            </a:extLst>
          </p:cNvPr>
          <p:cNvGrpSpPr/>
          <p:nvPr/>
        </p:nvGrpSpPr>
        <p:grpSpPr>
          <a:xfrm>
            <a:off x="933346" y="1591738"/>
            <a:ext cx="16553428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DA58EED-F54A-5334-3833-047055AA55F0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CEBF62A-69B1-A304-1B4E-2034D581DEBB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1330B7BA-56C1-113D-F86C-A1AF53171961}"/>
              </a:ext>
            </a:extLst>
          </p:cNvPr>
          <p:cNvGrpSpPr/>
          <p:nvPr/>
        </p:nvGrpSpPr>
        <p:grpSpPr>
          <a:xfrm>
            <a:off x="5257800" y="823510"/>
            <a:ext cx="7696199" cy="1402540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CF98647-1D19-0858-06E3-8050C902C92C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AA7FFC0-ABD4-69DC-565F-574F1F07339E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DBE3C4DD-360F-A65E-D4C8-864E83077D50}"/>
                  </a:ext>
                </a:extLst>
              </p:cNvPr>
              <p:cNvSpPr txBox="1"/>
              <p:nvPr/>
            </p:nvSpPr>
            <p:spPr>
              <a:xfrm>
                <a:off x="1143001" y="2205777"/>
                <a:ext cx="16195612" cy="545681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:r>
                  <a:rPr lang="en-PH" sz="45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Determine the sum and the product of the roots of each equation.</a:t>
                </a:r>
              </a:p>
              <a:p>
                <a:pPr marL="1346199" lvl="1" indent="-914400" algn="just">
                  <a:lnSpc>
                    <a:spcPct val="200000"/>
                  </a:lnSpc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𝟕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𝒙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𝟏𝟎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𝟎</m:t>
                    </m:r>
                  </m:oMath>
                </a14:m>
                <a:endParaRPr lang="en-PH" sz="4500" b="1" i="1">
                  <a:solidFill>
                    <a:srgbClr val="1C2B2B"/>
                  </a:solidFill>
                  <a:latin typeface="Cambria Math" panose="02040503050406030204" pitchFamily="18" charset="0"/>
                  <a:ea typeface="Monterchi"/>
                  <a:cs typeface="Monterchi"/>
                  <a:sym typeface="Monterchi"/>
                </a:endParaRPr>
              </a:p>
              <a:p>
                <a:pPr marL="1346199" lvl="1" indent="-914400" algn="just">
                  <a:lnSpc>
                    <a:spcPct val="200000"/>
                  </a:lnSpc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𝟏𝟐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𝒙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𝟎</m:t>
                    </m:r>
                  </m:oMath>
                </a14:m>
                <a:endParaRPr lang="en-PH" sz="4500" b="1" i="1">
                  <a:solidFill>
                    <a:srgbClr val="1C2B2B"/>
                  </a:solidFill>
                  <a:latin typeface="Cambria Math" panose="02040503050406030204" pitchFamily="18" charset="0"/>
                  <a:ea typeface="Monterchi"/>
                  <a:cs typeface="Monterchi"/>
                  <a:sym typeface="Monterchi"/>
                </a:endParaRPr>
              </a:p>
              <a:p>
                <a:pPr marL="1346199" lvl="1" indent="-914400" algn="just">
                  <a:lnSpc>
                    <a:spcPct val="200000"/>
                  </a:lnSpc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𝟓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𝒙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𝟔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𝟎</m:t>
                    </m:r>
                  </m:oMath>
                </a14:m>
                <a:endParaRPr lang="en-PH" sz="45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DBE3C4DD-360F-A65E-D4C8-864E83077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1" y="2205777"/>
                <a:ext cx="16195612" cy="54568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1656E3A2-C226-9A94-1C2B-2189E24EB38C}"/>
              </a:ext>
            </a:extLst>
          </p:cNvPr>
          <p:cNvSpPr/>
          <p:nvPr/>
        </p:nvSpPr>
        <p:spPr>
          <a:xfrm flipH="1">
            <a:off x="507169" y="7725017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489D4384-7DCB-902F-07E1-ED230CA4651D}"/>
              </a:ext>
            </a:extLst>
          </p:cNvPr>
          <p:cNvSpPr txBox="1"/>
          <p:nvPr/>
        </p:nvSpPr>
        <p:spPr>
          <a:xfrm>
            <a:off x="2717621" y="1261267"/>
            <a:ext cx="1298959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Let’s Try This!</a:t>
            </a:r>
          </a:p>
        </p:txBody>
      </p:sp>
    </p:spTree>
    <p:extLst>
      <p:ext uri="{BB962C8B-B14F-4D97-AF65-F5344CB8AC3E}">
        <p14:creationId xmlns:p14="http://schemas.microsoft.com/office/powerpoint/2010/main" val="9267894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D2254-7799-1D7E-3F51-E9E10D007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C3B732F-94F7-9EF9-9441-7716ADBA7EF6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8C7C39E-D6C8-64F7-56DC-C6FCF62E7BC9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E0CC267-64C3-442B-C05C-8DE52DDA76A8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8B8BAFF-B5F6-28B5-8792-30952C1AC8E3}"/>
              </a:ext>
            </a:extLst>
          </p:cNvPr>
          <p:cNvGrpSpPr/>
          <p:nvPr/>
        </p:nvGrpSpPr>
        <p:grpSpPr>
          <a:xfrm>
            <a:off x="0" y="8229603"/>
            <a:ext cx="18288000" cy="205739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6950B06-1816-B65E-187D-6C9A94A073DF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00C322E-B8B8-D3F7-8903-E47EE8701480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9D5418A0-3C4E-1ACD-2507-43B65FD14BDD}"/>
              </a:ext>
            </a:extLst>
          </p:cNvPr>
          <p:cNvSpPr/>
          <p:nvPr/>
        </p:nvSpPr>
        <p:spPr>
          <a:xfrm rot="-1044510">
            <a:off x="432583" y="5509725"/>
            <a:ext cx="2278479" cy="2204428"/>
          </a:xfrm>
          <a:custGeom>
            <a:avLst/>
            <a:gdLst/>
            <a:ahLst/>
            <a:cxnLst/>
            <a:rect l="l" t="t" r="r" b="b"/>
            <a:pathLst>
              <a:path w="2278479" h="2204428">
                <a:moveTo>
                  <a:pt x="0" y="0"/>
                </a:moveTo>
                <a:lnTo>
                  <a:pt x="2278479" y="0"/>
                </a:lnTo>
                <a:lnTo>
                  <a:pt x="2278479" y="2204428"/>
                </a:lnTo>
                <a:lnTo>
                  <a:pt x="0" y="2204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48126AD-B92F-FE69-6B05-871D56A2715D}"/>
              </a:ext>
            </a:extLst>
          </p:cNvPr>
          <p:cNvSpPr/>
          <p:nvPr/>
        </p:nvSpPr>
        <p:spPr>
          <a:xfrm>
            <a:off x="15830566" y="498475"/>
            <a:ext cx="1948919" cy="2057400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9FBD77E-5BC7-B964-A44D-568684269591}"/>
              </a:ext>
            </a:extLst>
          </p:cNvPr>
          <p:cNvSpPr/>
          <p:nvPr/>
        </p:nvSpPr>
        <p:spPr>
          <a:xfrm rot="-1252704">
            <a:off x="15906129" y="6843307"/>
            <a:ext cx="2107469" cy="812334"/>
          </a:xfrm>
          <a:custGeom>
            <a:avLst/>
            <a:gdLst/>
            <a:ahLst/>
            <a:cxnLst/>
            <a:rect l="l" t="t" r="r" b="b"/>
            <a:pathLst>
              <a:path w="2107469" h="812334">
                <a:moveTo>
                  <a:pt x="0" y="0"/>
                </a:moveTo>
                <a:lnTo>
                  <a:pt x="2107469" y="0"/>
                </a:lnTo>
                <a:lnTo>
                  <a:pt x="2107469" y="812333"/>
                </a:lnTo>
                <a:lnTo>
                  <a:pt x="0" y="8123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589321-FB9E-609C-11C3-B262F1815A2C}"/>
              </a:ext>
            </a:extLst>
          </p:cNvPr>
          <p:cNvSpPr/>
          <p:nvPr/>
        </p:nvSpPr>
        <p:spPr>
          <a:xfrm rot="-2612862">
            <a:off x="2194794" y="2267616"/>
            <a:ext cx="553303" cy="792492"/>
          </a:xfrm>
          <a:custGeom>
            <a:avLst/>
            <a:gdLst/>
            <a:ahLst/>
            <a:cxnLst/>
            <a:rect l="l" t="t" r="r" b="b"/>
            <a:pathLst>
              <a:path w="553303" h="792492">
                <a:moveTo>
                  <a:pt x="0" y="0"/>
                </a:moveTo>
                <a:lnTo>
                  <a:pt x="553303" y="0"/>
                </a:lnTo>
                <a:lnTo>
                  <a:pt x="553303" y="792492"/>
                </a:lnTo>
                <a:lnTo>
                  <a:pt x="0" y="7924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4D18DB6-E84B-8564-814B-4C3D4D301780}"/>
              </a:ext>
            </a:extLst>
          </p:cNvPr>
          <p:cNvSpPr txBox="1"/>
          <p:nvPr/>
        </p:nvSpPr>
        <p:spPr>
          <a:xfrm>
            <a:off x="1885292" y="2568683"/>
            <a:ext cx="14517412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800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Sum and product </a:t>
            </a:r>
          </a:p>
          <a:p>
            <a:pPr algn="ctr"/>
            <a:r>
              <a:rPr lang="en-US" sz="800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of roots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2C66633-CB93-BF6F-33CB-96B93F0EA3B0}"/>
              </a:ext>
            </a:extLst>
          </p:cNvPr>
          <p:cNvSpPr/>
          <p:nvPr/>
        </p:nvSpPr>
        <p:spPr>
          <a:xfrm rot="7796296">
            <a:off x="15806891" y="5011824"/>
            <a:ext cx="553303" cy="792492"/>
          </a:xfrm>
          <a:custGeom>
            <a:avLst/>
            <a:gdLst/>
            <a:ahLst/>
            <a:cxnLst/>
            <a:rect l="l" t="t" r="r" b="b"/>
            <a:pathLst>
              <a:path w="553303" h="792492">
                <a:moveTo>
                  <a:pt x="0" y="0"/>
                </a:moveTo>
                <a:lnTo>
                  <a:pt x="553303" y="0"/>
                </a:lnTo>
                <a:lnTo>
                  <a:pt x="553303" y="792491"/>
                </a:lnTo>
                <a:lnTo>
                  <a:pt x="0" y="79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BEA684B8-8BA1-D706-892B-535C2A60D4EF}"/>
              </a:ext>
            </a:extLst>
          </p:cNvPr>
          <p:cNvSpPr/>
          <p:nvPr/>
        </p:nvSpPr>
        <p:spPr>
          <a:xfrm flipH="1">
            <a:off x="389691" y="325554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53EF8D7F-A17E-FB9C-88D5-4B52F6F8832F}"/>
              </a:ext>
            </a:extLst>
          </p:cNvPr>
          <p:cNvSpPr txBox="1"/>
          <p:nvPr/>
        </p:nvSpPr>
        <p:spPr>
          <a:xfrm>
            <a:off x="3268096" y="4994495"/>
            <a:ext cx="11868503" cy="8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00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(pp. 22 – 26)</a:t>
            </a:r>
          </a:p>
        </p:txBody>
      </p:sp>
    </p:spTree>
    <p:extLst>
      <p:ext uri="{BB962C8B-B14F-4D97-AF65-F5344CB8AC3E}">
        <p14:creationId xmlns:p14="http://schemas.microsoft.com/office/powerpoint/2010/main" val="42563280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0E2C21-99B6-261B-0C3D-CF99C74CC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147102E-CB02-6B3B-F67F-04CC58BF0E8F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DF682F4-2382-AAA6-093F-7D9E83A9529C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96DDC3E-8D62-C54C-0BAF-2C8B9F416C8B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57071C1-DFB7-52BB-CD21-245287F1ACD7}"/>
              </a:ext>
            </a:extLst>
          </p:cNvPr>
          <p:cNvGrpSpPr/>
          <p:nvPr/>
        </p:nvGrpSpPr>
        <p:grpSpPr>
          <a:xfrm>
            <a:off x="933346" y="1591738"/>
            <a:ext cx="16553428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9597D6E-922A-B3BC-9980-06F3A1CF8E65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7600531-59AC-220C-224D-61BAB8564C7F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3FC5F450-0A07-BB00-E225-DBD7D20851EA}"/>
              </a:ext>
            </a:extLst>
          </p:cNvPr>
          <p:cNvGrpSpPr/>
          <p:nvPr/>
        </p:nvGrpSpPr>
        <p:grpSpPr>
          <a:xfrm>
            <a:off x="5257800" y="823510"/>
            <a:ext cx="7696199" cy="1402540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E7130A0-E15B-8270-4FE0-63704739BFE2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CF47B7D-3254-5AA7-3093-B615649F0AC4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0DE23C77-2564-5E1D-F09F-FE943B225085}"/>
                  </a:ext>
                </a:extLst>
              </p:cNvPr>
              <p:cNvSpPr txBox="1"/>
              <p:nvPr/>
            </p:nvSpPr>
            <p:spPr>
              <a:xfrm>
                <a:off x="1155031" y="2444270"/>
                <a:ext cx="16195612" cy="398185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:r>
                  <a:rPr lang="en-PH" sz="45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Write the quadratic equation whose solution set is given.</a:t>
                </a:r>
              </a:p>
              <a:p>
                <a:pPr marL="1346199" lvl="1" indent="-914400" algn="just">
                  <a:lnSpc>
                    <a:spcPct val="200000"/>
                  </a:lnSpc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dPr>
                      <m:e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𝟒</m:t>
                        </m:r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, −</m:t>
                        </m:r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𝟏𝟎</m:t>
                        </m:r>
                      </m:e>
                    </m:d>
                  </m:oMath>
                </a14:m>
                <a:endParaRPr lang="en-PH" sz="45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1346199" lvl="1" indent="-914400" algn="just">
                  <a:lnSpc>
                    <a:spcPct val="2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{−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𝟐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, 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𝟓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}</m:t>
                    </m:r>
                  </m:oMath>
                </a14:m>
                <a:endParaRPr lang="en-PH" sz="45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0DE23C77-2564-5E1D-F09F-FE943B225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031" y="2444270"/>
                <a:ext cx="16195612" cy="39818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A49EC69E-7E02-6072-7AFE-99BB065671A4}"/>
              </a:ext>
            </a:extLst>
          </p:cNvPr>
          <p:cNvSpPr/>
          <p:nvPr/>
        </p:nvSpPr>
        <p:spPr>
          <a:xfrm flipH="1">
            <a:off x="507169" y="7725017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FBC2810D-1653-D658-F87F-69D9466792CC}"/>
              </a:ext>
            </a:extLst>
          </p:cNvPr>
          <p:cNvSpPr txBox="1"/>
          <p:nvPr/>
        </p:nvSpPr>
        <p:spPr>
          <a:xfrm>
            <a:off x="2717621" y="1261267"/>
            <a:ext cx="1298959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Let’s Try This!</a:t>
            </a:r>
          </a:p>
        </p:txBody>
      </p:sp>
    </p:spTree>
    <p:extLst>
      <p:ext uri="{BB962C8B-B14F-4D97-AF65-F5344CB8AC3E}">
        <p14:creationId xmlns:p14="http://schemas.microsoft.com/office/powerpoint/2010/main" val="2191803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A7A467-D1D7-CA69-7F5A-00BF563E2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7EB3BD-214B-53F7-C47F-7408BFDD60E3}"/>
              </a:ext>
            </a:extLst>
          </p:cNvPr>
          <p:cNvGrpSpPr/>
          <p:nvPr/>
        </p:nvGrpSpPr>
        <p:grpSpPr>
          <a:xfrm>
            <a:off x="-7855623" y="-544286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459F344-73DE-BBB9-C320-74C2B83D2F8F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2D8A73D-05F4-357B-2412-EC3C24FF34A6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8DD3EA3-AA54-84E8-B0DD-11925B9C3E48}"/>
              </a:ext>
            </a:extLst>
          </p:cNvPr>
          <p:cNvGrpSpPr/>
          <p:nvPr/>
        </p:nvGrpSpPr>
        <p:grpSpPr>
          <a:xfrm>
            <a:off x="933346" y="1591738"/>
            <a:ext cx="16553428" cy="8504762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8ECDFFB-F49F-AF83-AB02-7F06B8FE46CE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9E40C03-C0C6-A128-3B17-B0B8D0372002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EEE0CE4-421A-D4DD-1BD5-26AB23AEF273}"/>
              </a:ext>
            </a:extLst>
          </p:cNvPr>
          <p:cNvGrpSpPr/>
          <p:nvPr/>
        </p:nvGrpSpPr>
        <p:grpSpPr>
          <a:xfrm>
            <a:off x="5227479" y="459792"/>
            <a:ext cx="7696199" cy="1402540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FAB643F-5928-A220-2D86-40149277E11C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C943591-6EFE-71C1-A5B8-01FB6FD7444E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3B57C04D-13CB-68AB-9FFA-116EA47585E0}"/>
                  </a:ext>
                </a:extLst>
              </p:cNvPr>
              <p:cNvSpPr txBox="1"/>
              <p:nvPr/>
            </p:nvSpPr>
            <p:spPr>
              <a:xfrm>
                <a:off x="1485140" y="1978635"/>
                <a:ext cx="14889840" cy="798295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1117599" lvl="1" indent="-6858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PH" sz="5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Determine the sum and product of the roots of each equation. (p. 27, Mental Math nos. 4 – 10)</a:t>
                </a:r>
              </a:p>
              <a:p>
                <a:pPr marL="1117599" lvl="1" indent="-6858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PH" sz="5000" b="1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Write the quadratic equations whose solution set is given. </a:t>
                </a:r>
              </a:p>
              <a:p>
                <a:pPr marL="2031999" lvl="3" indent="-6858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PH" sz="5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dPr>
                      <m:e>
                        <m:r>
                          <a:rPr lang="en-PH" sz="5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  <m:r>
                          <a:rPr lang="en-PH" sz="5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, </m:t>
                        </m:r>
                        <m:r>
                          <a:rPr lang="en-PH" sz="5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𝟑</m:t>
                        </m:r>
                      </m:e>
                    </m:d>
                  </m:oMath>
                </a14:m>
                <a:endParaRPr lang="en-PH" sz="5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2031999" lvl="3" indent="-6858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PH" sz="5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dPr>
                      <m:e>
                        <m:r>
                          <a:rPr lang="en-PH" sz="5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−</m:t>
                        </m:r>
                        <m:r>
                          <a:rPr lang="en-PH" sz="5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𝟓</m:t>
                        </m:r>
                        <m:r>
                          <a:rPr lang="en-PH" sz="5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, </m:t>
                        </m:r>
                        <m:r>
                          <a:rPr lang="en-PH" sz="5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𝟖</m:t>
                        </m:r>
                      </m:e>
                    </m:d>
                  </m:oMath>
                </a14:m>
                <a:endParaRPr lang="en-PH" sz="5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2031999" lvl="3" indent="-6858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PH" sz="5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{</m:t>
                    </m:r>
                    <m:r>
                      <a:rPr lang="en-PH" sz="5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𝟗</m:t>
                    </m:r>
                    <m:r>
                      <a:rPr lang="en-PH" sz="5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, −</m:t>
                    </m:r>
                    <m:r>
                      <a:rPr lang="en-PH" sz="5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𝟐</m:t>
                    </m:r>
                    <m:r>
                      <a:rPr lang="en-PH" sz="5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}</m:t>
                    </m:r>
                  </m:oMath>
                </a14:m>
                <a:endParaRPr lang="en-PH" sz="5000" b="1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3B57C04D-13CB-68AB-9FFA-116EA4758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140" y="1978635"/>
                <a:ext cx="14889840" cy="7982955"/>
              </a:xfrm>
              <a:prstGeom prst="rect">
                <a:avLst/>
              </a:prstGeom>
              <a:blipFill>
                <a:blip r:embed="rId3"/>
                <a:stretch>
                  <a:fillRect r="-2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AAE6F63C-C4A5-BA24-45FD-240814B143D5}"/>
              </a:ext>
            </a:extLst>
          </p:cNvPr>
          <p:cNvSpPr/>
          <p:nvPr/>
        </p:nvSpPr>
        <p:spPr>
          <a:xfrm flipH="1">
            <a:off x="-169876" y="8312315"/>
            <a:ext cx="2074875" cy="2137393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6A25089F-02D1-DBD0-7425-ADB278B373BD}"/>
              </a:ext>
            </a:extLst>
          </p:cNvPr>
          <p:cNvSpPr txBox="1"/>
          <p:nvPr/>
        </p:nvSpPr>
        <p:spPr>
          <a:xfrm>
            <a:off x="2649200" y="766376"/>
            <a:ext cx="1298959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>
                <a:solidFill>
                  <a:srgbClr val="E1E1E1"/>
                </a:solidFill>
                <a:latin typeface="Bugaki"/>
                <a:ea typeface="Bugaki"/>
                <a:cs typeface="Bugaki"/>
              </a:rPr>
              <a:t>Quiz 4</a:t>
            </a:r>
          </a:p>
        </p:txBody>
      </p:sp>
    </p:spTree>
    <p:extLst>
      <p:ext uri="{BB962C8B-B14F-4D97-AF65-F5344CB8AC3E}">
        <p14:creationId xmlns:p14="http://schemas.microsoft.com/office/powerpoint/2010/main" val="30981088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3F65ED-992A-2CF9-148F-B6D640C7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BB2BFA6-65BE-0562-73D3-FEEDD0B1754B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6F5E841-67DB-95E9-C74E-5A15C8D4DF88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746BAF1-C009-B2F9-EDDE-C68E42ABDAA7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BE4C466-268C-0B4D-E706-6BE14BA94BF7}"/>
              </a:ext>
            </a:extLst>
          </p:cNvPr>
          <p:cNvGrpSpPr/>
          <p:nvPr/>
        </p:nvGrpSpPr>
        <p:grpSpPr>
          <a:xfrm>
            <a:off x="457200" y="1722124"/>
            <a:ext cx="17297400" cy="7993375"/>
            <a:chOff x="-185845" y="-38100"/>
            <a:chExt cx="3652582" cy="20166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30D706B-CC05-7618-BD8A-161E96611906}"/>
                </a:ext>
              </a:extLst>
            </p:cNvPr>
            <p:cNvSpPr/>
            <p:nvPr/>
          </p:nvSpPr>
          <p:spPr>
            <a:xfrm>
              <a:off x="-185845" y="69605"/>
              <a:ext cx="3652582" cy="19089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7091297-E924-B672-72EF-5B304AD9652C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C5C3C0A-093A-D71D-B225-C16CB9D77590}"/>
              </a:ext>
            </a:extLst>
          </p:cNvPr>
          <p:cNvGrpSpPr/>
          <p:nvPr/>
        </p:nvGrpSpPr>
        <p:grpSpPr>
          <a:xfrm>
            <a:off x="3676048" y="1152244"/>
            <a:ext cx="10227067" cy="1575865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73C0480-906B-2F91-521F-13DCCF5E64BB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8BD5F17-4C99-11FC-FD70-6A3174052F1D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EF743E79-1584-8205-92BE-415B8DDE5808}"/>
              </a:ext>
            </a:extLst>
          </p:cNvPr>
          <p:cNvSpPr txBox="1"/>
          <p:nvPr/>
        </p:nvSpPr>
        <p:spPr>
          <a:xfrm>
            <a:off x="3804113" y="1420803"/>
            <a:ext cx="10100499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Exit Pass </a:t>
            </a: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BB492340-B1E0-B36C-F919-A59CE5A4DBED}"/>
              </a:ext>
            </a:extLst>
          </p:cNvPr>
          <p:cNvSpPr txBox="1"/>
          <p:nvPr/>
        </p:nvSpPr>
        <p:spPr>
          <a:xfrm>
            <a:off x="915623" y="4096406"/>
            <a:ext cx="16593596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1545" lvl="1" indent="-485773">
              <a:lnSpc>
                <a:spcPct val="200000"/>
              </a:lnSpc>
              <a:buFont typeface="Arial"/>
              <a:buChar char="•"/>
            </a:pPr>
            <a:r>
              <a:rPr lang="en-US" sz="6000" b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What are your key takeaways from today's lesson about sum and product of roots of a quadratic equation?</a:t>
            </a:r>
            <a:endParaRPr lang="en-US" sz="6000">
              <a:solidFill>
                <a:srgbClr val="1C2B2B"/>
              </a:solidFill>
              <a:latin typeface="Monterchi"/>
              <a:ea typeface="Monterchi"/>
              <a:cs typeface="Monterchi"/>
              <a:sym typeface="Monterchi"/>
            </a:endParaRPr>
          </a:p>
        </p:txBody>
      </p:sp>
    </p:spTree>
    <p:extLst>
      <p:ext uri="{BB962C8B-B14F-4D97-AF65-F5344CB8AC3E}">
        <p14:creationId xmlns:p14="http://schemas.microsoft.com/office/powerpoint/2010/main" val="38398285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7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70208" y="2079876"/>
            <a:ext cx="15747584" cy="7178424"/>
            <a:chOff x="0" y="0"/>
            <a:chExt cx="4147512" cy="1890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7512" cy="1890614"/>
            </a:xfrm>
            <a:custGeom>
              <a:avLst/>
              <a:gdLst/>
              <a:ahLst/>
              <a:cxnLst/>
              <a:rect l="l" t="t" r="r" b="b"/>
              <a:pathLst>
                <a:path w="4147512" h="1890614">
                  <a:moveTo>
                    <a:pt x="25073" y="0"/>
                  </a:moveTo>
                  <a:lnTo>
                    <a:pt x="4122439" y="0"/>
                  </a:lnTo>
                  <a:cubicBezTo>
                    <a:pt x="4136286" y="0"/>
                    <a:pt x="4147512" y="11226"/>
                    <a:pt x="4147512" y="25073"/>
                  </a:cubicBezTo>
                  <a:lnTo>
                    <a:pt x="4147512" y="1865541"/>
                  </a:lnTo>
                  <a:cubicBezTo>
                    <a:pt x="4147512" y="1879388"/>
                    <a:pt x="4136286" y="1890614"/>
                    <a:pt x="4122439" y="1890614"/>
                  </a:cubicBezTo>
                  <a:lnTo>
                    <a:pt x="25073" y="1890614"/>
                  </a:lnTo>
                  <a:cubicBezTo>
                    <a:pt x="11226" y="1890614"/>
                    <a:pt x="0" y="1879388"/>
                    <a:pt x="0" y="1865541"/>
                  </a:cubicBezTo>
                  <a:lnTo>
                    <a:pt x="0" y="25073"/>
                  </a:lnTo>
                  <a:cubicBezTo>
                    <a:pt x="0" y="11226"/>
                    <a:pt x="11226" y="0"/>
                    <a:pt x="25073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1C2B2B"/>
              </a:solidFill>
              <a:prstDash val="lgDash"/>
              <a:round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47512" cy="1928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2029458">
            <a:off x="15231605" y="7265924"/>
            <a:ext cx="4055390" cy="3453841"/>
          </a:xfrm>
          <a:custGeom>
            <a:avLst/>
            <a:gdLst/>
            <a:ahLst/>
            <a:cxnLst/>
            <a:rect l="l" t="t" r="r" b="b"/>
            <a:pathLst>
              <a:path w="4055390" h="3453841">
                <a:moveTo>
                  <a:pt x="0" y="0"/>
                </a:moveTo>
                <a:lnTo>
                  <a:pt x="4055390" y="0"/>
                </a:lnTo>
                <a:lnTo>
                  <a:pt x="4055390" y="3453841"/>
                </a:lnTo>
                <a:lnTo>
                  <a:pt x="0" y="3453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/>
          <p:cNvSpPr/>
          <p:nvPr/>
        </p:nvSpPr>
        <p:spPr>
          <a:xfrm rot="8795828">
            <a:off x="-1149908" y="-324704"/>
            <a:ext cx="4016275" cy="3365304"/>
          </a:xfrm>
          <a:custGeom>
            <a:avLst/>
            <a:gdLst/>
            <a:ahLst/>
            <a:cxnLst/>
            <a:rect l="l" t="t" r="r" b="b"/>
            <a:pathLst>
              <a:path w="4016275" h="3365304">
                <a:moveTo>
                  <a:pt x="0" y="0"/>
                </a:moveTo>
                <a:lnTo>
                  <a:pt x="4016274" y="0"/>
                </a:lnTo>
                <a:lnTo>
                  <a:pt x="4016274" y="3365303"/>
                </a:lnTo>
                <a:lnTo>
                  <a:pt x="0" y="3365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TextBox 10"/>
          <p:cNvSpPr txBox="1"/>
          <p:nvPr/>
        </p:nvSpPr>
        <p:spPr>
          <a:xfrm>
            <a:off x="1844772" y="2796149"/>
            <a:ext cx="14034634" cy="6347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8" lvl="1" algn="just">
              <a:lnSpc>
                <a:spcPct val="150000"/>
              </a:lnSpc>
            </a:pPr>
            <a:r>
              <a:rPr lang="en-US" sz="550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Just as the coefficients and roots are connected in a quadratic equation, our ideas are connected through classroom discussions. How can listening respectfully to others help deepen your understanding of mathematics?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356023" y="1401982"/>
            <a:ext cx="11139413" cy="1355789"/>
            <a:chOff x="0" y="0"/>
            <a:chExt cx="2933837" cy="3570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33837" cy="357080"/>
            </a:xfrm>
            <a:custGeom>
              <a:avLst/>
              <a:gdLst/>
              <a:ahLst/>
              <a:cxnLst/>
              <a:rect l="l" t="t" r="r" b="b"/>
              <a:pathLst>
                <a:path w="2933837" h="357080">
                  <a:moveTo>
                    <a:pt x="13900" y="0"/>
                  </a:moveTo>
                  <a:lnTo>
                    <a:pt x="2919937" y="0"/>
                  </a:lnTo>
                  <a:cubicBezTo>
                    <a:pt x="2927614" y="0"/>
                    <a:pt x="2933837" y="6223"/>
                    <a:pt x="2933837" y="13900"/>
                  </a:cubicBezTo>
                  <a:lnTo>
                    <a:pt x="2933837" y="343180"/>
                  </a:lnTo>
                  <a:cubicBezTo>
                    <a:pt x="2933837" y="346867"/>
                    <a:pt x="2932373" y="350402"/>
                    <a:pt x="2929766" y="353009"/>
                  </a:cubicBezTo>
                  <a:cubicBezTo>
                    <a:pt x="2927159" y="355616"/>
                    <a:pt x="2923624" y="357080"/>
                    <a:pt x="2919937" y="357080"/>
                  </a:cubicBezTo>
                  <a:lnTo>
                    <a:pt x="13900" y="357080"/>
                  </a:lnTo>
                  <a:cubicBezTo>
                    <a:pt x="10214" y="357080"/>
                    <a:pt x="6678" y="355616"/>
                    <a:pt x="4071" y="353009"/>
                  </a:cubicBezTo>
                  <a:cubicBezTo>
                    <a:pt x="1464" y="350402"/>
                    <a:pt x="0" y="346867"/>
                    <a:pt x="0" y="343180"/>
                  </a:cubicBezTo>
                  <a:lnTo>
                    <a:pt x="0" y="13900"/>
                  </a:lnTo>
                  <a:cubicBezTo>
                    <a:pt x="0" y="6223"/>
                    <a:pt x="6223" y="0"/>
                    <a:pt x="1390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933837" cy="395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727412" y="1822438"/>
            <a:ext cx="10396634" cy="990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1000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Respect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4AE54D3B7ABF4E94265188B1A3732A" ma:contentTypeVersion="10" ma:contentTypeDescription="Create a new document." ma:contentTypeScope="" ma:versionID="d59c04619bafb1e42b43ede57214fcd9">
  <xsd:schema xmlns:xsd="http://www.w3.org/2001/XMLSchema" xmlns:xs="http://www.w3.org/2001/XMLSchema" xmlns:p="http://schemas.microsoft.com/office/2006/metadata/properties" xmlns:ns2="9af8d393-aa17-400d-a7a8-b22c6a5247f0" xmlns:ns3="f06051ca-0ac7-4425-87d7-57354384b50f" targetNamespace="http://schemas.microsoft.com/office/2006/metadata/properties" ma:root="true" ma:fieldsID="972f344bc57fd1c457fb3445845fee4d" ns2:_="" ns3:_="">
    <xsd:import namespace="9af8d393-aa17-400d-a7a8-b22c6a5247f0"/>
    <xsd:import namespace="f06051ca-0ac7-4425-87d7-57354384b5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8d393-aa17-400d-a7a8-b22c6a5247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da769e0-a300-417a-b7fa-e0277e530a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6051ca-0ac7-4425-87d7-57354384b50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d8e6903-f70f-4293-bd91-5adc119538b8}" ma:internalName="TaxCatchAll" ma:showField="CatchAllData" ma:web="f06051ca-0ac7-4425-87d7-57354384b50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6051ca-0ac7-4425-87d7-57354384b50f" xsi:nil="true"/>
    <lcf76f155ced4ddcb4097134ff3c332f xmlns="9af8d393-aa17-400d-a7a8-b22c6a5247f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78DC88D-5C5A-4FFD-AB93-C6FDB20B3BAC}"/>
</file>

<file path=customXml/itemProps2.xml><?xml version="1.0" encoding="utf-8"?>
<ds:datastoreItem xmlns:ds="http://schemas.openxmlformats.org/officeDocument/2006/customXml" ds:itemID="{74ED988A-5FD7-4795-BAD9-43B567BF2AB6}"/>
</file>

<file path=customXml/itemProps3.xml><?xml version="1.0" encoding="utf-8"?>
<ds:datastoreItem xmlns:ds="http://schemas.openxmlformats.org/officeDocument/2006/customXml" ds:itemID="{3D4212F9-4DC7-42DB-A783-E15AB1B7977B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Sets Theory Presentation</dc:title>
  <dc:creator>Joshua</dc:creator>
  <cp:revision>1</cp:revision>
  <dcterms:created xsi:type="dcterms:W3CDTF">2006-08-16T00:00:00Z</dcterms:created>
  <dcterms:modified xsi:type="dcterms:W3CDTF">2026-07-22T03:19:49Z</dcterms:modified>
  <dc:identifier>DAHN2bCAxp0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0x010100224AE54D3B7ABF4E94265188B1A3732A</vt:lpwstr>
  </property>
</Properties>
</file>