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5" r:id="rId4"/>
    <p:sldId id="283" r:id="rId5"/>
    <p:sldId id="293" r:id="rId6"/>
    <p:sldId id="294" r:id="rId7"/>
    <p:sldId id="295" r:id="rId8"/>
    <p:sldId id="289" r:id="rId9"/>
    <p:sldId id="274" r:id="rId10"/>
    <p:sldId id="296" r:id="rId11"/>
    <p:sldId id="297" r:id="rId12"/>
    <p:sldId id="291" r:id="rId13"/>
    <p:sldId id="281" r:id="rId14"/>
    <p:sldId id="298" r:id="rId15"/>
    <p:sldId id="262" r:id="rId16"/>
  </p:sldIdLst>
  <p:sldSz cx="18288000" cy="10287000"/>
  <p:notesSz cx="6858000" cy="9144000"/>
  <p:embeddedFontLst>
    <p:embeddedFont>
      <p:font typeface="Borsok" panose="02000503000000020002" charset="0"/>
      <p:regular r:id="rId17"/>
    </p:embeddedFont>
    <p:embeddedFont>
      <p:font typeface="Bugaki" panose="020B0604020202020204" charset="0"/>
      <p:regular r:id="rId18"/>
    </p:embeddedFont>
    <p:embeddedFont>
      <p:font typeface="Cambria Math" panose="02040503050406030204" pitchFamily="18" charset="0"/>
      <p:regular r:id="rId19"/>
    </p:embeddedFont>
    <p:embeddedFont>
      <p:font typeface="Monterchi" panose="020B0604020202020204" charset="0"/>
      <p:regular r:id="rId20"/>
    </p:embeddedFont>
    <p:embeddedFont>
      <p:font typeface="Monterchi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099A5-476E-FC12-0569-F2C2970B24C9}" v="9" dt="2026-07-20T04:41:57.844"/>
    <p1510:client id="{668CA5B8-3ED7-7AB6-4F3D-727F9E4304FD}" v="2" dt="2026-07-20T23:07:23.276"/>
    <p1510:client id="{ACF96C19-AD3A-42F1-8B48-953AF83E1935}" v="455" dt="2026-07-20T11:56:04.3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53" y="9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JARDO, JOSHUA S." userId="10ff038c-ae4c-47c6-aa47-eb9c2b1ee137" providerId="ADAL" clId="{A571E766-ECF9-4ACA-910F-E5F012930532}"/>
    <pc:docChg chg="undo custSel addSld delSld modSld sldOrd">
      <pc:chgData name="FAJARDO, JOSHUA S." userId="10ff038c-ae4c-47c6-aa47-eb9c2b1ee137" providerId="ADAL" clId="{A571E766-ECF9-4ACA-910F-E5F012930532}" dt="2026-07-20T11:57:38.375" v="1929" actId="20577"/>
      <pc:docMkLst>
        <pc:docMk/>
      </pc:docMkLst>
      <pc:sldChg chg="modSp mod">
        <pc:chgData name="FAJARDO, JOSHUA S." userId="10ff038c-ae4c-47c6-aa47-eb9c2b1ee137" providerId="ADAL" clId="{A571E766-ECF9-4ACA-910F-E5F012930532}" dt="2026-07-20T11:56:32.365" v="1896" actId="1076"/>
        <pc:sldMkLst>
          <pc:docMk/>
          <pc:sldMk cId="0" sldId="257"/>
        </pc:sldMkLst>
        <pc:spChg chg="mod">
          <ac:chgData name="FAJARDO, JOSHUA S." userId="10ff038c-ae4c-47c6-aa47-eb9c2b1ee137" providerId="ADAL" clId="{A571E766-ECF9-4ACA-910F-E5F012930532}" dt="2026-07-20T11:56:32.365" v="1896" actId="1076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FAJARDO, JOSHUA S." userId="10ff038c-ae4c-47c6-aa47-eb9c2b1ee137" providerId="ADAL" clId="{A571E766-ECF9-4ACA-910F-E5F012930532}" dt="2026-07-19T13:03:25.971" v="1801" actId="1076"/>
        <pc:sldMkLst>
          <pc:docMk/>
          <pc:sldMk cId="0" sldId="262"/>
        </pc:sldMkLst>
        <pc:spChg chg="mod">
          <ac:chgData name="FAJARDO, JOSHUA S." userId="10ff038c-ae4c-47c6-aa47-eb9c2b1ee137" providerId="ADAL" clId="{A571E766-ECF9-4ACA-910F-E5F012930532}" dt="2026-07-19T13:03:25.971" v="1801" actId="1076"/>
          <ac:spMkLst>
            <pc:docMk/>
            <pc:sldMk cId="0" sldId="262"/>
            <ac:spMk id="10" creationId="{00000000-0000-0000-0000-000000000000}"/>
          </ac:spMkLst>
        </pc:spChg>
        <pc:spChg chg="mod">
          <ac:chgData name="FAJARDO, JOSHUA S." userId="10ff038c-ae4c-47c6-aa47-eb9c2b1ee137" providerId="ADAL" clId="{A571E766-ECF9-4ACA-910F-E5F012930532}" dt="2026-07-19T13:02:53.659" v="1794" actId="5793"/>
          <ac:spMkLst>
            <pc:docMk/>
            <pc:sldMk cId="0" sldId="262"/>
            <ac:spMk id="14" creationId="{00000000-0000-0000-0000-000000000000}"/>
          </ac:spMkLst>
        </pc:spChg>
      </pc:sldChg>
      <pc:sldChg chg="modSp mod ord">
        <pc:chgData name="FAJARDO, JOSHUA S." userId="10ff038c-ae4c-47c6-aa47-eb9c2b1ee137" providerId="ADAL" clId="{A571E766-ECF9-4ACA-910F-E5F012930532}" dt="2026-07-19T12:48:11.983" v="875" actId="255"/>
        <pc:sldMkLst>
          <pc:docMk/>
          <pc:sldMk cId="1248181824" sldId="274"/>
        </pc:sldMkLst>
        <pc:spChg chg="mod">
          <ac:chgData name="FAJARDO, JOSHUA S." userId="10ff038c-ae4c-47c6-aa47-eb9c2b1ee137" providerId="ADAL" clId="{A571E766-ECF9-4ACA-910F-E5F012930532}" dt="2026-07-19T12:44:03.819" v="692" actId="1076"/>
          <ac:spMkLst>
            <pc:docMk/>
            <pc:sldMk cId="1248181824" sldId="274"/>
            <ac:spMk id="11" creationId="{31EDB1EF-F107-62E5-8D3B-95CF3F30D9C7}"/>
          </ac:spMkLst>
        </pc:spChg>
        <pc:spChg chg="mod">
          <ac:chgData name="FAJARDO, JOSHUA S." userId="10ff038c-ae4c-47c6-aa47-eb9c2b1ee137" providerId="ADAL" clId="{A571E766-ECF9-4ACA-910F-E5F012930532}" dt="2026-07-19T12:48:11.983" v="875" actId="255"/>
          <ac:spMkLst>
            <pc:docMk/>
            <pc:sldMk cId="1248181824" sldId="274"/>
            <ac:spMk id="12" creationId="{B7E08AA4-88B6-FCAB-CAC1-E5823761FEDB}"/>
          </ac:spMkLst>
        </pc:spChg>
        <pc:spChg chg="mod">
          <ac:chgData name="FAJARDO, JOSHUA S." userId="10ff038c-ae4c-47c6-aa47-eb9c2b1ee137" providerId="ADAL" clId="{A571E766-ECF9-4ACA-910F-E5F012930532}" dt="2026-07-19T12:45:26.762" v="855" actId="1076"/>
          <ac:spMkLst>
            <pc:docMk/>
            <pc:sldMk cId="1248181824" sldId="274"/>
            <ac:spMk id="21" creationId="{862DAECE-304B-6629-E22A-93757842CCFD}"/>
          </ac:spMkLst>
        </pc:spChg>
        <pc:grpChg chg="mod">
          <ac:chgData name="FAJARDO, JOSHUA S." userId="10ff038c-ae4c-47c6-aa47-eb9c2b1ee137" providerId="ADAL" clId="{A571E766-ECF9-4ACA-910F-E5F012930532}" dt="2026-07-19T12:45:15.603" v="853" actId="14100"/>
          <ac:grpSpMkLst>
            <pc:docMk/>
            <pc:sldMk cId="1248181824" sldId="274"/>
            <ac:grpSpMk id="5" creationId="{53C567FF-6F06-9037-1B99-C8E11762B5D2}"/>
          </ac:grpSpMkLst>
        </pc:grpChg>
        <pc:grpChg chg="mod">
          <ac:chgData name="FAJARDO, JOSHUA S." userId="10ff038c-ae4c-47c6-aa47-eb9c2b1ee137" providerId="ADAL" clId="{A571E766-ECF9-4ACA-910F-E5F012930532}" dt="2026-07-19T12:44:08.394" v="693" actId="14100"/>
          <ac:grpSpMkLst>
            <pc:docMk/>
            <pc:sldMk cId="1248181824" sldId="274"/>
            <ac:grpSpMk id="8" creationId="{E425880A-C1B4-AA1F-B435-98A4E9CCA438}"/>
          </ac:grpSpMkLst>
        </pc:grpChg>
      </pc:sldChg>
      <pc:sldChg chg="modSp mod">
        <pc:chgData name="FAJARDO, JOSHUA S." userId="10ff038c-ae4c-47c6-aa47-eb9c2b1ee137" providerId="ADAL" clId="{A571E766-ECF9-4ACA-910F-E5F012930532}" dt="2026-07-20T11:57:38.375" v="1929" actId="20577"/>
        <pc:sldMkLst>
          <pc:docMk/>
          <pc:sldMk cId="4165527585" sldId="275"/>
        </pc:sldMkLst>
        <pc:spChg chg="mod">
          <ac:chgData name="FAJARDO, JOSHUA S." userId="10ff038c-ae4c-47c6-aa47-eb9c2b1ee137" providerId="ADAL" clId="{A571E766-ECF9-4ACA-910F-E5F012930532}" dt="2026-07-20T11:57:38.375" v="1929" actId="20577"/>
          <ac:spMkLst>
            <pc:docMk/>
            <pc:sldMk cId="4165527585" sldId="275"/>
            <ac:spMk id="12" creationId="{1505514E-67AB-4EB6-F513-6439266CD14B}"/>
          </ac:spMkLst>
        </pc:spChg>
      </pc:sldChg>
      <pc:sldChg chg="modSp mod">
        <pc:chgData name="FAJARDO, JOSHUA S." userId="10ff038c-ae4c-47c6-aa47-eb9c2b1ee137" providerId="ADAL" clId="{A571E766-ECF9-4ACA-910F-E5F012930532}" dt="2026-07-19T13:00:06.437" v="1603" actId="20577"/>
        <pc:sldMkLst>
          <pc:docMk/>
          <pc:sldMk cId="3839828529" sldId="281"/>
        </pc:sldMkLst>
        <pc:spChg chg="mod">
          <ac:chgData name="FAJARDO, JOSHUA S." userId="10ff038c-ae4c-47c6-aa47-eb9c2b1ee137" providerId="ADAL" clId="{A571E766-ECF9-4ACA-910F-E5F012930532}" dt="2026-07-19T13:00:06.437" v="1603" actId="20577"/>
          <ac:spMkLst>
            <pc:docMk/>
            <pc:sldMk cId="3839828529" sldId="281"/>
            <ac:spMk id="11" creationId="{BB492340-B1E0-B36C-F919-A59CE5A4DBED}"/>
          </ac:spMkLst>
        </pc:spChg>
        <pc:spChg chg="mod">
          <ac:chgData name="FAJARDO, JOSHUA S." userId="10ff038c-ae4c-47c6-aa47-eb9c2b1ee137" providerId="ADAL" clId="{A571E766-ECF9-4ACA-910F-E5F012930532}" dt="2026-07-19T12:59:03.212" v="1500" actId="1076"/>
          <ac:spMkLst>
            <pc:docMk/>
            <pc:sldMk cId="3839828529" sldId="281"/>
            <ac:spMk id="12" creationId="{498175F6-7D8A-8CEA-E301-AF906551403D}"/>
          </ac:spMkLst>
        </pc:spChg>
        <pc:spChg chg="mod">
          <ac:chgData name="FAJARDO, JOSHUA S." userId="10ff038c-ae4c-47c6-aa47-eb9c2b1ee137" providerId="ADAL" clId="{A571E766-ECF9-4ACA-910F-E5F012930532}" dt="2026-07-19T12:57:41.721" v="1291" actId="20577"/>
          <ac:spMkLst>
            <pc:docMk/>
            <pc:sldMk cId="3839828529" sldId="281"/>
            <ac:spMk id="19" creationId="{EF743E79-1584-8205-92BE-415B8DDE5808}"/>
          </ac:spMkLst>
        </pc:spChg>
        <pc:grpChg chg="mod">
          <ac:chgData name="FAJARDO, JOSHUA S." userId="10ff038c-ae4c-47c6-aa47-eb9c2b1ee137" providerId="ADAL" clId="{A571E766-ECF9-4ACA-910F-E5F012930532}" dt="2026-07-19T12:58:49.330" v="1497" actId="14100"/>
          <ac:grpSpMkLst>
            <pc:docMk/>
            <pc:sldMk cId="3839828529" sldId="281"/>
            <ac:grpSpMk id="5" creationId="{5BE4C466-268C-0B4D-E706-6BE14BA94BF7}"/>
          </ac:grpSpMkLst>
        </pc:grpChg>
      </pc:sldChg>
      <pc:sldChg chg="modSp mod">
        <pc:chgData name="FAJARDO, JOSHUA S." userId="10ff038c-ae4c-47c6-aa47-eb9c2b1ee137" providerId="ADAL" clId="{A571E766-ECF9-4ACA-910F-E5F012930532}" dt="2026-07-19T12:26:38.476" v="155" actId="255"/>
        <pc:sldMkLst>
          <pc:docMk/>
          <pc:sldMk cId="1214928884" sldId="283"/>
        </pc:sldMkLst>
        <pc:spChg chg="mod">
          <ac:chgData name="FAJARDO, JOSHUA S." userId="10ff038c-ae4c-47c6-aa47-eb9c2b1ee137" providerId="ADAL" clId="{A571E766-ECF9-4ACA-910F-E5F012930532}" dt="2026-07-19T12:26:38.476" v="155" actId="255"/>
          <ac:spMkLst>
            <pc:docMk/>
            <pc:sldMk cId="1214928884" sldId="283"/>
            <ac:spMk id="12" creationId="{C0D19D21-39B8-F78C-CC87-279532B9FAB2}"/>
          </ac:spMkLst>
        </pc:spChg>
        <pc:spChg chg="mod">
          <ac:chgData name="FAJARDO, JOSHUA S." userId="10ff038c-ae4c-47c6-aa47-eb9c2b1ee137" providerId="ADAL" clId="{A571E766-ECF9-4ACA-910F-E5F012930532}" dt="2026-07-19T12:26:30.999" v="153" actId="1076"/>
          <ac:spMkLst>
            <pc:docMk/>
            <pc:sldMk cId="1214928884" sldId="283"/>
            <ac:spMk id="15" creationId="{CB531EBD-AB4C-199D-1594-5C24B2C5A3FD}"/>
          </ac:spMkLst>
        </pc:spChg>
        <pc:spChg chg="mod">
          <ac:chgData name="FAJARDO, JOSHUA S." userId="10ff038c-ae4c-47c6-aa47-eb9c2b1ee137" providerId="ADAL" clId="{A571E766-ECF9-4ACA-910F-E5F012930532}" dt="2026-07-19T12:26:34.233" v="154" actId="1076"/>
          <ac:spMkLst>
            <pc:docMk/>
            <pc:sldMk cId="1214928884" sldId="283"/>
            <ac:spMk id="17" creationId="{23201A37-9FF0-2F8D-55A0-69504B93C333}"/>
          </ac:spMkLst>
        </pc:spChg>
        <pc:grpChg chg="mod">
          <ac:chgData name="FAJARDO, JOSHUA S." userId="10ff038c-ae4c-47c6-aa47-eb9c2b1ee137" providerId="ADAL" clId="{A571E766-ECF9-4ACA-910F-E5F012930532}" dt="2026-07-19T12:25:54.532" v="148" actId="14100"/>
          <ac:grpSpMkLst>
            <pc:docMk/>
            <pc:sldMk cId="1214928884" sldId="283"/>
            <ac:grpSpMk id="13" creationId="{F2E1192E-0AF3-3221-6817-6CF2E14D9E41}"/>
          </ac:grpSpMkLst>
        </pc:grpChg>
      </pc:sldChg>
      <pc:sldChg chg="addSp modSp mod ord">
        <pc:chgData name="FAJARDO, JOSHUA S." userId="10ff038c-ae4c-47c6-aa47-eb9c2b1ee137" providerId="ADAL" clId="{A571E766-ECF9-4ACA-910F-E5F012930532}" dt="2026-07-19T12:43:29.689" v="673" actId="20577"/>
        <pc:sldMkLst>
          <pc:docMk/>
          <pc:sldMk cId="4256328002" sldId="289"/>
        </pc:sldMkLst>
        <pc:spChg chg="mod">
          <ac:chgData name="FAJARDO, JOSHUA S." userId="10ff038c-ae4c-47c6-aa47-eb9c2b1ee137" providerId="ADAL" clId="{A571E766-ECF9-4ACA-910F-E5F012930532}" dt="2026-07-19T12:40:08.837" v="544" actId="20577"/>
          <ac:spMkLst>
            <pc:docMk/>
            <pc:sldMk cId="4256328002" sldId="289"/>
            <ac:spMk id="12" creationId="{74D18DB6-E84B-8564-814B-4C3D4D301780}"/>
          </ac:spMkLst>
        </pc:spChg>
        <pc:spChg chg="add mod">
          <ac:chgData name="FAJARDO, JOSHUA S." userId="10ff038c-ae4c-47c6-aa47-eb9c2b1ee137" providerId="ADAL" clId="{A571E766-ECF9-4ACA-910F-E5F012930532}" dt="2026-07-19T12:43:29.689" v="673" actId="20577"/>
          <ac:spMkLst>
            <pc:docMk/>
            <pc:sldMk cId="4256328002" sldId="289"/>
            <ac:spMk id="16" creationId="{53EF8D7F-A17E-FB9C-88D5-4B52F6F8832F}"/>
          </ac:spMkLst>
        </pc:spChg>
        <pc:spChg chg="mod">
          <ac:chgData name="FAJARDO, JOSHUA S." userId="10ff038c-ae4c-47c6-aa47-eb9c2b1ee137" providerId="ADAL" clId="{A571E766-ECF9-4ACA-910F-E5F012930532}" dt="2026-07-19T12:42:10.761" v="646" actId="255"/>
          <ac:spMkLst>
            <pc:docMk/>
            <pc:sldMk cId="4256328002" sldId="289"/>
            <ac:spMk id="17" creationId="{CD504C0A-CE9F-D7FF-9211-359A55E91413}"/>
          </ac:spMkLst>
        </pc:spChg>
      </pc:sldChg>
      <pc:sldChg chg="del ord">
        <pc:chgData name="FAJARDO, JOSHUA S." userId="10ff038c-ae4c-47c6-aa47-eb9c2b1ee137" providerId="ADAL" clId="{A571E766-ECF9-4ACA-910F-E5F012930532}" dt="2026-07-19T12:55:06.726" v="1106" actId="47"/>
        <pc:sldMkLst>
          <pc:docMk/>
          <pc:sldMk cId="3068088713" sldId="290"/>
        </pc:sldMkLst>
      </pc:sldChg>
      <pc:sldChg chg="addSp delSp modSp mod">
        <pc:chgData name="FAJARDO, JOSHUA S." userId="10ff038c-ae4c-47c6-aa47-eb9c2b1ee137" providerId="ADAL" clId="{A571E766-ECF9-4ACA-910F-E5F012930532}" dt="2026-07-19T13:04:39.140" v="1813" actId="1076"/>
        <pc:sldMkLst>
          <pc:docMk/>
          <pc:sldMk cId="926789465" sldId="291"/>
        </pc:sldMkLst>
        <pc:spChg chg="mod">
          <ac:chgData name="FAJARDO, JOSHUA S." userId="10ff038c-ae4c-47c6-aa47-eb9c2b1ee137" providerId="ADAL" clId="{A571E766-ECF9-4ACA-910F-E5F012930532}" dt="2026-07-19T12:55:27.056" v="1126" actId="255"/>
          <ac:spMkLst>
            <pc:docMk/>
            <pc:sldMk cId="926789465" sldId="291"/>
            <ac:spMk id="11" creationId="{489D4384-7DCB-902F-07E1-ED230CA4651D}"/>
          </ac:spMkLst>
        </pc:spChg>
        <pc:spChg chg="mod">
          <ac:chgData name="FAJARDO, JOSHUA S." userId="10ff038c-ae4c-47c6-aa47-eb9c2b1ee137" providerId="ADAL" clId="{A571E766-ECF9-4ACA-910F-E5F012930532}" dt="2026-07-19T12:57:19.358" v="1278" actId="1076"/>
          <ac:spMkLst>
            <pc:docMk/>
            <pc:sldMk cId="926789465" sldId="291"/>
            <ac:spMk id="12" creationId="{DBE3C4DD-360F-A65E-D4C8-864E83077D50}"/>
          </ac:spMkLst>
        </pc:spChg>
        <pc:spChg chg="mod">
          <ac:chgData name="FAJARDO, JOSHUA S." userId="10ff038c-ae4c-47c6-aa47-eb9c2b1ee137" providerId="ADAL" clId="{A571E766-ECF9-4ACA-910F-E5F012930532}" dt="2026-07-19T12:57:22.956" v="1279" actId="1076"/>
          <ac:spMkLst>
            <pc:docMk/>
            <pc:sldMk cId="926789465" sldId="291"/>
            <ac:spMk id="21" creationId="{1656E3A2-C226-9A94-1C2B-2189E24EB38C}"/>
          </ac:spMkLst>
        </pc:spChg>
        <pc:grpChg chg="mod">
          <ac:chgData name="FAJARDO, JOSHUA S." userId="10ff038c-ae4c-47c6-aa47-eb9c2b1ee137" providerId="ADAL" clId="{A571E766-ECF9-4ACA-910F-E5F012930532}" dt="2026-07-19T12:57:14.503" v="1277" actId="1076"/>
          <ac:grpSpMkLst>
            <pc:docMk/>
            <pc:sldMk cId="926789465" sldId="291"/>
            <ac:grpSpMk id="5" creationId="{778DA072-7BE2-ADD1-3BC6-AB46E80F2CCF}"/>
          </ac:grpSpMkLst>
        </pc:grpChg>
        <pc:grpChg chg="mod">
          <ac:chgData name="FAJARDO, JOSHUA S." userId="10ff038c-ae4c-47c6-aa47-eb9c2b1ee137" providerId="ADAL" clId="{A571E766-ECF9-4ACA-910F-E5F012930532}" dt="2026-07-19T12:55:34.050" v="1128" actId="14100"/>
          <ac:grpSpMkLst>
            <pc:docMk/>
            <pc:sldMk cId="926789465" sldId="291"/>
            <ac:grpSpMk id="8" creationId="{1330B7BA-56C1-113D-F86C-A1AF53171961}"/>
          </ac:grpSpMkLst>
        </pc:grpChg>
        <pc:picChg chg="del">
          <ac:chgData name="FAJARDO, JOSHUA S." userId="10ff038c-ae4c-47c6-aa47-eb9c2b1ee137" providerId="ADAL" clId="{A571E766-ECF9-4ACA-910F-E5F012930532}" dt="2026-07-19T12:55:48.185" v="1185" actId="478"/>
          <ac:picMkLst>
            <pc:docMk/>
            <pc:sldMk cId="926789465" sldId="291"/>
            <ac:picMk id="14" creationId="{2D9A775A-AD90-CE6A-94CC-16E7BE57D77D}"/>
          </ac:picMkLst>
        </pc:picChg>
        <pc:picChg chg="add mod">
          <ac:chgData name="FAJARDO, JOSHUA S." userId="10ff038c-ae4c-47c6-aa47-eb9c2b1ee137" providerId="ADAL" clId="{A571E766-ECF9-4ACA-910F-E5F012930532}" dt="2026-07-19T13:04:39.140" v="1813" actId="1076"/>
          <ac:picMkLst>
            <pc:docMk/>
            <pc:sldMk cId="926789465" sldId="291"/>
            <ac:picMk id="15" creationId="{9BD18D91-62AF-EFA3-9472-3D08FBC1858F}"/>
          </ac:picMkLst>
        </pc:picChg>
      </pc:sldChg>
      <pc:sldChg chg="addSp delSp modSp add del mod">
        <pc:chgData name="FAJARDO, JOSHUA S." userId="10ff038c-ae4c-47c6-aa47-eb9c2b1ee137" providerId="ADAL" clId="{A571E766-ECF9-4ACA-910F-E5F012930532}" dt="2026-07-19T12:36:48.154" v="307" actId="47"/>
        <pc:sldMkLst>
          <pc:docMk/>
          <pc:sldMk cId="1478308499" sldId="292"/>
        </pc:sldMkLst>
        <pc:spChg chg="del mod">
          <ac:chgData name="FAJARDO, JOSHUA S." userId="10ff038c-ae4c-47c6-aa47-eb9c2b1ee137" providerId="ADAL" clId="{A571E766-ECF9-4ACA-910F-E5F012930532}" dt="2026-07-19T12:33:07.751" v="187" actId="478"/>
          <ac:spMkLst>
            <pc:docMk/>
            <pc:sldMk cId="1478308499" sldId="292"/>
            <ac:spMk id="12" creationId="{4E8900FE-5744-A9DC-F1F3-A905102AEAD3}"/>
          </ac:spMkLst>
        </pc:spChg>
        <pc:spChg chg="mod">
          <ac:chgData name="FAJARDO, JOSHUA S." userId="10ff038c-ae4c-47c6-aa47-eb9c2b1ee137" providerId="ADAL" clId="{A571E766-ECF9-4ACA-910F-E5F012930532}" dt="2026-07-19T12:35:30.766" v="275" actId="14100"/>
          <ac:spMkLst>
            <pc:docMk/>
            <pc:sldMk cId="1478308499" sldId="292"/>
            <ac:spMk id="15" creationId="{CE4FF28B-C64C-19E9-879E-6A955CA30063}"/>
          </ac:spMkLst>
        </pc:spChg>
        <pc:spChg chg="mod">
          <ac:chgData name="FAJARDO, JOSHUA S." userId="10ff038c-ae4c-47c6-aa47-eb9c2b1ee137" providerId="ADAL" clId="{A571E766-ECF9-4ACA-910F-E5F012930532}" dt="2026-07-19T12:35:33.460" v="290" actId="1076"/>
          <ac:spMkLst>
            <pc:docMk/>
            <pc:sldMk cId="1478308499" sldId="292"/>
            <ac:spMk id="17" creationId="{37631227-9610-4BC3-0F14-5AA2ED77AFE6}"/>
          </ac:spMkLst>
        </pc:spChg>
        <pc:spChg chg="mod">
          <ac:chgData name="FAJARDO, JOSHUA S." userId="10ff038c-ae4c-47c6-aa47-eb9c2b1ee137" providerId="ADAL" clId="{A571E766-ECF9-4ACA-910F-E5F012930532}" dt="2026-07-19T12:32:55.703" v="186"/>
          <ac:spMkLst>
            <pc:docMk/>
            <pc:sldMk cId="1478308499" sldId="292"/>
            <ac:spMk id="20" creationId="{54C6CB15-C73D-AC52-C6A7-A63D119E67C9}"/>
          </ac:spMkLst>
        </pc:spChg>
        <pc:spChg chg="mod">
          <ac:chgData name="FAJARDO, JOSHUA S." userId="10ff038c-ae4c-47c6-aa47-eb9c2b1ee137" providerId="ADAL" clId="{A571E766-ECF9-4ACA-910F-E5F012930532}" dt="2026-07-19T12:32:55.703" v="186"/>
          <ac:spMkLst>
            <pc:docMk/>
            <pc:sldMk cId="1478308499" sldId="292"/>
            <ac:spMk id="21" creationId="{2F971B85-6A79-357B-ACB4-479A9767009E}"/>
          </ac:spMkLst>
        </pc:spChg>
        <pc:grpChg chg="add del mod">
          <ac:chgData name="FAJARDO, JOSHUA S." userId="10ff038c-ae4c-47c6-aa47-eb9c2b1ee137" providerId="ADAL" clId="{A571E766-ECF9-4ACA-910F-E5F012930532}" dt="2026-07-19T12:35:33.639" v="291" actId="1076"/>
          <ac:grpSpMkLst>
            <pc:docMk/>
            <pc:sldMk cId="1478308499" sldId="292"/>
            <ac:grpSpMk id="13" creationId="{8E6BA763-27FE-67C2-7CC4-9A09ADD26565}"/>
          </ac:grpSpMkLst>
        </pc:grpChg>
        <pc:grpChg chg="add mod">
          <ac:chgData name="FAJARDO, JOSHUA S." userId="10ff038c-ae4c-47c6-aa47-eb9c2b1ee137" providerId="ADAL" clId="{A571E766-ECF9-4ACA-910F-E5F012930532}" dt="2026-07-19T12:34:51.476" v="267" actId="1076"/>
          <ac:grpSpMkLst>
            <pc:docMk/>
            <pc:sldMk cId="1478308499" sldId="292"/>
            <ac:grpSpMk id="19" creationId="{B5F16459-22F2-067A-8832-4BF0798CB47D}"/>
          </ac:grpSpMkLst>
        </pc:grpChg>
        <pc:picChg chg="add del mod">
          <ac:chgData name="FAJARDO, JOSHUA S." userId="10ff038c-ae4c-47c6-aa47-eb9c2b1ee137" providerId="ADAL" clId="{A571E766-ECF9-4ACA-910F-E5F012930532}" dt="2026-07-19T12:31:19.466" v="174" actId="478"/>
          <ac:picMkLst>
            <pc:docMk/>
            <pc:sldMk cId="1478308499" sldId="292"/>
            <ac:picMk id="10" creationId="{B910B7DC-66A9-3970-DF0B-E70C8C11100D}"/>
          </ac:picMkLst>
        </pc:picChg>
        <pc:picChg chg="add mod ord modCrop">
          <ac:chgData name="FAJARDO, JOSHUA S." userId="10ff038c-ae4c-47c6-aa47-eb9c2b1ee137" providerId="ADAL" clId="{A571E766-ECF9-4ACA-910F-E5F012930532}" dt="2026-07-19T12:33:27.711" v="193" actId="1076"/>
          <ac:picMkLst>
            <pc:docMk/>
            <pc:sldMk cId="1478308499" sldId="292"/>
            <ac:picMk id="18" creationId="{9C827013-A536-7AB7-EC82-DD9F3FEA0123}"/>
          </ac:picMkLst>
        </pc:picChg>
      </pc:sldChg>
      <pc:sldChg chg="addSp delSp modSp add mod">
        <pc:chgData name="FAJARDO, JOSHUA S." userId="10ff038c-ae4c-47c6-aa47-eb9c2b1ee137" providerId="ADAL" clId="{A571E766-ECF9-4ACA-910F-E5F012930532}" dt="2026-07-19T12:36:44.868" v="306" actId="1076"/>
        <pc:sldMkLst>
          <pc:docMk/>
          <pc:sldMk cId="3067682293" sldId="293"/>
        </pc:sldMkLst>
        <pc:spChg chg="del">
          <ac:chgData name="FAJARDO, JOSHUA S." userId="10ff038c-ae4c-47c6-aa47-eb9c2b1ee137" providerId="ADAL" clId="{A571E766-ECF9-4ACA-910F-E5F012930532}" dt="2026-07-19T12:35:51.234" v="293" actId="478"/>
          <ac:spMkLst>
            <pc:docMk/>
            <pc:sldMk cId="3067682293" sldId="293"/>
            <ac:spMk id="12" creationId="{7CBF0DEE-18D3-0FC3-5C8C-CE0AFB5CE79C}"/>
          </ac:spMkLst>
        </pc:spChg>
        <pc:spChg chg="mod">
          <ac:chgData name="FAJARDO, JOSHUA S." userId="10ff038c-ae4c-47c6-aa47-eb9c2b1ee137" providerId="ADAL" clId="{A571E766-ECF9-4ACA-910F-E5F012930532}" dt="2026-07-19T12:36:35.026" v="304" actId="1076"/>
          <ac:spMkLst>
            <pc:docMk/>
            <pc:sldMk cId="3067682293" sldId="293"/>
            <ac:spMk id="17" creationId="{D557C4CF-F93A-1DF2-F659-4D9041E7AFB2}"/>
          </ac:spMkLst>
        </pc:spChg>
        <pc:grpChg chg="mod">
          <ac:chgData name="FAJARDO, JOSHUA S." userId="10ff038c-ae4c-47c6-aa47-eb9c2b1ee137" providerId="ADAL" clId="{A571E766-ECF9-4ACA-910F-E5F012930532}" dt="2026-07-19T12:36:31.841" v="303" actId="1076"/>
          <ac:grpSpMkLst>
            <pc:docMk/>
            <pc:sldMk cId="3067682293" sldId="293"/>
            <ac:grpSpMk id="13" creationId="{74DCFBA3-6606-63A6-822B-EBEE3B0554BB}"/>
          </ac:grpSpMkLst>
        </pc:grpChg>
        <pc:picChg chg="add mod">
          <ac:chgData name="FAJARDO, JOSHUA S." userId="10ff038c-ae4c-47c6-aa47-eb9c2b1ee137" providerId="ADAL" clId="{A571E766-ECF9-4ACA-910F-E5F012930532}" dt="2026-07-19T12:36:44.868" v="306" actId="1076"/>
          <ac:picMkLst>
            <pc:docMk/>
            <pc:sldMk cId="3067682293" sldId="293"/>
            <ac:picMk id="10" creationId="{2D8E6718-A37C-A075-5AA5-DA55274F9330}"/>
          </ac:picMkLst>
        </pc:picChg>
      </pc:sldChg>
      <pc:sldChg chg="modSp add mod ord">
        <pc:chgData name="FAJARDO, JOSHUA S." userId="10ff038c-ae4c-47c6-aa47-eb9c2b1ee137" providerId="ADAL" clId="{A571E766-ECF9-4ACA-910F-E5F012930532}" dt="2026-07-19T12:38:25.763" v="427" actId="1076"/>
        <pc:sldMkLst>
          <pc:docMk/>
          <pc:sldMk cId="10279034" sldId="294"/>
        </pc:sldMkLst>
        <pc:spChg chg="mod">
          <ac:chgData name="FAJARDO, JOSHUA S." userId="10ff038c-ae4c-47c6-aa47-eb9c2b1ee137" providerId="ADAL" clId="{A571E766-ECF9-4ACA-910F-E5F012930532}" dt="2026-07-19T12:37:38.450" v="386" actId="1076"/>
          <ac:spMkLst>
            <pc:docMk/>
            <pc:sldMk cId="10279034" sldId="294"/>
            <ac:spMk id="11" creationId="{E0F46C32-F8E2-5E44-F0BA-6259FFA068CF}"/>
          </ac:spMkLst>
        </pc:spChg>
        <pc:spChg chg="mod">
          <ac:chgData name="FAJARDO, JOSHUA S." userId="10ff038c-ae4c-47c6-aa47-eb9c2b1ee137" providerId="ADAL" clId="{A571E766-ECF9-4ACA-910F-E5F012930532}" dt="2026-07-19T12:38:25.763" v="427" actId="1076"/>
          <ac:spMkLst>
            <pc:docMk/>
            <pc:sldMk cId="10279034" sldId="294"/>
            <ac:spMk id="12" creationId="{510D0593-7EC4-AE58-4513-B7F796E00859}"/>
          </ac:spMkLst>
        </pc:spChg>
      </pc:sldChg>
      <pc:sldChg chg="addSp modSp add mod">
        <pc:chgData name="FAJARDO, JOSHUA S." userId="10ff038c-ae4c-47c6-aa47-eb9c2b1ee137" providerId="ADAL" clId="{A571E766-ECF9-4ACA-910F-E5F012930532}" dt="2026-07-19T12:39:47.563" v="530" actId="1076"/>
        <pc:sldMkLst>
          <pc:docMk/>
          <pc:sldMk cId="3323567844" sldId="295"/>
        </pc:sldMkLst>
        <pc:spChg chg="mod">
          <ac:chgData name="FAJARDO, JOSHUA S." userId="10ff038c-ae4c-47c6-aa47-eb9c2b1ee137" providerId="ADAL" clId="{A571E766-ECF9-4ACA-910F-E5F012930532}" dt="2026-07-19T12:39:19.408" v="527" actId="1076"/>
          <ac:spMkLst>
            <pc:docMk/>
            <pc:sldMk cId="3323567844" sldId="295"/>
            <ac:spMk id="12" creationId="{53070D87-88D8-7989-B717-7FA24D5FA199}"/>
          </ac:spMkLst>
        </pc:spChg>
        <pc:spChg chg="add mod">
          <ac:chgData name="FAJARDO, JOSHUA S." userId="10ff038c-ae4c-47c6-aa47-eb9c2b1ee137" providerId="ADAL" clId="{A571E766-ECF9-4ACA-910F-E5F012930532}" dt="2026-07-19T12:39:47.563" v="530" actId="1076"/>
          <ac:spMkLst>
            <pc:docMk/>
            <pc:sldMk cId="3323567844" sldId="295"/>
            <ac:spMk id="14" creationId="{854744D1-A33F-BDAF-0372-02FD0213C621}"/>
          </ac:spMkLst>
        </pc:spChg>
      </pc:sldChg>
      <pc:sldChg chg="addSp delSp modSp add mod modAnim">
        <pc:chgData name="FAJARDO, JOSHUA S." userId="10ff038c-ae4c-47c6-aa47-eb9c2b1ee137" providerId="ADAL" clId="{A571E766-ECF9-4ACA-910F-E5F012930532}" dt="2026-07-19T12:51:42.743" v="921"/>
        <pc:sldMkLst>
          <pc:docMk/>
          <pc:sldMk cId="3153530138" sldId="296"/>
        </pc:sldMkLst>
        <pc:spChg chg="mod">
          <ac:chgData name="FAJARDO, JOSHUA S." userId="10ff038c-ae4c-47c6-aa47-eb9c2b1ee137" providerId="ADAL" clId="{A571E766-ECF9-4ACA-910F-E5F012930532}" dt="2026-07-19T12:46:35.111" v="860" actId="255"/>
          <ac:spMkLst>
            <pc:docMk/>
            <pc:sldMk cId="3153530138" sldId="296"/>
            <ac:spMk id="12" creationId="{452A050A-7789-7374-A9A3-50CB7FA096F6}"/>
          </ac:spMkLst>
        </pc:spChg>
        <pc:spChg chg="add mod">
          <ac:chgData name="FAJARDO, JOSHUA S." userId="10ff038c-ae4c-47c6-aa47-eb9c2b1ee137" providerId="ADAL" clId="{A571E766-ECF9-4ACA-910F-E5F012930532}" dt="2026-07-19T12:48:02.633" v="874" actId="14100"/>
          <ac:spMkLst>
            <pc:docMk/>
            <pc:sldMk cId="3153530138" sldId="296"/>
            <ac:spMk id="13" creationId="{45786649-72D3-94DF-72FF-3F4BCDD74CEC}"/>
          </ac:spMkLst>
        </pc:spChg>
        <pc:spChg chg="add del">
          <ac:chgData name="FAJARDO, JOSHUA S." userId="10ff038c-ae4c-47c6-aa47-eb9c2b1ee137" providerId="ADAL" clId="{A571E766-ECF9-4ACA-910F-E5F012930532}" dt="2026-07-19T12:49:14.870" v="882" actId="478"/>
          <ac:spMkLst>
            <pc:docMk/>
            <pc:sldMk cId="3153530138" sldId="296"/>
            <ac:spMk id="14" creationId="{C70F8892-5258-7356-233E-A4B39EB295AD}"/>
          </ac:spMkLst>
        </pc:spChg>
        <pc:spChg chg="add mod">
          <ac:chgData name="FAJARDO, JOSHUA S." userId="10ff038c-ae4c-47c6-aa47-eb9c2b1ee137" providerId="ADAL" clId="{A571E766-ECF9-4ACA-910F-E5F012930532}" dt="2026-07-19T12:50:20.070" v="891" actId="14100"/>
          <ac:spMkLst>
            <pc:docMk/>
            <pc:sldMk cId="3153530138" sldId="296"/>
            <ac:spMk id="15" creationId="{F10DDA53-B834-858B-A52D-059A19C0D52E}"/>
          </ac:spMkLst>
        </pc:spChg>
        <pc:spChg chg="add mod">
          <ac:chgData name="FAJARDO, JOSHUA S." userId="10ff038c-ae4c-47c6-aa47-eb9c2b1ee137" providerId="ADAL" clId="{A571E766-ECF9-4ACA-910F-E5F012930532}" dt="2026-07-19T12:51:04.899" v="915" actId="1076"/>
          <ac:spMkLst>
            <pc:docMk/>
            <pc:sldMk cId="3153530138" sldId="296"/>
            <ac:spMk id="17" creationId="{167FFFDF-F5A5-59B4-1E44-259A2838660E}"/>
          </ac:spMkLst>
        </pc:spChg>
      </pc:sldChg>
      <pc:sldChg chg="addSp delSp modSp add mod delAnim modAnim">
        <pc:chgData name="FAJARDO, JOSHUA S." userId="10ff038c-ae4c-47c6-aa47-eb9c2b1ee137" providerId="ADAL" clId="{A571E766-ECF9-4ACA-910F-E5F012930532}" dt="2026-07-19T12:54:57.721" v="1105" actId="1076"/>
        <pc:sldMkLst>
          <pc:docMk/>
          <pc:sldMk cId="3861147347" sldId="297"/>
        </pc:sldMkLst>
        <pc:spChg chg="mod">
          <ac:chgData name="FAJARDO, JOSHUA S." userId="10ff038c-ae4c-47c6-aa47-eb9c2b1ee137" providerId="ADAL" clId="{A571E766-ECF9-4ACA-910F-E5F012930532}" dt="2026-07-19T12:52:22.883" v="939" actId="20577"/>
          <ac:spMkLst>
            <pc:docMk/>
            <pc:sldMk cId="3861147347" sldId="297"/>
            <ac:spMk id="11" creationId="{49EAD7B1-1891-0C8A-84D7-7CF862B83DFD}"/>
          </ac:spMkLst>
        </pc:spChg>
        <pc:spChg chg="mod">
          <ac:chgData name="FAJARDO, JOSHUA S." userId="10ff038c-ae4c-47c6-aa47-eb9c2b1ee137" providerId="ADAL" clId="{A571E766-ECF9-4ACA-910F-E5F012930532}" dt="2026-07-19T12:54:46.812" v="1102" actId="255"/>
          <ac:spMkLst>
            <pc:docMk/>
            <pc:sldMk cId="3861147347" sldId="297"/>
            <ac:spMk id="12" creationId="{51A5C935-91B1-69D3-5CB8-ABBCFB031102}"/>
          </ac:spMkLst>
        </pc:spChg>
        <pc:spChg chg="del">
          <ac:chgData name="FAJARDO, JOSHUA S." userId="10ff038c-ae4c-47c6-aa47-eb9c2b1ee137" providerId="ADAL" clId="{A571E766-ECF9-4ACA-910F-E5F012930532}" dt="2026-07-19T12:54:05.777" v="1097" actId="478"/>
          <ac:spMkLst>
            <pc:docMk/>
            <pc:sldMk cId="3861147347" sldId="297"/>
            <ac:spMk id="13" creationId="{8D4C978E-9BB0-DDEC-10DF-05948C47573A}"/>
          </ac:spMkLst>
        </pc:spChg>
        <pc:spChg chg="del">
          <ac:chgData name="FAJARDO, JOSHUA S." userId="10ff038c-ae4c-47c6-aa47-eb9c2b1ee137" providerId="ADAL" clId="{A571E766-ECF9-4ACA-910F-E5F012930532}" dt="2026-07-19T12:54:00.405" v="1095" actId="478"/>
          <ac:spMkLst>
            <pc:docMk/>
            <pc:sldMk cId="3861147347" sldId="297"/>
            <ac:spMk id="15" creationId="{E1744147-2C9C-06C1-E590-B64D9752ECFA}"/>
          </ac:spMkLst>
        </pc:spChg>
        <pc:spChg chg="del">
          <ac:chgData name="FAJARDO, JOSHUA S." userId="10ff038c-ae4c-47c6-aa47-eb9c2b1ee137" providerId="ADAL" clId="{A571E766-ECF9-4ACA-910F-E5F012930532}" dt="2026-07-19T12:53:53.926" v="1092" actId="478"/>
          <ac:spMkLst>
            <pc:docMk/>
            <pc:sldMk cId="3861147347" sldId="297"/>
            <ac:spMk id="17" creationId="{06C65B24-B348-D407-2D02-A87603A8C3CD}"/>
          </ac:spMkLst>
        </pc:spChg>
        <pc:picChg chg="add mod">
          <ac:chgData name="FAJARDO, JOSHUA S." userId="10ff038c-ae4c-47c6-aa47-eb9c2b1ee137" providerId="ADAL" clId="{A571E766-ECF9-4ACA-910F-E5F012930532}" dt="2026-07-19T12:54:57.721" v="1105" actId="1076"/>
          <ac:picMkLst>
            <pc:docMk/>
            <pc:sldMk cId="3861147347" sldId="297"/>
            <ac:picMk id="16" creationId="{864388E3-3E3D-6EC4-5E0F-23C7CB87AD2F}"/>
          </ac:picMkLst>
        </pc:picChg>
      </pc:sldChg>
      <pc:sldChg chg="add del">
        <pc:chgData name="FAJARDO, JOSHUA S." userId="10ff038c-ae4c-47c6-aa47-eb9c2b1ee137" providerId="ADAL" clId="{A571E766-ECF9-4ACA-910F-E5F012930532}" dt="2026-07-19T13:00:28.442" v="1605" actId="47"/>
        <pc:sldMkLst>
          <pc:docMk/>
          <pc:sldMk cId="439623323" sldId="298"/>
        </pc:sldMkLst>
      </pc:sldChg>
      <pc:sldChg chg="modSp add mod ord">
        <pc:chgData name="FAJARDO, JOSHUA S." userId="10ff038c-ae4c-47c6-aa47-eb9c2b1ee137" providerId="ADAL" clId="{A571E766-ECF9-4ACA-910F-E5F012930532}" dt="2026-07-19T13:02:40.073" v="1782" actId="14100"/>
        <pc:sldMkLst>
          <pc:docMk/>
          <pc:sldMk cId="3098108881" sldId="298"/>
        </pc:sldMkLst>
        <pc:spChg chg="mod">
          <ac:chgData name="FAJARDO, JOSHUA S." userId="10ff038c-ae4c-47c6-aa47-eb9c2b1ee137" providerId="ADAL" clId="{A571E766-ECF9-4ACA-910F-E5F012930532}" dt="2026-07-19T13:02:32.007" v="1780" actId="1076"/>
          <ac:spMkLst>
            <pc:docMk/>
            <pc:sldMk cId="3098108881" sldId="298"/>
            <ac:spMk id="11" creationId="{6A25089F-02D1-DBD0-7425-ADB278B373BD}"/>
          </ac:spMkLst>
        </pc:spChg>
        <pc:spChg chg="mod">
          <ac:chgData name="FAJARDO, JOSHUA S." userId="10ff038c-ae4c-47c6-aa47-eb9c2b1ee137" providerId="ADAL" clId="{A571E766-ECF9-4ACA-910F-E5F012930532}" dt="2026-07-19T13:02:36.198" v="1781" actId="1076"/>
          <ac:spMkLst>
            <pc:docMk/>
            <pc:sldMk cId="3098108881" sldId="298"/>
            <ac:spMk id="12" creationId="{3B57C04D-13CB-68AB-9FFA-116EA47585E0}"/>
          </ac:spMkLst>
        </pc:spChg>
        <pc:spChg chg="mod">
          <ac:chgData name="FAJARDO, JOSHUA S." userId="10ff038c-ae4c-47c6-aa47-eb9c2b1ee137" providerId="ADAL" clId="{A571E766-ECF9-4ACA-910F-E5F012930532}" dt="2026-07-19T13:02:40.073" v="1782" actId="14100"/>
          <ac:spMkLst>
            <pc:docMk/>
            <pc:sldMk cId="3098108881" sldId="298"/>
            <ac:spMk id="21" creationId="{AAE6F63C-C4A5-BA24-45FD-240814B143D5}"/>
          </ac:spMkLst>
        </pc:spChg>
        <pc:grpChg chg="mod">
          <ac:chgData name="FAJARDO, JOSHUA S." userId="10ff038c-ae4c-47c6-aa47-eb9c2b1ee137" providerId="ADAL" clId="{A571E766-ECF9-4ACA-910F-E5F012930532}" dt="2026-07-19T13:02:25.634" v="1778" actId="14100"/>
          <ac:grpSpMkLst>
            <pc:docMk/>
            <pc:sldMk cId="3098108881" sldId="298"/>
            <ac:grpSpMk id="5" creationId="{68DD3EA3-AA54-84E8-B0DD-11925B9C3E48}"/>
          </ac:grpSpMkLst>
        </pc:grpChg>
        <pc:grpChg chg="mod">
          <ac:chgData name="FAJARDO, JOSHUA S." userId="10ff038c-ae4c-47c6-aa47-eb9c2b1ee137" providerId="ADAL" clId="{A571E766-ECF9-4ACA-910F-E5F012930532}" dt="2026-07-19T13:02:28.748" v="1779" actId="1076"/>
          <ac:grpSpMkLst>
            <pc:docMk/>
            <pc:sldMk cId="3098108881" sldId="298"/>
            <ac:grpSpMk id="8" creationId="{BEEE0CE4-421A-D4DD-1BD5-26AB23AEF273}"/>
          </ac:grpSpMkLst>
        </pc:grpChg>
      </pc:sldChg>
    </pc:docChg>
  </pc:docChgLst>
  <pc:docChgLst>
    <pc:chgData name="GAPUZ, ROMNICK G." userId="S::r.gapuz@claretschool.edu.ph::a59bc430-082f-4fe3-9619-c6266206de1a" providerId="AD" clId="Web-{41F099A5-476E-FC12-0569-F2C2970B24C9}"/>
    <pc:docChg chg="modSld">
      <pc:chgData name="GAPUZ, ROMNICK G." userId="S::r.gapuz@claretschool.edu.ph::a59bc430-082f-4fe3-9619-c6266206de1a" providerId="AD" clId="Web-{41F099A5-476E-FC12-0569-F2C2970B24C9}" dt="2026-07-20T04:41:57.344" v="3" actId="20577"/>
      <pc:docMkLst>
        <pc:docMk/>
      </pc:docMkLst>
      <pc:sldChg chg="modSp">
        <pc:chgData name="GAPUZ, ROMNICK G." userId="S::r.gapuz@claretschool.edu.ph::a59bc430-082f-4fe3-9619-c6266206de1a" providerId="AD" clId="Web-{41F099A5-476E-FC12-0569-F2C2970B24C9}" dt="2026-07-20T04:41:57.344" v="3" actId="20577"/>
        <pc:sldMkLst>
          <pc:docMk/>
          <pc:sldMk cId="3098108881" sldId="298"/>
        </pc:sldMkLst>
        <pc:spChg chg="mod">
          <ac:chgData name="GAPUZ, ROMNICK G." userId="S::r.gapuz@claretschool.edu.ph::a59bc430-082f-4fe3-9619-c6266206de1a" providerId="AD" clId="Web-{41F099A5-476E-FC12-0569-F2C2970B24C9}" dt="2026-07-20T04:41:57.344" v="3" actId="20577"/>
          <ac:spMkLst>
            <pc:docMk/>
            <pc:sldMk cId="3098108881" sldId="298"/>
            <ac:spMk id="11" creationId="{6A25089F-02D1-DBD0-7425-ADB278B373BD}"/>
          </ac:spMkLst>
        </pc:spChg>
      </pc:sldChg>
    </pc:docChg>
  </pc:docChgLst>
  <pc:docChgLst>
    <pc:chgData name="GAPUZ, ROMNICK G." userId="S::r.gapuz@claretschool.edu.ph::a59bc430-082f-4fe3-9619-c6266206de1a" providerId="AD" clId="Web-{668CA5B8-3ED7-7AB6-4F3D-727F9E4304FD}"/>
    <pc:docChg chg="modSld">
      <pc:chgData name="GAPUZ, ROMNICK G." userId="S::r.gapuz@claretschool.edu.ph::a59bc430-082f-4fe3-9619-c6266206de1a" providerId="AD" clId="Web-{668CA5B8-3ED7-7AB6-4F3D-727F9E4304FD}" dt="2026-07-20T23:07:23.276" v="1" actId="1076"/>
      <pc:docMkLst>
        <pc:docMk/>
      </pc:docMkLst>
      <pc:sldChg chg="modSp">
        <pc:chgData name="GAPUZ, ROMNICK G." userId="S::r.gapuz@claretschool.edu.ph::a59bc430-082f-4fe3-9619-c6266206de1a" providerId="AD" clId="Web-{668CA5B8-3ED7-7AB6-4F3D-727F9E4304FD}" dt="2026-07-20T23:07:23.276" v="1" actId="1076"/>
        <pc:sldMkLst>
          <pc:docMk/>
          <pc:sldMk cId="3098108881" sldId="298"/>
        </pc:sldMkLst>
        <pc:spChg chg="mod">
          <ac:chgData name="GAPUZ, ROMNICK G." userId="S::r.gapuz@claretschool.edu.ph::a59bc430-082f-4fe3-9619-c6266206de1a" providerId="AD" clId="Web-{668CA5B8-3ED7-7AB6-4F3D-727F9E4304FD}" dt="2026-07-20T23:07:23.276" v="1" actId="1076"/>
          <ac:spMkLst>
            <pc:docMk/>
            <pc:sldMk cId="3098108881" sldId="298"/>
            <ac:spMk id="12" creationId="{3B57C04D-13CB-68AB-9FFA-116EA47585E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9067800" y="-55231"/>
            <a:ext cx="34712554" cy="8772618"/>
            <a:chOff x="0" y="0"/>
            <a:chExt cx="46283405" cy="1169682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8229603"/>
            <a:ext cx="18288000" cy="2057397"/>
            <a:chOff x="0" y="0"/>
            <a:chExt cx="4816593" cy="54186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1044510">
            <a:off x="432583" y="5509725"/>
            <a:ext cx="2278479" cy="2204428"/>
          </a:xfrm>
          <a:custGeom>
            <a:avLst/>
            <a:gdLst/>
            <a:ahLst/>
            <a:cxnLst/>
            <a:rect l="l" t="t" r="r" b="b"/>
            <a:pathLst>
              <a:path w="2278479" h="2204428">
                <a:moveTo>
                  <a:pt x="0" y="0"/>
                </a:moveTo>
                <a:lnTo>
                  <a:pt x="2278479" y="0"/>
                </a:lnTo>
                <a:lnTo>
                  <a:pt x="2278479" y="2204428"/>
                </a:lnTo>
                <a:lnTo>
                  <a:pt x="0" y="220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>
            <a:off x="15830566" y="498475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/>
          <p:cNvSpPr/>
          <p:nvPr/>
        </p:nvSpPr>
        <p:spPr>
          <a:xfrm rot="-1252704">
            <a:off x="15906129" y="6843307"/>
            <a:ext cx="2107469" cy="812334"/>
          </a:xfrm>
          <a:custGeom>
            <a:avLst/>
            <a:gdLst/>
            <a:ahLst/>
            <a:cxnLst/>
            <a:rect l="l" t="t" r="r" b="b"/>
            <a:pathLst>
              <a:path w="2107469" h="812334">
                <a:moveTo>
                  <a:pt x="0" y="0"/>
                </a:moveTo>
                <a:lnTo>
                  <a:pt x="2107469" y="0"/>
                </a:lnTo>
                <a:lnTo>
                  <a:pt x="2107469" y="812333"/>
                </a:lnTo>
                <a:lnTo>
                  <a:pt x="0" y="812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/>
          <p:cNvSpPr/>
          <p:nvPr/>
        </p:nvSpPr>
        <p:spPr>
          <a:xfrm rot="-2612862">
            <a:off x="2194794" y="2267616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2"/>
                </a:lnTo>
                <a:lnTo>
                  <a:pt x="0" y="792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/>
          <p:cNvSpPr txBox="1"/>
          <p:nvPr/>
        </p:nvSpPr>
        <p:spPr>
          <a:xfrm>
            <a:off x="1885294" y="3001962"/>
            <a:ext cx="14517412" cy="2600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MATHEMATICS</a:t>
            </a:r>
          </a:p>
        </p:txBody>
      </p:sp>
      <p:sp>
        <p:nvSpPr>
          <p:cNvPr id="13" name="Freeform 13"/>
          <p:cNvSpPr/>
          <p:nvPr/>
        </p:nvSpPr>
        <p:spPr>
          <a:xfrm rot="7796296">
            <a:off x="15806891" y="5011824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1"/>
                </a:lnTo>
                <a:lnTo>
                  <a:pt x="0" y="79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/>
          <p:cNvSpPr/>
          <p:nvPr/>
        </p:nvSpPr>
        <p:spPr>
          <a:xfrm flipH="1">
            <a:off x="389691" y="325554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5" name="TextBox 15"/>
          <p:cNvSpPr txBox="1"/>
          <p:nvPr/>
        </p:nvSpPr>
        <p:spPr>
          <a:xfrm>
            <a:off x="4887415" y="8757604"/>
            <a:ext cx="8817969" cy="896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E1E1E1"/>
                </a:solidFill>
                <a:latin typeface="Monterchi Bold"/>
                <a:ea typeface="Monterchi Bold"/>
                <a:cs typeface="Monterchi Bold"/>
                <a:sym typeface="Monterchi Bold"/>
              </a:rPr>
              <a:t>Prepared by: Mr. Fajardo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88644" y="2468999"/>
            <a:ext cx="1186850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Welcome to our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64463" y="5180779"/>
            <a:ext cx="11868503" cy="958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Class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5400" y="1559280"/>
            <a:ext cx="16497199" cy="7607883"/>
            <a:chOff x="0" y="0"/>
            <a:chExt cx="4344941" cy="20037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44941" cy="2003722"/>
            </a:xfrm>
            <a:custGeom>
              <a:avLst/>
              <a:gdLst/>
              <a:ahLst/>
              <a:cxnLst/>
              <a:rect l="l" t="t" r="r" b="b"/>
              <a:pathLst>
                <a:path w="4344941" h="2003722">
                  <a:moveTo>
                    <a:pt x="23934" y="0"/>
                  </a:moveTo>
                  <a:lnTo>
                    <a:pt x="4321008" y="0"/>
                  </a:lnTo>
                  <a:cubicBezTo>
                    <a:pt x="4327355" y="0"/>
                    <a:pt x="4333443" y="2522"/>
                    <a:pt x="4337931" y="7010"/>
                  </a:cubicBezTo>
                  <a:cubicBezTo>
                    <a:pt x="4342420" y="11498"/>
                    <a:pt x="4344941" y="17586"/>
                    <a:pt x="4344941" y="23934"/>
                  </a:cubicBezTo>
                  <a:lnTo>
                    <a:pt x="4344941" y="1979789"/>
                  </a:lnTo>
                  <a:cubicBezTo>
                    <a:pt x="4344941" y="1993007"/>
                    <a:pt x="4334226" y="2003722"/>
                    <a:pt x="4321008" y="2003722"/>
                  </a:cubicBezTo>
                  <a:lnTo>
                    <a:pt x="23934" y="2003722"/>
                  </a:lnTo>
                  <a:cubicBezTo>
                    <a:pt x="10715" y="2003722"/>
                    <a:pt x="0" y="1993007"/>
                    <a:pt x="0" y="1979789"/>
                  </a:cubicBezTo>
                  <a:lnTo>
                    <a:pt x="0" y="23934"/>
                  </a:lnTo>
                  <a:cubicBezTo>
                    <a:pt x="0" y="10715"/>
                    <a:pt x="10715" y="0"/>
                    <a:pt x="23934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223939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344941" cy="2041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611354" y="2541957"/>
            <a:ext cx="3353292" cy="1060479"/>
          </a:xfrm>
          <a:custGeom>
            <a:avLst/>
            <a:gdLst/>
            <a:ahLst/>
            <a:cxnLst/>
            <a:rect l="l" t="t" r="r" b="b"/>
            <a:pathLst>
              <a:path w="3353292" h="1060479">
                <a:moveTo>
                  <a:pt x="0" y="0"/>
                </a:moveTo>
                <a:lnTo>
                  <a:pt x="3353292" y="0"/>
                </a:lnTo>
                <a:lnTo>
                  <a:pt x="3353292" y="1060479"/>
                </a:lnTo>
                <a:lnTo>
                  <a:pt x="0" y="1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E6EA8F9-BF56-FA78-4D74-C4F71062B50B}"/>
              </a:ext>
            </a:extLst>
          </p:cNvPr>
          <p:cNvGrpSpPr/>
          <p:nvPr/>
        </p:nvGrpSpPr>
        <p:grpSpPr>
          <a:xfrm>
            <a:off x="2213733" y="730327"/>
            <a:ext cx="10740267" cy="1657907"/>
            <a:chOff x="2213733" y="730327"/>
            <a:chExt cx="10740267" cy="1657907"/>
          </a:xfrm>
        </p:grpSpPr>
        <p:grpSp>
          <p:nvGrpSpPr>
            <p:cNvPr id="8" name="Group 8"/>
            <p:cNvGrpSpPr/>
            <p:nvPr/>
          </p:nvGrpSpPr>
          <p:grpSpPr>
            <a:xfrm>
              <a:off x="2213733" y="730327"/>
              <a:ext cx="10740267" cy="1657907"/>
              <a:chOff x="0" y="0"/>
              <a:chExt cx="2693549" cy="43665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693549" cy="436650"/>
              </a:xfrm>
              <a:custGeom>
                <a:avLst/>
                <a:gdLst/>
                <a:ahLst/>
                <a:cxnLst/>
                <a:rect l="l" t="t" r="r" b="b"/>
                <a:pathLst>
                  <a:path w="2693549" h="436650">
                    <a:moveTo>
                      <a:pt x="15140" y="0"/>
                    </a:moveTo>
                    <a:lnTo>
                      <a:pt x="2678409" y="0"/>
                    </a:lnTo>
                    <a:cubicBezTo>
                      <a:pt x="2686770" y="0"/>
                      <a:pt x="2693549" y="6778"/>
                      <a:pt x="2693549" y="15140"/>
                    </a:cubicBezTo>
                    <a:lnTo>
                      <a:pt x="2693549" y="421510"/>
                    </a:lnTo>
                    <a:cubicBezTo>
                      <a:pt x="2693549" y="429872"/>
                      <a:pt x="2686770" y="436650"/>
                      <a:pt x="2678409" y="436650"/>
                    </a:cubicBezTo>
                    <a:lnTo>
                      <a:pt x="15140" y="436650"/>
                    </a:lnTo>
                    <a:cubicBezTo>
                      <a:pt x="6778" y="436650"/>
                      <a:pt x="0" y="429872"/>
                      <a:pt x="0" y="421510"/>
                    </a:cubicBezTo>
                    <a:lnTo>
                      <a:pt x="0" y="15140"/>
                    </a:lnTo>
                    <a:cubicBezTo>
                      <a:pt x="0" y="6778"/>
                      <a:pt x="6778" y="0"/>
                      <a:pt x="15140" y="0"/>
                    </a:cubicBezTo>
                    <a:close/>
                  </a:path>
                </a:pathLst>
              </a:custGeom>
              <a:solidFill>
                <a:srgbClr val="223939"/>
              </a:solidFill>
            </p:spPr>
            <p:txBody>
              <a:bodyPr/>
              <a:lstStyle/>
              <a:p>
                <a:endParaRPr lang="en-PH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2693549" cy="474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362200" y="1020671"/>
              <a:ext cx="10227067" cy="10772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399"/>
                </a:lnSpc>
              </a:pPr>
              <a:r>
                <a:rPr lang="en-US" sz="7000" dirty="0">
                  <a:solidFill>
                    <a:srgbClr val="E1E1E1"/>
                  </a:solidFill>
                  <a:latin typeface="Bugaki"/>
                  <a:ea typeface="Bugaki"/>
                  <a:cs typeface="Bugaki"/>
                  <a:sym typeface="Bugaki"/>
                </a:rPr>
                <a:t>Learning Objectives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80104" y="2845633"/>
            <a:ext cx="14294163" cy="5078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079501" lvl="1" indent="-539750">
              <a:lnSpc>
                <a:spcPct val="150000"/>
              </a:lnSpc>
              <a:buFont typeface="Arial"/>
              <a:buChar char="•"/>
            </a:pPr>
            <a:r>
              <a:rPr lang="en-US" sz="5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Describe the relationship between the coefficients and the roots of a quadratic equation. </a:t>
            </a:r>
          </a:p>
          <a:p>
            <a:pPr marL="1079501" lvl="1" indent="-539750">
              <a:lnSpc>
                <a:spcPct val="150000"/>
              </a:lnSpc>
              <a:buFont typeface="Arial"/>
              <a:buChar char="•"/>
            </a:pPr>
            <a:r>
              <a:rPr lang="en-US" sz="5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Determine the sum and product of the roots of a quadratic equation</a:t>
            </a:r>
          </a:p>
        </p:txBody>
      </p:sp>
      <p:sp>
        <p:nvSpPr>
          <p:cNvPr id="14" name="Freeform 14"/>
          <p:cNvSpPr/>
          <p:nvPr/>
        </p:nvSpPr>
        <p:spPr>
          <a:xfrm>
            <a:off x="-1573188" y="7256692"/>
            <a:ext cx="3353292" cy="1060479"/>
          </a:xfrm>
          <a:custGeom>
            <a:avLst/>
            <a:gdLst/>
            <a:ahLst/>
            <a:cxnLst/>
            <a:rect l="l" t="t" r="r" b="b"/>
            <a:pathLst>
              <a:path w="3353292" h="1060479">
                <a:moveTo>
                  <a:pt x="0" y="0"/>
                </a:moveTo>
                <a:lnTo>
                  <a:pt x="3353292" y="0"/>
                </a:lnTo>
                <a:lnTo>
                  <a:pt x="3353292" y="1060479"/>
                </a:lnTo>
                <a:lnTo>
                  <a:pt x="0" y="106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78275-9BAF-2C09-6ADD-D8E5FA67E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DF82CD-8848-2CA9-81FA-E2694D999A8E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2BF88E-410C-16E0-DDC8-167CAD809708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8B7F9FD-F128-DA19-3A1D-7FEB6C12F36E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1B3F330-21DE-D6A7-B713-40EE0BCD9100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5C44A3D1-74BB-7F2D-02DC-95663ADF8C04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F52A3FD-9C82-A51F-62F0-2474842CFDE6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E6E94B45-F696-705E-341F-A1481875CDD0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505514E-67AB-4EB6-F513-6439266CD14B}"/>
              </a:ext>
            </a:extLst>
          </p:cNvPr>
          <p:cNvSpPr txBox="1"/>
          <p:nvPr/>
        </p:nvSpPr>
        <p:spPr>
          <a:xfrm>
            <a:off x="1943642" y="2825150"/>
            <a:ext cx="14517412" cy="4616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500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Quadratic formula</a:t>
            </a:r>
            <a:endParaRPr lang="en-US" sz="15000" dirty="0">
              <a:solidFill>
                <a:srgbClr val="223939"/>
              </a:solidFill>
              <a:latin typeface="Borsok"/>
              <a:ea typeface="Borsok"/>
              <a:cs typeface="Borsok"/>
              <a:sym typeface="Borsok"/>
            </a:endParaRP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88CDA47D-9B78-C7F7-4479-8BECF410D08E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1655275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D16BD-79CD-5AF6-00A1-4957E89CC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4D00954-7CFE-52F9-7A9E-97609E498088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6186459-FD5A-AA56-505A-510344439F97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BF3907F8-62DC-5B12-8DB6-6C5011EA622E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B346826-B76F-43EC-5DF5-E43AA6437D96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F27672A-641B-A89F-24C8-AB29387C7DE2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0E7374C-9B1C-4D9C-9167-EB0781B08D63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22409C5E-12E7-7E1B-2D6E-8578883E6108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0D19D21-39B8-F78C-CC87-279532B9FAB2}"/>
              </a:ext>
            </a:extLst>
          </p:cNvPr>
          <p:cNvSpPr txBox="1"/>
          <p:nvPr/>
        </p:nvSpPr>
        <p:spPr>
          <a:xfrm>
            <a:off x="2052135" y="751916"/>
            <a:ext cx="14517412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2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Real or not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F3D0E777-BCFC-6296-10A2-39C0445FA5A8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F2E1192E-0AF3-3221-6817-6CF2E14D9E41}"/>
              </a:ext>
            </a:extLst>
          </p:cNvPr>
          <p:cNvGrpSpPr/>
          <p:nvPr/>
        </p:nvGrpSpPr>
        <p:grpSpPr>
          <a:xfrm>
            <a:off x="1738506" y="1932293"/>
            <a:ext cx="15863694" cy="3930768"/>
            <a:chOff x="0" y="-38100"/>
            <a:chExt cx="2693549" cy="581131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CB531EBD-AB4C-199D-1594-5C24B2C5A3FD}"/>
                </a:ext>
              </a:extLst>
            </p:cNvPr>
            <p:cNvSpPr/>
            <p:nvPr/>
          </p:nvSpPr>
          <p:spPr>
            <a:xfrm>
              <a:off x="0" y="106381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A2724CD7-1377-9510-4B54-6AD602865F6A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9">
            <a:extLst>
              <a:ext uri="{FF2B5EF4-FFF2-40B4-BE49-F238E27FC236}">
                <a16:creationId xmlns:a16="http://schemas.microsoft.com/office/drawing/2014/main" id="{23201A37-9FF0-2F8D-55A0-69504B93C333}"/>
              </a:ext>
            </a:extLst>
          </p:cNvPr>
          <p:cNvSpPr txBox="1"/>
          <p:nvPr/>
        </p:nvSpPr>
        <p:spPr>
          <a:xfrm>
            <a:off x="2310354" y="3133060"/>
            <a:ext cx="14478000" cy="24333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5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Classify each expression as Real Number or Not a Real Number. </a:t>
            </a:r>
          </a:p>
        </p:txBody>
      </p:sp>
    </p:spTree>
    <p:extLst>
      <p:ext uri="{BB962C8B-B14F-4D97-AF65-F5344CB8AC3E}">
        <p14:creationId xmlns:p14="http://schemas.microsoft.com/office/powerpoint/2010/main" val="1214928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EC9B2-7D2C-92A1-1F91-F1303A2F1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BA45A0B-6EB7-7835-F215-6FE99A2F7D9B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08031FC-3CB3-F325-4F0D-77003F7A78C3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634E5B6-BA72-BDF0-2061-A4858AA7C929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D48E1D23-C940-439F-3BC1-9B674427E9C1}"/>
              </a:ext>
            </a:extLst>
          </p:cNvPr>
          <p:cNvGrpSpPr/>
          <p:nvPr/>
        </p:nvGrpSpPr>
        <p:grpSpPr>
          <a:xfrm>
            <a:off x="0" y="8710751"/>
            <a:ext cx="18288000" cy="101590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970F0F2-F1C5-B7F5-5F5D-DF41F4DB9934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3292E7F-4D6D-A3E8-B0C8-88521A657081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D1D39710-62BF-CB9C-517A-17A984F82800}"/>
              </a:ext>
            </a:extLst>
          </p:cNvPr>
          <p:cNvSpPr/>
          <p:nvPr/>
        </p:nvSpPr>
        <p:spPr>
          <a:xfrm>
            <a:off x="15958052" y="7149589"/>
            <a:ext cx="2081754" cy="2261641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C9EB7F53-1902-2AD0-B76D-6CDF132EC6CE}"/>
              </a:ext>
            </a:extLst>
          </p:cNvPr>
          <p:cNvSpPr/>
          <p:nvPr/>
        </p:nvSpPr>
        <p:spPr>
          <a:xfrm flipH="1">
            <a:off x="228600" y="7326878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grpSp>
        <p:nvGrpSpPr>
          <p:cNvPr id="13" name="Group 8">
            <a:extLst>
              <a:ext uri="{FF2B5EF4-FFF2-40B4-BE49-F238E27FC236}">
                <a16:creationId xmlns:a16="http://schemas.microsoft.com/office/drawing/2014/main" id="{74DCFBA3-6606-63A6-822B-EBEE3B0554BB}"/>
              </a:ext>
            </a:extLst>
          </p:cNvPr>
          <p:cNvGrpSpPr/>
          <p:nvPr/>
        </p:nvGrpSpPr>
        <p:grpSpPr>
          <a:xfrm>
            <a:off x="1675857" y="89710"/>
            <a:ext cx="14707145" cy="2870412"/>
            <a:chOff x="0" y="-38100"/>
            <a:chExt cx="2693549" cy="581131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D41AB512-509A-FA5D-B758-EA912A10EEF0}"/>
                </a:ext>
              </a:extLst>
            </p:cNvPr>
            <p:cNvSpPr/>
            <p:nvPr/>
          </p:nvSpPr>
          <p:spPr>
            <a:xfrm>
              <a:off x="0" y="106381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05A6603E-143A-77DE-0B68-352F7931D2AF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TextBox 19">
            <a:extLst>
              <a:ext uri="{FF2B5EF4-FFF2-40B4-BE49-F238E27FC236}">
                <a16:creationId xmlns:a16="http://schemas.microsoft.com/office/drawing/2014/main" id="{D557C4CF-F93A-1DF2-F659-4D9041E7AFB2}"/>
              </a:ext>
            </a:extLst>
          </p:cNvPr>
          <p:cNvSpPr txBox="1"/>
          <p:nvPr/>
        </p:nvSpPr>
        <p:spPr>
          <a:xfrm>
            <a:off x="2951551" y="927680"/>
            <a:ext cx="12268202" cy="17697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4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Classify each expression as Real Number or Not a Real Number.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8E6718-A37C-A075-5AA5-DA55274F93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29" b="13684"/>
          <a:stretch>
            <a:fillRect/>
          </a:stretch>
        </p:blipFill>
        <p:spPr>
          <a:xfrm>
            <a:off x="1843457" y="3148312"/>
            <a:ext cx="14484389" cy="4655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682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93207B-0B44-B6AE-3121-9D667F70E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6C721F3-105A-615D-8D73-4C40AF74F0FE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8D5FC75-18A0-1D10-D550-0164CD6782CD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A40BF09-9DBE-2CDC-0FB9-5273B9BE561C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A4114F18-5AA0-48CE-6427-D1DCBD9E1A78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26BE19A-586C-5EEC-C98A-6C0696D84CCA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E4B0DBFA-0954-C5F9-46BB-E5B858EA5DA0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633A3A6-B9CC-C757-3BA5-CC38E7A1AA5A}"/>
              </a:ext>
            </a:extLst>
          </p:cNvPr>
          <p:cNvGrpSpPr/>
          <p:nvPr/>
        </p:nvGrpSpPr>
        <p:grpSpPr>
          <a:xfrm>
            <a:off x="4057932" y="1177262"/>
            <a:ext cx="10227067" cy="24422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9A26EAE2-6E52-DB23-901D-BC6B628AEED7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A1CCE4D-83FB-440F-EFE8-7F0B6C16C841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10D0593-7EC4-AE58-4513-B7F796E00859}"/>
                  </a:ext>
                </a:extLst>
              </p:cNvPr>
              <p:cNvSpPr txBox="1"/>
              <p:nvPr/>
            </p:nvSpPr>
            <p:spPr>
              <a:xfrm>
                <a:off x="3532665" y="3442699"/>
                <a:ext cx="11277600" cy="36443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55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10D0593-7EC4-AE58-4513-B7F796E008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665" y="3442699"/>
                <a:ext cx="11277600" cy="3644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867A055B-CA85-FE79-43F5-3062A2CC565D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E0F46C32-F8E2-5E44-F0BA-6259FFA068CF}"/>
              </a:ext>
            </a:extLst>
          </p:cNvPr>
          <p:cNvSpPr txBox="1"/>
          <p:nvPr/>
        </p:nvSpPr>
        <p:spPr>
          <a:xfrm>
            <a:off x="4717328" y="1325820"/>
            <a:ext cx="8990186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Let’s Recall the Quadratic Formula</a:t>
            </a:r>
          </a:p>
        </p:txBody>
      </p:sp>
    </p:spTree>
    <p:extLst>
      <p:ext uri="{BB962C8B-B14F-4D97-AF65-F5344CB8AC3E}">
        <p14:creationId xmlns:p14="http://schemas.microsoft.com/office/powerpoint/2010/main" val="102790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AD854-8600-8523-20EE-2D84F0397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10D123A9-EAD6-4DEB-5EA6-3A53DAC81EAA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F5A4BCE-447D-90DD-E506-1DB6AE59E4CE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DA38B074-F413-8C79-85EE-6A9813DB52F6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3D1A8132-014C-607E-9DF9-E0AEA07E9E6A}"/>
              </a:ext>
            </a:extLst>
          </p:cNvPr>
          <p:cNvGrpSpPr/>
          <p:nvPr/>
        </p:nvGrpSpPr>
        <p:grpSpPr>
          <a:xfrm>
            <a:off x="2724931" y="2006214"/>
            <a:ext cx="12838139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F0DD068-5B7E-21C9-DE94-0850373D59BC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9D4E36D-D5C1-80B6-11CD-4D05B28D118F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C8E865E-6136-96FB-4CE3-C8371800487D}"/>
              </a:ext>
            </a:extLst>
          </p:cNvPr>
          <p:cNvGrpSpPr/>
          <p:nvPr/>
        </p:nvGrpSpPr>
        <p:grpSpPr>
          <a:xfrm>
            <a:off x="4057932" y="1177262"/>
            <a:ext cx="10227067" cy="2442238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2B0CF6B-297E-22BC-8F7D-E997F6AA52FD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65154129-C8EF-5901-355D-2E346B94ADBF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3070D87-88D8-7989-B717-7FA24D5FA199}"/>
                  </a:ext>
                </a:extLst>
              </p:cNvPr>
              <p:cNvSpPr txBox="1"/>
              <p:nvPr/>
            </p:nvSpPr>
            <p:spPr>
              <a:xfrm>
                <a:off x="3532665" y="2861693"/>
                <a:ext cx="11277600" cy="3644331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5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5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5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5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55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3070D87-88D8-7989-B717-7FA24D5FA1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665" y="2861693"/>
                <a:ext cx="11277600" cy="364433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00510066-94F2-5DC0-9257-AD48184EE45D}"/>
              </a:ext>
            </a:extLst>
          </p:cNvPr>
          <p:cNvSpPr/>
          <p:nvPr/>
        </p:nvSpPr>
        <p:spPr>
          <a:xfrm flipH="1">
            <a:off x="591571" y="7621139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A2AE5C0D-902D-E89D-4AFC-0EB948F9F631}"/>
              </a:ext>
            </a:extLst>
          </p:cNvPr>
          <p:cNvSpPr txBox="1"/>
          <p:nvPr/>
        </p:nvSpPr>
        <p:spPr>
          <a:xfrm>
            <a:off x="4717328" y="1325820"/>
            <a:ext cx="8990186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Let’s Recall the Quadratic Formula</a:t>
            </a: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854744D1-A33F-BDAF-0372-02FD0213C621}"/>
              </a:ext>
            </a:extLst>
          </p:cNvPr>
          <p:cNvSpPr txBox="1"/>
          <p:nvPr/>
        </p:nvSpPr>
        <p:spPr>
          <a:xfrm>
            <a:off x="3532665" y="6351560"/>
            <a:ext cx="11277600" cy="2539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ctr">
              <a:lnSpc>
                <a:spcPct val="150000"/>
              </a:lnSpc>
            </a:pPr>
            <a:r>
              <a:rPr lang="en-PH" sz="5500" b="1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Which part of the quadratic formula involves finding a square root?</a:t>
            </a:r>
          </a:p>
        </p:txBody>
      </p:sp>
    </p:spTree>
    <p:extLst>
      <p:ext uri="{BB962C8B-B14F-4D97-AF65-F5344CB8AC3E}">
        <p14:creationId xmlns:p14="http://schemas.microsoft.com/office/powerpoint/2010/main" val="3323567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D2254-7799-1D7E-3F51-E9E10D007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C3B732F-94F7-9EF9-9441-7716ADBA7EF6}"/>
              </a:ext>
            </a:extLst>
          </p:cNvPr>
          <p:cNvGrpSpPr/>
          <p:nvPr/>
        </p:nvGrpSpPr>
        <p:grpSpPr>
          <a:xfrm>
            <a:off x="-8212277" y="0"/>
            <a:ext cx="34712554" cy="8772618"/>
            <a:chOff x="0" y="0"/>
            <a:chExt cx="46283405" cy="1169682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8C7C39E-D6C8-64F7-56DC-C6FCF62E7BC9}"/>
                </a:ext>
              </a:extLst>
            </p:cNvPr>
            <p:cNvSpPr/>
            <p:nvPr/>
          </p:nvSpPr>
          <p:spPr>
            <a:xfrm>
              <a:off x="0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0CC267-64C3-442B-C05C-8DE52DDA76A8}"/>
                </a:ext>
              </a:extLst>
            </p:cNvPr>
            <p:cNvSpPr/>
            <p:nvPr/>
          </p:nvSpPr>
          <p:spPr>
            <a:xfrm>
              <a:off x="23063905" y="0"/>
              <a:ext cx="23219500" cy="11696823"/>
            </a:xfrm>
            <a:custGeom>
              <a:avLst/>
              <a:gdLst/>
              <a:ahLst/>
              <a:cxnLst/>
              <a:rect l="l" t="t" r="r" b="b"/>
              <a:pathLst>
                <a:path w="23219500" h="11696823">
                  <a:moveTo>
                    <a:pt x="0" y="0"/>
                  </a:moveTo>
                  <a:lnTo>
                    <a:pt x="23219500" y="0"/>
                  </a:lnTo>
                  <a:lnTo>
                    <a:pt x="23219500" y="11696823"/>
                  </a:lnTo>
                  <a:lnTo>
                    <a:pt x="0" y="116968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4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8B8BAFF-B5F6-28B5-8792-30952C1AC8E3}"/>
              </a:ext>
            </a:extLst>
          </p:cNvPr>
          <p:cNvGrpSpPr/>
          <p:nvPr/>
        </p:nvGrpSpPr>
        <p:grpSpPr>
          <a:xfrm>
            <a:off x="0" y="8229603"/>
            <a:ext cx="18288000" cy="2057397"/>
            <a:chOff x="0" y="0"/>
            <a:chExt cx="4816593" cy="54186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6950B06-1816-B65E-187D-6C9A94A073DF}"/>
                </a:ext>
              </a:extLst>
            </p:cNvPr>
            <p:cNvSpPr/>
            <p:nvPr/>
          </p:nvSpPr>
          <p:spPr>
            <a:xfrm>
              <a:off x="0" y="0"/>
              <a:ext cx="4816592" cy="541866"/>
            </a:xfrm>
            <a:custGeom>
              <a:avLst/>
              <a:gdLst/>
              <a:ahLst/>
              <a:cxnLst/>
              <a:rect l="l" t="t" r="r" b="b"/>
              <a:pathLst>
                <a:path w="4816592" h="541866">
                  <a:moveTo>
                    <a:pt x="0" y="0"/>
                  </a:moveTo>
                  <a:lnTo>
                    <a:pt x="4816592" y="0"/>
                  </a:lnTo>
                  <a:lnTo>
                    <a:pt x="4816592" y="541866"/>
                  </a:lnTo>
                  <a:lnTo>
                    <a:pt x="0" y="541866"/>
                  </a:lnTo>
                  <a:close/>
                </a:path>
              </a:pathLst>
            </a:custGeom>
            <a:solidFill>
              <a:srgbClr val="1C2B2B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00C322E-B8B8-D3F7-8903-E47EE8701480}"/>
                </a:ext>
              </a:extLst>
            </p:cNvPr>
            <p:cNvSpPr txBox="1"/>
            <p:nvPr/>
          </p:nvSpPr>
          <p:spPr>
            <a:xfrm>
              <a:off x="0" y="-38100"/>
              <a:ext cx="4816593" cy="579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>
            <a:extLst>
              <a:ext uri="{FF2B5EF4-FFF2-40B4-BE49-F238E27FC236}">
                <a16:creationId xmlns:a16="http://schemas.microsoft.com/office/drawing/2014/main" id="{9D5418A0-3C4E-1ACD-2507-43B65FD14BDD}"/>
              </a:ext>
            </a:extLst>
          </p:cNvPr>
          <p:cNvSpPr/>
          <p:nvPr/>
        </p:nvSpPr>
        <p:spPr>
          <a:xfrm rot="-1044510">
            <a:off x="432583" y="5509725"/>
            <a:ext cx="2278479" cy="2204428"/>
          </a:xfrm>
          <a:custGeom>
            <a:avLst/>
            <a:gdLst/>
            <a:ahLst/>
            <a:cxnLst/>
            <a:rect l="l" t="t" r="r" b="b"/>
            <a:pathLst>
              <a:path w="2278479" h="2204428">
                <a:moveTo>
                  <a:pt x="0" y="0"/>
                </a:moveTo>
                <a:lnTo>
                  <a:pt x="2278479" y="0"/>
                </a:lnTo>
                <a:lnTo>
                  <a:pt x="2278479" y="2204428"/>
                </a:lnTo>
                <a:lnTo>
                  <a:pt x="0" y="220442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48126AD-B92F-FE69-6B05-871D56A2715D}"/>
              </a:ext>
            </a:extLst>
          </p:cNvPr>
          <p:cNvSpPr/>
          <p:nvPr/>
        </p:nvSpPr>
        <p:spPr>
          <a:xfrm>
            <a:off x="15830566" y="498475"/>
            <a:ext cx="1948919" cy="2057400"/>
          </a:xfrm>
          <a:custGeom>
            <a:avLst/>
            <a:gdLst/>
            <a:ahLst/>
            <a:cxnLst/>
            <a:rect l="l" t="t" r="r" b="b"/>
            <a:pathLst>
              <a:path w="1948919" h="2057400">
                <a:moveTo>
                  <a:pt x="0" y="0"/>
                </a:moveTo>
                <a:lnTo>
                  <a:pt x="1948919" y="0"/>
                </a:lnTo>
                <a:lnTo>
                  <a:pt x="1948919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9FBD77E-5BC7-B964-A44D-568684269591}"/>
              </a:ext>
            </a:extLst>
          </p:cNvPr>
          <p:cNvSpPr/>
          <p:nvPr/>
        </p:nvSpPr>
        <p:spPr>
          <a:xfrm rot="-1252704">
            <a:off x="15906129" y="6843307"/>
            <a:ext cx="2107469" cy="812334"/>
          </a:xfrm>
          <a:custGeom>
            <a:avLst/>
            <a:gdLst/>
            <a:ahLst/>
            <a:cxnLst/>
            <a:rect l="l" t="t" r="r" b="b"/>
            <a:pathLst>
              <a:path w="2107469" h="812334">
                <a:moveTo>
                  <a:pt x="0" y="0"/>
                </a:moveTo>
                <a:lnTo>
                  <a:pt x="2107469" y="0"/>
                </a:lnTo>
                <a:lnTo>
                  <a:pt x="2107469" y="812333"/>
                </a:lnTo>
                <a:lnTo>
                  <a:pt x="0" y="8123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0589321-FB9E-609C-11C3-B262F1815A2C}"/>
              </a:ext>
            </a:extLst>
          </p:cNvPr>
          <p:cNvSpPr/>
          <p:nvPr/>
        </p:nvSpPr>
        <p:spPr>
          <a:xfrm rot="-2612862">
            <a:off x="2194794" y="2267616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2"/>
                </a:lnTo>
                <a:lnTo>
                  <a:pt x="0" y="7924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4D18DB6-E84B-8564-814B-4C3D4D301780}"/>
              </a:ext>
            </a:extLst>
          </p:cNvPr>
          <p:cNvSpPr txBox="1"/>
          <p:nvPr/>
        </p:nvSpPr>
        <p:spPr>
          <a:xfrm>
            <a:off x="1885292" y="2568683"/>
            <a:ext cx="14517412" cy="2433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0"/>
              </a:lnSpc>
            </a:pPr>
            <a:r>
              <a:rPr lang="en-US" sz="15000" dirty="0">
                <a:solidFill>
                  <a:srgbClr val="223939"/>
                </a:solidFill>
                <a:latin typeface="Borsok"/>
                <a:ea typeface="Borsok"/>
                <a:cs typeface="Borsok"/>
                <a:sym typeface="Borsok"/>
              </a:rPr>
              <a:t>discriminant</a:t>
            </a: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2C66633-CB93-BF6F-33CB-96B93F0EA3B0}"/>
              </a:ext>
            </a:extLst>
          </p:cNvPr>
          <p:cNvSpPr/>
          <p:nvPr/>
        </p:nvSpPr>
        <p:spPr>
          <a:xfrm rot="7796296">
            <a:off x="15806891" y="5011824"/>
            <a:ext cx="553303" cy="792492"/>
          </a:xfrm>
          <a:custGeom>
            <a:avLst/>
            <a:gdLst/>
            <a:ahLst/>
            <a:cxnLst/>
            <a:rect l="l" t="t" r="r" b="b"/>
            <a:pathLst>
              <a:path w="553303" h="792492">
                <a:moveTo>
                  <a:pt x="0" y="0"/>
                </a:moveTo>
                <a:lnTo>
                  <a:pt x="553303" y="0"/>
                </a:lnTo>
                <a:lnTo>
                  <a:pt x="553303" y="792491"/>
                </a:lnTo>
                <a:lnTo>
                  <a:pt x="0" y="7924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BEA684B8-8BA1-D706-892B-535C2A60D4EF}"/>
              </a:ext>
            </a:extLst>
          </p:cNvPr>
          <p:cNvSpPr/>
          <p:nvPr/>
        </p:nvSpPr>
        <p:spPr>
          <a:xfrm flipH="1">
            <a:off x="389691" y="325554"/>
            <a:ext cx="2081754" cy="205573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CD504C0A-CE9F-D7FF-9211-359A55E91413}"/>
              </a:ext>
            </a:extLst>
          </p:cNvPr>
          <p:cNvSpPr txBox="1"/>
          <p:nvPr/>
        </p:nvSpPr>
        <p:spPr>
          <a:xfrm>
            <a:off x="3268096" y="5008962"/>
            <a:ext cx="1186850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65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Nature of Roots</a:t>
            </a:r>
          </a:p>
        </p:txBody>
      </p:sp>
      <p:sp>
        <p:nvSpPr>
          <p:cNvPr id="16" name="TextBox 17">
            <a:extLst>
              <a:ext uri="{FF2B5EF4-FFF2-40B4-BE49-F238E27FC236}">
                <a16:creationId xmlns:a16="http://schemas.microsoft.com/office/drawing/2014/main" id="{53EF8D7F-A17E-FB9C-88D5-4B52F6F8832F}"/>
              </a:ext>
            </a:extLst>
          </p:cNvPr>
          <p:cNvSpPr txBox="1"/>
          <p:nvPr/>
        </p:nvSpPr>
        <p:spPr>
          <a:xfrm>
            <a:off x="3272107" y="6010721"/>
            <a:ext cx="11868503" cy="82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000" dirty="0">
                <a:solidFill>
                  <a:srgbClr val="2F4F4F"/>
                </a:solidFill>
                <a:latin typeface="Bugaki"/>
                <a:ea typeface="Bugaki"/>
                <a:cs typeface="Bugaki"/>
                <a:sym typeface="Bugaki"/>
              </a:rPr>
              <a:t>(pp. 20 – 22)</a:t>
            </a:r>
          </a:p>
        </p:txBody>
      </p:sp>
    </p:spTree>
    <p:extLst>
      <p:ext uri="{BB962C8B-B14F-4D97-AF65-F5344CB8AC3E}">
        <p14:creationId xmlns:p14="http://schemas.microsoft.com/office/powerpoint/2010/main" val="42563280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2D4BE-0F6B-74FB-A511-D551B803C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8AF2D09-11ED-D13C-6AB3-FF39F700DBB2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9A55C4B-6FD4-3741-1367-59A037BA4986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8E11BF4-8A00-0C6B-F985-517666EB3753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3C567FF-6F06-9037-1B99-C8E11762B5D2}"/>
              </a:ext>
            </a:extLst>
          </p:cNvPr>
          <p:cNvGrpSpPr/>
          <p:nvPr/>
        </p:nvGrpSpPr>
        <p:grpSpPr>
          <a:xfrm>
            <a:off x="591571" y="2006214"/>
            <a:ext cx="17104858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ED24DFB-CF09-70C4-8EE6-CDAF7FD8AD61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51CDEC8-52E6-E08B-1B5D-3DA7902349F4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E425880A-C1B4-AA1F-B435-98A4E9CCA438}"/>
              </a:ext>
            </a:extLst>
          </p:cNvPr>
          <p:cNvGrpSpPr/>
          <p:nvPr/>
        </p:nvGrpSpPr>
        <p:grpSpPr>
          <a:xfrm>
            <a:off x="4057932" y="1177262"/>
            <a:ext cx="10227067" cy="1402540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2879302-BA12-A896-45D2-E182D622A2AF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FC5DFFA8-CC8E-A3F9-9367-0E62FCF82FF0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B7E08AA4-88B6-FCAB-CAC1-E5823761FEDB}"/>
                  </a:ext>
                </a:extLst>
              </p:cNvPr>
              <p:cNvSpPr txBox="1"/>
              <p:nvPr/>
            </p:nvSpPr>
            <p:spPr>
              <a:xfrm>
                <a:off x="990600" y="2999923"/>
                <a:ext cx="16230600" cy="528612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:r>
                  <a:rPr lang="en-PH" sz="45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The roots of a quadratic equation </a:t>
                </a:r>
                <a14:m>
                  <m:oMath xmlns:m="http://schemas.openxmlformats.org/officeDocument/2006/math"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𝒂</m:t>
                    </m:r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𝒃𝒙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𝒄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r>
                  <a:rPr lang="en-PH" sz="45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can be solved using the quadratic formula:</a:t>
                </a:r>
              </a:p>
              <a:p>
                <a:pPr marL="180000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7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7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PH" sz="7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7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7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7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7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7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7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75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B7E08AA4-88B6-FCAB-CAC1-E5823761FE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999923"/>
                <a:ext cx="16230600" cy="5286127"/>
              </a:xfrm>
              <a:prstGeom prst="rect">
                <a:avLst/>
              </a:prstGeom>
              <a:blipFill>
                <a:blip r:embed="rId3"/>
                <a:stretch>
                  <a:fillRect r="-214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862DAECE-304B-6629-E22A-93757842CCFD}"/>
              </a:ext>
            </a:extLst>
          </p:cNvPr>
          <p:cNvSpPr/>
          <p:nvPr/>
        </p:nvSpPr>
        <p:spPr>
          <a:xfrm flipH="1">
            <a:off x="69291" y="8514086"/>
            <a:ext cx="1542029" cy="165246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31EDB1EF-F107-62E5-8D3B-95CF3F30D9C7}"/>
              </a:ext>
            </a:extLst>
          </p:cNvPr>
          <p:cNvSpPr txBox="1"/>
          <p:nvPr/>
        </p:nvSpPr>
        <p:spPr>
          <a:xfrm>
            <a:off x="4717328" y="1483348"/>
            <a:ext cx="8990186" cy="1096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7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Discriminant</a:t>
            </a:r>
          </a:p>
        </p:txBody>
      </p:sp>
    </p:spTree>
    <p:extLst>
      <p:ext uri="{BB962C8B-B14F-4D97-AF65-F5344CB8AC3E}">
        <p14:creationId xmlns:p14="http://schemas.microsoft.com/office/powerpoint/2010/main" val="1248181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2F1425-D594-1695-A0AB-A8C48E8B9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9A6018B-40DB-BD77-2AEE-05FF30AE8F10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F7750E6-6EFA-A07E-9000-C70B41951B02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56C24B72-41B6-FC1E-29E4-895507AA0C9A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868B90D5-EB0A-B070-2A0C-B07A2F0A63DA}"/>
              </a:ext>
            </a:extLst>
          </p:cNvPr>
          <p:cNvGrpSpPr/>
          <p:nvPr/>
        </p:nvGrpSpPr>
        <p:grpSpPr>
          <a:xfrm>
            <a:off x="591571" y="2006214"/>
            <a:ext cx="17104858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A0B7ABD9-B0EA-2739-D1E5-D8614E0368EF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3F2860A-C921-1753-8C36-1C4D54AADF5C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497E2EC-D56D-8D2E-3F0A-626B5671F6A8}"/>
              </a:ext>
            </a:extLst>
          </p:cNvPr>
          <p:cNvGrpSpPr/>
          <p:nvPr/>
        </p:nvGrpSpPr>
        <p:grpSpPr>
          <a:xfrm>
            <a:off x="4057932" y="1177262"/>
            <a:ext cx="10227067" cy="1402540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D84B7F12-08B7-831D-095A-35CB65D7947D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B8E9F492-60F9-08C3-07AF-E80631423515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452A050A-7789-7374-A9A3-50CB7FA096F6}"/>
                  </a:ext>
                </a:extLst>
              </p:cNvPr>
              <p:cNvSpPr txBox="1"/>
              <p:nvPr/>
            </p:nvSpPr>
            <p:spPr>
              <a:xfrm>
                <a:off x="990600" y="2999923"/>
                <a:ext cx="16230600" cy="5286127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:r>
                  <a:rPr lang="en-PH" sz="45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The roots of a quadratic equation </a:t>
                </a:r>
                <a14:m>
                  <m:oMath xmlns:m="http://schemas.openxmlformats.org/officeDocument/2006/math"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𝒂</m:t>
                    </m:r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𝒃𝒙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𝒄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r>
                  <a:rPr lang="en-PH" sz="45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can be solved using the quadratic formula:</a:t>
                </a:r>
              </a:p>
              <a:p>
                <a:pPr marL="180000" lvl="1" algn="just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PH" sz="7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𝒙</m:t>
                      </m:r>
                      <m:r>
                        <a:rPr lang="en-PH" sz="7500" b="1" i="1" smtClean="0">
                          <a:solidFill>
                            <a:srgbClr val="1C2B2B"/>
                          </a:solidFill>
                          <a:latin typeface="Cambria Math" panose="02040503050406030204" pitchFamily="18" charset="0"/>
                          <a:ea typeface="Monterchi"/>
                          <a:cs typeface="Monterchi"/>
                          <a:sym typeface="Monterchi"/>
                        </a:rPr>
                        <m:t>=</m:t>
                      </m:r>
                      <m:f>
                        <m:fPr>
                          <m:ctrlP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</m:ctrlPr>
                        </m:fPr>
                        <m:num>
                          <m: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−</m:t>
                          </m:r>
                          <m: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𝒃</m:t>
                          </m:r>
                          <m: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±</m:t>
                          </m:r>
                          <m:rad>
                            <m:radPr>
                              <m:degHide m:val="on"/>
                              <m:ctrlPr>
                                <a:rPr lang="en-PH" sz="7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</m:ctrlPr>
                            </m:radPr>
                            <m:deg/>
                            <m:e>
                              <m:sSup>
                                <m:sSupPr>
                                  <m:ctrlPr>
                                    <a:rPr lang="en-PH" sz="7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</m:ctrlPr>
                                </m:sSupPr>
                                <m:e>
                                  <m:r>
                                    <a:rPr lang="en-PH" sz="7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𝒃</m:t>
                                  </m:r>
                                </m:e>
                                <m:sup>
                                  <m:r>
                                    <a:rPr lang="en-PH" sz="7500" b="1" i="1" smtClean="0">
                                      <a:solidFill>
                                        <a:srgbClr val="1C2B2B"/>
                                      </a:solidFill>
                                      <a:latin typeface="Cambria Math" panose="02040503050406030204" pitchFamily="18" charset="0"/>
                                      <a:ea typeface="Monterchi"/>
                                      <a:cs typeface="Monterchi"/>
                                      <a:sym typeface="Monterchi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en-PH" sz="7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−</m:t>
                              </m:r>
                              <m:r>
                                <a:rPr lang="en-PH" sz="7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𝟒</m:t>
                              </m:r>
                              <m:r>
                                <a:rPr lang="en-PH" sz="7500" b="1" i="1" smtClean="0">
                                  <a:solidFill>
                                    <a:srgbClr val="1C2B2B"/>
                                  </a:solidFill>
                                  <a:latin typeface="Cambria Math" panose="02040503050406030204" pitchFamily="18" charset="0"/>
                                  <a:ea typeface="Monterchi"/>
                                  <a:cs typeface="Monterchi"/>
                                  <a:sym typeface="Monterchi"/>
                                </a:rPr>
                                <m:t>𝒂𝒄</m:t>
                              </m:r>
                            </m:e>
                          </m:rad>
                        </m:num>
                        <m:den>
                          <m: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𝟐</m:t>
                          </m:r>
                          <m:r>
                            <a:rPr lang="en-PH" sz="7500" b="1" i="1" smtClean="0">
                              <a:solidFill>
                                <a:srgbClr val="1C2B2B"/>
                              </a:solidFill>
                              <a:latin typeface="Cambria Math" panose="02040503050406030204" pitchFamily="18" charset="0"/>
                              <a:ea typeface="Monterchi"/>
                              <a:cs typeface="Monterchi"/>
                              <a:sym typeface="Monterchi"/>
                            </a:rPr>
                            <m:t>𝒂</m:t>
                          </m:r>
                        </m:den>
                      </m:f>
                    </m:oMath>
                  </m:oMathPara>
                </a14:m>
                <a:endParaRPr lang="en-PH" sz="75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452A050A-7789-7374-A9A3-50CB7FA09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999923"/>
                <a:ext cx="16230600" cy="5286127"/>
              </a:xfrm>
              <a:prstGeom prst="rect">
                <a:avLst/>
              </a:prstGeom>
              <a:blipFill>
                <a:blip r:embed="rId3"/>
                <a:stretch>
                  <a:fillRect r="-214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D246FA7A-0DC9-CA04-0FDA-64621F6BBBF9}"/>
              </a:ext>
            </a:extLst>
          </p:cNvPr>
          <p:cNvSpPr/>
          <p:nvPr/>
        </p:nvSpPr>
        <p:spPr>
          <a:xfrm flipH="1">
            <a:off x="69291" y="8514086"/>
            <a:ext cx="1542029" cy="165246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B56A63E7-6610-7C36-3784-7E58F3F7DDA5}"/>
              </a:ext>
            </a:extLst>
          </p:cNvPr>
          <p:cNvSpPr txBox="1"/>
          <p:nvPr/>
        </p:nvSpPr>
        <p:spPr>
          <a:xfrm>
            <a:off x="4717328" y="1483348"/>
            <a:ext cx="8990186" cy="1096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7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Discriminant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786649-72D3-94DF-72FF-3F4BCDD74CEC}"/>
              </a:ext>
            </a:extLst>
          </p:cNvPr>
          <p:cNvSpPr/>
          <p:nvPr/>
        </p:nvSpPr>
        <p:spPr>
          <a:xfrm>
            <a:off x="9525000" y="6057900"/>
            <a:ext cx="4045672" cy="1219200"/>
          </a:xfrm>
          <a:custGeom>
            <a:avLst/>
            <a:gdLst>
              <a:gd name="csX0" fmla="*/ 0 w 4045672"/>
              <a:gd name="csY0" fmla="*/ 609600 h 1219200"/>
              <a:gd name="csX1" fmla="*/ 2022836 w 4045672"/>
              <a:gd name="csY1" fmla="*/ 0 h 1219200"/>
              <a:gd name="csX2" fmla="*/ 4045672 w 4045672"/>
              <a:gd name="csY2" fmla="*/ 609600 h 1219200"/>
              <a:gd name="csX3" fmla="*/ 2022836 w 4045672"/>
              <a:gd name="csY3" fmla="*/ 1219200 h 1219200"/>
              <a:gd name="csX4" fmla="*/ 0 w 4045672"/>
              <a:gd name="csY4" fmla="*/ 609600 h 12192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4045672" h="1219200" extrusionOk="0">
                <a:moveTo>
                  <a:pt x="0" y="609600"/>
                </a:moveTo>
                <a:cubicBezTo>
                  <a:pt x="-174158" y="280377"/>
                  <a:pt x="962324" y="55715"/>
                  <a:pt x="2022836" y="0"/>
                </a:cubicBezTo>
                <a:cubicBezTo>
                  <a:pt x="3166330" y="54005"/>
                  <a:pt x="4046000" y="282934"/>
                  <a:pt x="4045672" y="609600"/>
                </a:cubicBezTo>
                <a:cubicBezTo>
                  <a:pt x="3975190" y="839937"/>
                  <a:pt x="3252863" y="1355639"/>
                  <a:pt x="2022836" y="1219200"/>
                </a:cubicBezTo>
                <a:cubicBezTo>
                  <a:pt x="910569" y="1200921"/>
                  <a:pt x="14114" y="972588"/>
                  <a:pt x="0" y="609600"/>
                </a:cubicBezTo>
                <a:close/>
              </a:path>
            </a:pathLst>
          </a:custGeom>
          <a:noFill/>
          <a:ln w="7620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2650216993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" name="Arrow: Bent 14">
            <a:extLst>
              <a:ext uri="{FF2B5EF4-FFF2-40B4-BE49-F238E27FC236}">
                <a16:creationId xmlns:a16="http://schemas.microsoft.com/office/drawing/2014/main" id="{F10DDA53-B834-858B-A52D-059A19C0D52E}"/>
              </a:ext>
            </a:extLst>
          </p:cNvPr>
          <p:cNvSpPr/>
          <p:nvPr/>
        </p:nvSpPr>
        <p:spPr>
          <a:xfrm flipV="1">
            <a:off x="11454818" y="7293142"/>
            <a:ext cx="1880182" cy="790628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rgbClr val="C00000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chemeClr val="tx1"/>
              </a:solidFill>
            </a:endParaRP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167FFFDF-F5A5-59B4-1E44-259A2838660E}"/>
              </a:ext>
            </a:extLst>
          </p:cNvPr>
          <p:cNvSpPr txBox="1"/>
          <p:nvPr/>
        </p:nvSpPr>
        <p:spPr>
          <a:xfrm>
            <a:off x="12975498" y="6763607"/>
            <a:ext cx="4840877" cy="17504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200000"/>
              </a:lnSpc>
            </a:pPr>
            <a:r>
              <a:rPr lang="en-PH" sz="6500" b="1" dirty="0">
                <a:solidFill>
                  <a:srgbClr val="C00000"/>
                </a:solidFill>
                <a:latin typeface="Monterchi"/>
                <a:ea typeface="Monterchi"/>
                <a:cs typeface="Monterchi"/>
                <a:sym typeface="Monterchi"/>
              </a:rPr>
              <a:t>Discriminant</a:t>
            </a:r>
          </a:p>
        </p:txBody>
      </p:sp>
    </p:spTree>
    <p:extLst>
      <p:ext uri="{BB962C8B-B14F-4D97-AF65-F5344CB8AC3E}">
        <p14:creationId xmlns:p14="http://schemas.microsoft.com/office/powerpoint/2010/main" val="3153530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744D46-3788-C5CD-A3C7-2324CB866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5831794-6907-0FC6-D1FF-CC74FE1EB02D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640AE73-CB24-6952-737C-1EBF708356D2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8BF57ED-6E51-CFA5-259B-A9E300AE722E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F9BB3670-262A-B1FA-7184-443D8ACB8C9F}"/>
              </a:ext>
            </a:extLst>
          </p:cNvPr>
          <p:cNvGrpSpPr/>
          <p:nvPr/>
        </p:nvGrpSpPr>
        <p:grpSpPr>
          <a:xfrm>
            <a:off x="591571" y="2006214"/>
            <a:ext cx="17104858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2C784991-2D7C-86BF-8655-03C62ED446EC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CF5CC38-60B1-5BCB-2B1A-5975E7E66D2D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C19810A-D1F0-C950-C560-34B901DB697D}"/>
              </a:ext>
            </a:extLst>
          </p:cNvPr>
          <p:cNvGrpSpPr/>
          <p:nvPr/>
        </p:nvGrpSpPr>
        <p:grpSpPr>
          <a:xfrm>
            <a:off x="4057932" y="1177262"/>
            <a:ext cx="10227067" cy="1402540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E4CCC15D-22B3-47A4-F26B-C9827CDE7939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4732A768-75D4-DBB7-386C-DB17DC4DC432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1A5C935-91B1-69D3-5CB8-ABBCFB031102}"/>
                  </a:ext>
                </a:extLst>
              </p:cNvPr>
              <p:cNvSpPr txBox="1"/>
              <p:nvPr/>
            </p:nvSpPr>
            <p:spPr>
              <a:xfrm>
                <a:off x="960279" y="2682819"/>
                <a:ext cx="16230600" cy="2360518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:r>
                  <a:rPr lang="en-PH" sz="40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If </a:t>
                </a:r>
                <a14:m>
                  <m:oMath xmlns:m="http://schemas.openxmlformats.org/officeDocument/2006/math"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𝒂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 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𝒃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 </m:t>
                    </m:r>
                  </m:oMath>
                </a14:m>
                <a:r>
                  <a:rPr lang="en-PH" sz="40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and </a:t>
                </a:r>
                <a14:m>
                  <m:oMath xmlns:m="http://schemas.openxmlformats.org/officeDocument/2006/math"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𝒄</m:t>
                    </m:r>
                  </m:oMath>
                </a14:m>
                <a:r>
                  <a:rPr lang="en-PH" sz="40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are real numbers and </a:t>
                </a:r>
                <a14:m>
                  <m:oMath xmlns:m="http://schemas.openxmlformats.org/officeDocument/2006/math"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𝑫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sSup>
                      <m:sSupPr>
                        <m:ctrlP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𝒃</m:t>
                        </m:r>
                      </m:e>
                      <m:sup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𝟒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𝒂𝒄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,</m:t>
                    </m:r>
                  </m:oMath>
                </a14:m>
                <a:r>
                  <a:rPr lang="en-PH" sz="40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then the roots of the quadratic equation </a:t>
                </a:r>
                <a14:m>
                  <m:oMath xmlns:m="http://schemas.openxmlformats.org/officeDocument/2006/math"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𝒂</m:t>
                    </m:r>
                    <m:sSup>
                      <m:sSupPr>
                        <m:ctrlP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𝒃𝒙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𝒄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r>
                  <a:rPr lang="en-PH" sz="40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 are: </a:t>
                </a: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51A5C935-91B1-69D3-5CB8-ABBCFB031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0279" y="2682819"/>
                <a:ext cx="16230600" cy="2360518"/>
              </a:xfrm>
              <a:prstGeom prst="rect">
                <a:avLst/>
              </a:prstGeom>
              <a:blipFill>
                <a:blip r:embed="rId3"/>
                <a:stretch>
                  <a:fillRect r="-1916" b="-1369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595E5E34-C774-8666-B4B2-2E657CA394C2}"/>
              </a:ext>
            </a:extLst>
          </p:cNvPr>
          <p:cNvSpPr/>
          <p:nvPr/>
        </p:nvSpPr>
        <p:spPr>
          <a:xfrm flipH="1">
            <a:off x="69291" y="8514086"/>
            <a:ext cx="1542029" cy="1652462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49EAD7B1-1891-0C8A-84D7-7CF862B83DFD}"/>
              </a:ext>
            </a:extLst>
          </p:cNvPr>
          <p:cNvSpPr txBox="1"/>
          <p:nvPr/>
        </p:nvSpPr>
        <p:spPr>
          <a:xfrm>
            <a:off x="4717328" y="1483348"/>
            <a:ext cx="8990186" cy="10964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75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Nature of Roots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64388E3-3E3D-6EC4-5E0F-23C7CB87AD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97303" y="5243664"/>
            <a:ext cx="14449792" cy="460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147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A831B-A498-B304-F2FA-22339213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398966E-0D71-2851-36BF-08BDD1782E20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82E9CEE-A341-CE55-AF70-C33BE0601D03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79F495-D1F3-FF75-37C7-F8ABBBECDCD4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78DA072-7BE2-ADD1-3BC6-AB46E80F2CCF}"/>
              </a:ext>
            </a:extLst>
          </p:cNvPr>
          <p:cNvGrpSpPr/>
          <p:nvPr/>
        </p:nvGrpSpPr>
        <p:grpSpPr>
          <a:xfrm>
            <a:off x="933346" y="1591738"/>
            <a:ext cx="16553428" cy="7103524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DA58EED-F54A-5334-3833-047055AA55F0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CEBF62A-69B1-A304-1B4E-2034D581DEBB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330B7BA-56C1-113D-F86C-A1AF53171961}"/>
              </a:ext>
            </a:extLst>
          </p:cNvPr>
          <p:cNvGrpSpPr/>
          <p:nvPr/>
        </p:nvGrpSpPr>
        <p:grpSpPr>
          <a:xfrm>
            <a:off x="5257800" y="823510"/>
            <a:ext cx="7696199" cy="1402540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BCF98647-1D19-0858-06E3-8050C902C92C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AAA7FFC0-ABD4-69DC-565F-574F1F07339E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DBE3C4DD-360F-A65E-D4C8-864E83077D50}"/>
                  </a:ext>
                </a:extLst>
              </p:cNvPr>
              <p:cNvSpPr txBox="1"/>
              <p:nvPr/>
            </p:nvSpPr>
            <p:spPr>
              <a:xfrm>
                <a:off x="1635003" y="2205777"/>
                <a:ext cx="14335667" cy="5456815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:r>
                  <a:rPr lang="en-PH" sz="45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Determine the nature of the roots of the quadratic equations. </a:t>
                </a: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𝟓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𝟔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PH" sz="45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𝟔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𝟓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PH" sz="45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𝟓</m:t>
                    </m:r>
                    <m:sSup>
                      <m:sSupPr>
                        <m:ctrlP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5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5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PH" sz="45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 xmlns="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DBE3C4DD-360F-A65E-D4C8-864E83077D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5003" y="2205777"/>
                <a:ext cx="14335667" cy="54568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1656E3A2-C226-9A94-1C2B-2189E24EB38C}"/>
              </a:ext>
            </a:extLst>
          </p:cNvPr>
          <p:cNvSpPr/>
          <p:nvPr/>
        </p:nvSpPr>
        <p:spPr>
          <a:xfrm flipH="1">
            <a:off x="507169" y="7725017"/>
            <a:ext cx="2206441" cy="2312109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489D4384-7DCB-902F-07E1-ED230CA4651D}"/>
              </a:ext>
            </a:extLst>
          </p:cNvPr>
          <p:cNvSpPr txBox="1"/>
          <p:nvPr/>
        </p:nvSpPr>
        <p:spPr>
          <a:xfrm>
            <a:off x="2717621" y="1261267"/>
            <a:ext cx="1298959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Let’s Try This!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BD18D91-62AF-EFA3-9472-3D08FBC185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3087" y="3369458"/>
            <a:ext cx="9585525" cy="514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7894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3F65ED-992A-2CF9-148F-B6D640C7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B2BFA6-65BE-0562-73D3-FEEDD0B1754B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F5E841-67DB-95E9-C74E-5A15C8D4DF88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746BAF1-C009-B2F9-EDDE-C68E42ABDAA7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5BE4C466-268C-0B4D-E706-6BE14BA94BF7}"/>
              </a:ext>
            </a:extLst>
          </p:cNvPr>
          <p:cNvGrpSpPr/>
          <p:nvPr/>
        </p:nvGrpSpPr>
        <p:grpSpPr>
          <a:xfrm>
            <a:off x="457200" y="1722124"/>
            <a:ext cx="17297400" cy="7993375"/>
            <a:chOff x="-185845" y="-38100"/>
            <a:chExt cx="3652582" cy="201669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30D706B-CC05-7618-BD8A-161E96611906}"/>
                </a:ext>
              </a:extLst>
            </p:cNvPr>
            <p:cNvSpPr/>
            <p:nvPr/>
          </p:nvSpPr>
          <p:spPr>
            <a:xfrm>
              <a:off x="-185845" y="69605"/>
              <a:ext cx="3652582" cy="19089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7091297-E924-B672-72EF-5B304AD9652C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C5C3C0A-093A-D71D-B225-C16CB9D77590}"/>
              </a:ext>
            </a:extLst>
          </p:cNvPr>
          <p:cNvGrpSpPr/>
          <p:nvPr/>
        </p:nvGrpSpPr>
        <p:grpSpPr>
          <a:xfrm>
            <a:off x="3676048" y="1152244"/>
            <a:ext cx="10227067" cy="1575865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373C0480-906B-2F91-521F-13DCCF5E64BB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8BD5F17-4C99-11FC-FD70-6A3174052F1D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498175F6-7D8A-8CEA-E301-AF906551403D}"/>
              </a:ext>
            </a:extLst>
          </p:cNvPr>
          <p:cNvSpPr txBox="1"/>
          <p:nvPr/>
        </p:nvSpPr>
        <p:spPr>
          <a:xfrm>
            <a:off x="762000" y="3168936"/>
            <a:ext cx="130302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9" lvl="1" algn="just">
              <a:lnSpc>
                <a:spcPct val="150000"/>
              </a:lnSpc>
            </a:pPr>
            <a:r>
              <a:rPr lang="en-PH" sz="50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Complete the statements. </a:t>
            </a:r>
            <a:endParaRPr lang="en-US" sz="5000" dirty="0">
              <a:solidFill>
                <a:srgbClr val="1C2B2B"/>
              </a:solidFill>
              <a:latin typeface="Monterchi"/>
              <a:ea typeface="Monterchi"/>
              <a:cs typeface="Monterchi"/>
              <a:sym typeface="Monterchi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EF743E79-1584-8205-92BE-415B8DDE5808}"/>
              </a:ext>
            </a:extLst>
          </p:cNvPr>
          <p:cNvSpPr txBox="1"/>
          <p:nvPr/>
        </p:nvSpPr>
        <p:spPr>
          <a:xfrm>
            <a:off x="3804113" y="1420803"/>
            <a:ext cx="10100499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Complete Me!</a:t>
            </a:r>
          </a:p>
        </p:txBody>
      </p:sp>
      <p:sp>
        <p:nvSpPr>
          <p:cNvPr id="11" name="TextBox 18">
            <a:extLst>
              <a:ext uri="{FF2B5EF4-FFF2-40B4-BE49-F238E27FC236}">
                <a16:creationId xmlns:a16="http://schemas.microsoft.com/office/drawing/2014/main" id="{BB492340-B1E0-B36C-F919-A59CE5A4DBED}"/>
              </a:ext>
            </a:extLst>
          </p:cNvPr>
          <p:cNvSpPr txBox="1"/>
          <p:nvPr/>
        </p:nvSpPr>
        <p:spPr>
          <a:xfrm>
            <a:off x="1133776" y="4323098"/>
            <a:ext cx="15944248" cy="3981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71545" lvl="1" indent="-485773">
              <a:lnSpc>
                <a:spcPct val="200000"/>
              </a:lnSpc>
              <a:buFont typeface="Arial"/>
              <a:buChar char="•"/>
            </a:pPr>
            <a:r>
              <a:rPr lang="en-US" sz="4500" b="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If the discriminant is positive, the quadratic equation has ____________.</a:t>
            </a:r>
          </a:p>
          <a:p>
            <a:pPr marL="971545" lvl="1" indent="-485773">
              <a:lnSpc>
                <a:spcPct val="200000"/>
              </a:lnSpc>
              <a:buFont typeface="Arial"/>
              <a:buChar char="•"/>
            </a:pPr>
            <a:r>
              <a:rPr lang="en-US" sz="4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If the discriminant is negative, the quadratic equation has ___________.</a:t>
            </a:r>
          </a:p>
          <a:p>
            <a:pPr marL="971545" lvl="1" indent="-485773">
              <a:lnSpc>
                <a:spcPct val="200000"/>
              </a:lnSpc>
              <a:buFont typeface="Arial"/>
              <a:buChar char="•"/>
            </a:pPr>
            <a:r>
              <a:rPr lang="en-US" sz="4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If the discriminant is zero, the quadratic equation has _______________.</a:t>
            </a:r>
          </a:p>
        </p:txBody>
      </p:sp>
    </p:spTree>
    <p:extLst>
      <p:ext uri="{BB962C8B-B14F-4D97-AF65-F5344CB8AC3E}">
        <p14:creationId xmlns:p14="http://schemas.microsoft.com/office/powerpoint/2010/main" val="38398285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9847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A7A467-D1D7-CA69-7F5A-00BF563E2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87EB3BD-214B-53F7-C47F-7408BFDD60E3}"/>
              </a:ext>
            </a:extLst>
          </p:cNvPr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459F344-73DE-BBB9-C320-74C2B83D2F8F}"/>
                </a:ext>
              </a:extLst>
            </p:cNvPr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42D8A73D-05F4-357B-2412-EC3C24FF34A6}"/>
                </a:ext>
              </a:extLst>
            </p:cNvPr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8DD3EA3-AA54-84E8-B0DD-11925B9C3E48}"/>
              </a:ext>
            </a:extLst>
          </p:cNvPr>
          <p:cNvGrpSpPr/>
          <p:nvPr/>
        </p:nvGrpSpPr>
        <p:grpSpPr>
          <a:xfrm>
            <a:off x="933346" y="1591738"/>
            <a:ext cx="16553428" cy="8504762"/>
            <a:chOff x="0" y="0"/>
            <a:chExt cx="3381238" cy="1870887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8ECDFFB-F49F-AF83-AB02-7F06B8FE46CE}"/>
                </a:ext>
              </a:extLst>
            </p:cNvPr>
            <p:cNvSpPr/>
            <p:nvPr/>
          </p:nvSpPr>
          <p:spPr>
            <a:xfrm>
              <a:off x="0" y="0"/>
              <a:ext cx="3381238" cy="1870887"/>
            </a:xfrm>
            <a:custGeom>
              <a:avLst/>
              <a:gdLst/>
              <a:ahLst/>
              <a:cxnLst/>
              <a:rect l="l" t="t" r="r" b="b"/>
              <a:pathLst>
                <a:path w="3381238" h="1870887">
                  <a:moveTo>
                    <a:pt x="12061" y="0"/>
                  </a:moveTo>
                  <a:lnTo>
                    <a:pt x="3369177" y="0"/>
                  </a:lnTo>
                  <a:cubicBezTo>
                    <a:pt x="3375839" y="0"/>
                    <a:pt x="3381238" y="5400"/>
                    <a:pt x="3381238" y="12061"/>
                  </a:cubicBezTo>
                  <a:lnTo>
                    <a:pt x="3381238" y="1858826"/>
                  </a:lnTo>
                  <a:cubicBezTo>
                    <a:pt x="3381238" y="1862025"/>
                    <a:pt x="3379967" y="1865093"/>
                    <a:pt x="3377706" y="1867355"/>
                  </a:cubicBezTo>
                  <a:cubicBezTo>
                    <a:pt x="3375444" y="1869617"/>
                    <a:pt x="3372376" y="1870887"/>
                    <a:pt x="3369177" y="1870887"/>
                  </a:cubicBezTo>
                  <a:lnTo>
                    <a:pt x="12061" y="1870887"/>
                  </a:lnTo>
                  <a:cubicBezTo>
                    <a:pt x="8862" y="1870887"/>
                    <a:pt x="5794" y="1869617"/>
                    <a:pt x="3533" y="1867355"/>
                  </a:cubicBezTo>
                  <a:cubicBezTo>
                    <a:pt x="1271" y="1865093"/>
                    <a:pt x="0" y="1862025"/>
                    <a:pt x="0" y="1858826"/>
                  </a:cubicBezTo>
                  <a:lnTo>
                    <a:pt x="0" y="12061"/>
                  </a:lnTo>
                  <a:cubicBezTo>
                    <a:pt x="0" y="8862"/>
                    <a:pt x="1271" y="5794"/>
                    <a:pt x="3533" y="3533"/>
                  </a:cubicBezTo>
                  <a:cubicBezTo>
                    <a:pt x="5794" y="1271"/>
                    <a:pt x="8862" y="0"/>
                    <a:pt x="12061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H" dirty="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9E40C03-C0C6-A128-3B17-B0B8D0372002}"/>
                </a:ext>
              </a:extLst>
            </p:cNvPr>
            <p:cNvSpPr txBox="1"/>
            <p:nvPr/>
          </p:nvSpPr>
          <p:spPr>
            <a:xfrm>
              <a:off x="0" y="-38100"/>
              <a:ext cx="3381238" cy="1908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BEEE0CE4-421A-D4DD-1BD5-26AB23AEF273}"/>
              </a:ext>
            </a:extLst>
          </p:cNvPr>
          <p:cNvGrpSpPr/>
          <p:nvPr/>
        </p:nvGrpSpPr>
        <p:grpSpPr>
          <a:xfrm>
            <a:off x="5227479" y="459792"/>
            <a:ext cx="7696199" cy="1402540"/>
            <a:chOff x="0" y="0"/>
            <a:chExt cx="2693549" cy="436650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6FAB643F-5928-A220-2D86-40149277E11C}"/>
                </a:ext>
              </a:extLst>
            </p:cNvPr>
            <p:cNvSpPr/>
            <p:nvPr/>
          </p:nvSpPr>
          <p:spPr>
            <a:xfrm>
              <a:off x="0" y="0"/>
              <a:ext cx="2693549" cy="436650"/>
            </a:xfrm>
            <a:custGeom>
              <a:avLst/>
              <a:gdLst/>
              <a:ahLst/>
              <a:cxnLst/>
              <a:rect l="l" t="t" r="r" b="b"/>
              <a:pathLst>
                <a:path w="2693549" h="436650">
                  <a:moveTo>
                    <a:pt x="15140" y="0"/>
                  </a:moveTo>
                  <a:lnTo>
                    <a:pt x="2678409" y="0"/>
                  </a:lnTo>
                  <a:cubicBezTo>
                    <a:pt x="2686770" y="0"/>
                    <a:pt x="2693549" y="6778"/>
                    <a:pt x="2693549" y="15140"/>
                  </a:cubicBezTo>
                  <a:lnTo>
                    <a:pt x="2693549" y="421510"/>
                  </a:lnTo>
                  <a:cubicBezTo>
                    <a:pt x="2693549" y="429872"/>
                    <a:pt x="2686770" y="436650"/>
                    <a:pt x="2678409" y="436650"/>
                  </a:cubicBezTo>
                  <a:lnTo>
                    <a:pt x="15140" y="436650"/>
                  </a:lnTo>
                  <a:cubicBezTo>
                    <a:pt x="6778" y="436650"/>
                    <a:pt x="0" y="429872"/>
                    <a:pt x="0" y="421510"/>
                  </a:cubicBezTo>
                  <a:lnTo>
                    <a:pt x="0" y="15140"/>
                  </a:lnTo>
                  <a:cubicBezTo>
                    <a:pt x="0" y="6778"/>
                    <a:pt x="6778" y="0"/>
                    <a:pt x="1514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7C943591-6EFE-71C1-A5B8-01FB6FD7444E}"/>
                </a:ext>
              </a:extLst>
            </p:cNvPr>
            <p:cNvSpPr txBox="1"/>
            <p:nvPr/>
          </p:nvSpPr>
          <p:spPr>
            <a:xfrm>
              <a:off x="0" y="-38100"/>
              <a:ext cx="2693549" cy="4747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3B57C04D-13CB-68AB-9FFA-116EA47585E0}"/>
                  </a:ext>
                </a:extLst>
              </p:cNvPr>
              <p:cNvSpPr txBox="1"/>
              <p:nvPr/>
            </p:nvSpPr>
            <p:spPr>
              <a:xfrm>
                <a:off x="1493161" y="1974685"/>
                <a:ext cx="15433797" cy="7497950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marL="431799" lvl="1" algn="just">
                  <a:lnSpc>
                    <a:spcPct val="200000"/>
                  </a:lnSpc>
                </a:pPr>
                <a:r>
                  <a:rPr lang="en-PH" sz="4500" b="1" dirty="0">
                    <a:solidFill>
                      <a:srgbClr val="1C2B2B"/>
                    </a:solidFill>
                    <a:latin typeface="Monterchi"/>
                    <a:ea typeface="Monterchi"/>
                    <a:cs typeface="Monterchi"/>
                    <a:sym typeface="Monterchi"/>
                  </a:rPr>
                  <a:t>Without solving the equations, characterize the nature of the roots.</a:t>
                </a: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𝟗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𝟏𝟖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PH" sz="40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</m:t>
                    </m:r>
                    <m:sSup>
                      <m:sSupPr>
                        <m:ctrlP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𝟖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𝟗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PH" sz="40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𝟐𝟒</m:t>
                    </m:r>
                    <m:sSup>
                      <m:sSupPr>
                        <m:ctrlP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𝟐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𝟏𝟓</m:t>
                    </m:r>
                  </m:oMath>
                </a14:m>
                <a:endParaRPr lang="en-PH" sz="40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𝟔</m:t>
                    </m:r>
                    <m:sSup>
                      <m:sSupPr>
                        <m:ctrlP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𝟑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𝟖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</m:oMath>
                </a14:m>
                <a:endParaRPr lang="en-PH" sz="40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  <a:p>
                <a:pPr marL="1346199" lvl="1" indent="-914400" algn="just">
                  <a:lnSpc>
                    <a:spcPct val="20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𝟓</m:t>
                    </m:r>
                    <m:sSup>
                      <m:sSupPr>
                        <m:ctrlP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</m:ctrlPr>
                      </m:sSupPr>
                      <m:e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𝒙</m:t>
                        </m:r>
                      </m:e>
                      <m:sup>
                        <m:r>
                          <a:rPr lang="en-PH" sz="4000" b="1" i="1" smtClean="0">
                            <a:solidFill>
                              <a:srgbClr val="1C2B2B"/>
                            </a:solidFill>
                            <a:latin typeface="Cambria Math" panose="02040503050406030204" pitchFamily="18" charset="0"/>
                            <a:ea typeface="Monterchi"/>
                            <a:cs typeface="Monterchi"/>
                            <a:sym typeface="Monterchi"/>
                          </a:rPr>
                          <m:t>𝟐</m:t>
                        </m:r>
                      </m:sup>
                    </m:sSup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−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𝟔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𝒙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+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𝟖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=</m:t>
                    </m:r>
                    <m:r>
                      <a:rPr lang="en-PH" sz="4000" b="1" i="1" smtClean="0">
                        <a:solidFill>
                          <a:srgbClr val="1C2B2B"/>
                        </a:solidFill>
                        <a:latin typeface="Cambria Math" panose="02040503050406030204" pitchFamily="18" charset="0"/>
                        <a:ea typeface="Monterchi"/>
                        <a:cs typeface="Monterchi"/>
                        <a:sym typeface="Monterchi"/>
                      </a:rPr>
                      <m:t>𝟎</m:t>
                    </m:r>
                  </m:oMath>
                </a14:m>
                <a:endParaRPr lang="en-PH" sz="4000" b="1" dirty="0">
                  <a:solidFill>
                    <a:srgbClr val="1C2B2B"/>
                  </a:solidFill>
                  <a:latin typeface="Monterchi"/>
                  <a:ea typeface="Monterchi"/>
                  <a:cs typeface="Monterchi"/>
                  <a:sym typeface="Monterchi"/>
                </a:endParaRPr>
              </a:p>
            </p:txBody>
          </p:sp>
        </mc:Choice>
        <mc:Fallback>
          <p:sp>
            <p:nvSpPr>
              <p:cNvPr id="12" name="TextBox 12">
                <a:extLst>
                  <a:ext uri="{FF2B5EF4-FFF2-40B4-BE49-F238E27FC236}">
                    <a16:creationId xmlns:a16="http://schemas.microsoft.com/office/drawing/2014/main" id="{3B57C04D-13CB-68AB-9FFA-116EA4758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3161" y="1974685"/>
                <a:ext cx="15433797" cy="7497950"/>
              </a:xfrm>
              <a:prstGeom prst="rect">
                <a:avLst/>
              </a:prstGeom>
              <a:blipFill>
                <a:blip r:embed="rId3"/>
                <a:stretch>
                  <a:fillRect r="-1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 14">
            <a:extLst>
              <a:ext uri="{FF2B5EF4-FFF2-40B4-BE49-F238E27FC236}">
                <a16:creationId xmlns:a16="http://schemas.microsoft.com/office/drawing/2014/main" id="{AAE6F63C-C4A5-BA24-45FD-240814B143D5}"/>
              </a:ext>
            </a:extLst>
          </p:cNvPr>
          <p:cNvSpPr/>
          <p:nvPr/>
        </p:nvSpPr>
        <p:spPr>
          <a:xfrm flipH="1">
            <a:off x="-169876" y="8312315"/>
            <a:ext cx="2074875" cy="2137393"/>
          </a:xfrm>
          <a:custGeom>
            <a:avLst/>
            <a:gdLst/>
            <a:ahLst/>
            <a:cxnLst/>
            <a:rect l="l" t="t" r="r" b="b"/>
            <a:pathLst>
              <a:path w="2081754" h="2055732">
                <a:moveTo>
                  <a:pt x="2081754" y="0"/>
                </a:moveTo>
                <a:lnTo>
                  <a:pt x="0" y="0"/>
                </a:lnTo>
                <a:lnTo>
                  <a:pt x="0" y="2055733"/>
                </a:lnTo>
                <a:lnTo>
                  <a:pt x="2081754" y="2055733"/>
                </a:lnTo>
                <a:lnTo>
                  <a:pt x="2081754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H" dirty="0"/>
          </a:p>
        </p:txBody>
      </p:sp>
      <p:sp>
        <p:nvSpPr>
          <p:cNvPr id="11" name="TextBox 19">
            <a:extLst>
              <a:ext uri="{FF2B5EF4-FFF2-40B4-BE49-F238E27FC236}">
                <a16:creationId xmlns:a16="http://schemas.microsoft.com/office/drawing/2014/main" id="{6A25089F-02D1-DBD0-7425-ADB278B373BD}"/>
              </a:ext>
            </a:extLst>
          </p:cNvPr>
          <p:cNvSpPr txBox="1"/>
          <p:nvPr/>
        </p:nvSpPr>
        <p:spPr>
          <a:xfrm>
            <a:off x="2649200" y="766376"/>
            <a:ext cx="1298959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>
                <a:solidFill>
                  <a:srgbClr val="E1E1E1"/>
                </a:solidFill>
                <a:latin typeface="Bugaki"/>
                <a:ea typeface="Bugaki"/>
                <a:cs typeface="Bugaki"/>
              </a:rPr>
              <a:t>Try This!</a:t>
            </a:r>
            <a:endParaRPr lang="en-US" sz="6000" dirty="0">
              <a:solidFill>
                <a:srgbClr val="E1E1E1"/>
              </a:solidFill>
              <a:latin typeface="Bugaki"/>
              <a:ea typeface="Bugaki"/>
              <a:cs typeface="Bugaki"/>
            </a:endParaRPr>
          </a:p>
        </p:txBody>
      </p:sp>
    </p:spTree>
    <p:extLst>
      <p:ext uri="{BB962C8B-B14F-4D97-AF65-F5344CB8AC3E}">
        <p14:creationId xmlns:p14="http://schemas.microsoft.com/office/powerpoint/2010/main" val="3098108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A7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208423" y="0"/>
            <a:ext cx="40704846" cy="10287000"/>
            <a:chOff x="0" y="0"/>
            <a:chExt cx="54273128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27045336" y="0"/>
              <a:ext cx="27227792" cy="13716000"/>
            </a:xfrm>
            <a:custGeom>
              <a:avLst/>
              <a:gdLst/>
              <a:ahLst/>
              <a:cxnLst/>
              <a:rect l="l" t="t" r="r" b="b"/>
              <a:pathLst>
                <a:path w="27227792" h="13716000">
                  <a:moveTo>
                    <a:pt x="0" y="0"/>
                  </a:moveTo>
                  <a:lnTo>
                    <a:pt x="27227792" y="0"/>
                  </a:lnTo>
                  <a:lnTo>
                    <a:pt x="2722779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alphaModFix amt="60000"/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70208" y="2079876"/>
            <a:ext cx="15747584" cy="7178424"/>
            <a:chOff x="0" y="0"/>
            <a:chExt cx="4147512" cy="189061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147512" cy="1890614"/>
            </a:xfrm>
            <a:custGeom>
              <a:avLst/>
              <a:gdLst/>
              <a:ahLst/>
              <a:cxnLst/>
              <a:rect l="l" t="t" r="r" b="b"/>
              <a:pathLst>
                <a:path w="4147512" h="1890614">
                  <a:moveTo>
                    <a:pt x="25073" y="0"/>
                  </a:moveTo>
                  <a:lnTo>
                    <a:pt x="4122439" y="0"/>
                  </a:lnTo>
                  <a:cubicBezTo>
                    <a:pt x="4136286" y="0"/>
                    <a:pt x="4147512" y="11226"/>
                    <a:pt x="4147512" y="25073"/>
                  </a:cubicBezTo>
                  <a:lnTo>
                    <a:pt x="4147512" y="1865541"/>
                  </a:lnTo>
                  <a:cubicBezTo>
                    <a:pt x="4147512" y="1879388"/>
                    <a:pt x="4136286" y="1890614"/>
                    <a:pt x="4122439" y="1890614"/>
                  </a:cubicBezTo>
                  <a:lnTo>
                    <a:pt x="25073" y="1890614"/>
                  </a:lnTo>
                  <a:cubicBezTo>
                    <a:pt x="11226" y="1890614"/>
                    <a:pt x="0" y="1879388"/>
                    <a:pt x="0" y="1865541"/>
                  </a:cubicBezTo>
                  <a:lnTo>
                    <a:pt x="0" y="25073"/>
                  </a:lnTo>
                  <a:cubicBezTo>
                    <a:pt x="0" y="11226"/>
                    <a:pt x="11226" y="0"/>
                    <a:pt x="25073" y="0"/>
                  </a:cubicBezTo>
                  <a:close/>
                </a:path>
              </a:pathLst>
            </a:custGeom>
            <a:solidFill>
              <a:srgbClr val="FFFFFF"/>
            </a:solidFill>
            <a:ln w="123825" cap="rnd">
              <a:solidFill>
                <a:srgbClr val="1C2B2B"/>
              </a:solidFill>
              <a:prstDash val="lgDash"/>
              <a:round/>
            </a:ln>
          </p:spPr>
          <p:txBody>
            <a:bodyPr/>
            <a:lstStyle/>
            <a:p>
              <a:endParaRPr lang="en-P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4147512" cy="19287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2029458">
            <a:off x="15231605" y="7265924"/>
            <a:ext cx="4055390" cy="3453841"/>
          </a:xfrm>
          <a:custGeom>
            <a:avLst/>
            <a:gdLst/>
            <a:ahLst/>
            <a:cxnLst/>
            <a:rect l="l" t="t" r="r" b="b"/>
            <a:pathLst>
              <a:path w="4055390" h="3453841">
                <a:moveTo>
                  <a:pt x="0" y="0"/>
                </a:moveTo>
                <a:lnTo>
                  <a:pt x="4055390" y="0"/>
                </a:lnTo>
                <a:lnTo>
                  <a:pt x="4055390" y="3453841"/>
                </a:lnTo>
                <a:lnTo>
                  <a:pt x="0" y="34538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9" name="Freeform 9"/>
          <p:cNvSpPr/>
          <p:nvPr/>
        </p:nvSpPr>
        <p:spPr>
          <a:xfrm rot="8795828">
            <a:off x="-1149908" y="-324704"/>
            <a:ext cx="4016275" cy="3365304"/>
          </a:xfrm>
          <a:custGeom>
            <a:avLst/>
            <a:gdLst/>
            <a:ahLst/>
            <a:cxnLst/>
            <a:rect l="l" t="t" r="r" b="b"/>
            <a:pathLst>
              <a:path w="4016275" h="3365304">
                <a:moveTo>
                  <a:pt x="0" y="0"/>
                </a:moveTo>
                <a:lnTo>
                  <a:pt x="4016274" y="0"/>
                </a:lnTo>
                <a:lnTo>
                  <a:pt x="4016274" y="3365303"/>
                </a:lnTo>
                <a:lnTo>
                  <a:pt x="0" y="3365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10" name="TextBox 10"/>
          <p:cNvSpPr txBox="1"/>
          <p:nvPr/>
        </p:nvSpPr>
        <p:spPr>
          <a:xfrm>
            <a:off x="1844772" y="2904637"/>
            <a:ext cx="14034634" cy="6001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31798" lvl="1" algn="just">
              <a:lnSpc>
                <a:spcPct val="150000"/>
              </a:lnSpc>
            </a:pPr>
            <a:r>
              <a:rPr lang="en-US" sz="6500" dirty="0">
                <a:solidFill>
                  <a:srgbClr val="1C2B2B"/>
                </a:solidFill>
                <a:latin typeface="Monterchi"/>
                <a:ea typeface="Monterchi"/>
                <a:cs typeface="Monterchi"/>
                <a:sym typeface="Monterchi"/>
              </a:rPr>
              <a:t>Just as we carefully examine the discriminant before making conclusions about the roots, why is it important to understand a person's situation before judging them?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4356023" y="1401982"/>
            <a:ext cx="11139413" cy="1355789"/>
            <a:chOff x="0" y="0"/>
            <a:chExt cx="2933837" cy="357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933837" cy="357080"/>
            </a:xfrm>
            <a:custGeom>
              <a:avLst/>
              <a:gdLst/>
              <a:ahLst/>
              <a:cxnLst/>
              <a:rect l="l" t="t" r="r" b="b"/>
              <a:pathLst>
                <a:path w="2933837" h="357080">
                  <a:moveTo>
                    <a:pt x="13900" y="0"/>
                  </a:moveTo>
                  <a:lnTo>
                    <a:pt x="2919937" y="0"/>
                  </a:lnTo>
                  <a:cubicBezTo>
                    <a:pt x="2927614" y="0"/>
                    <a:pt x="2933837" y="6223"/>
                    <a:pt x="2933837" y="13900"/>
                  </a:cubicBezTo>
                  <a:lnTo>
                    <a:pt x="2933837" y="343180"/>
                  </a:lnTo>
                  <a:cubicBezTo>
                    <a:pt x="2933837" y="346867"/>
                    <a:pt x="2932373" y="350402"/>
                    <a:pt x="2929766" y="353009"/>
                  </a:cubicBezTo>
                  <a:cubicBezTo>
                    <a:pt x="2927159" y="355616"/>
                    <a:pt x="2923624" y="357080"/>
                    <a:pt x="2919937" y="357080"/>
                  </a:cubicBezTo>
                  <a:lnTo>
                    <a:pt x="13900" y="357080"/>
                  </a:lnTo>
                  <a:cubicBezTo>
                    <a:pt x="10214" y="357080"/>
                    <a:pt x="6678" y="355616"/>
                    <a:pt x="4071" y="353009"/>
                  </a:cubicBezTo>
                  <a:cubicBezTo>
                    <a:pt x="1464" y="350402"/>
                    <a:pt x="0" y="346867"/>
                    <a:pt x="0" y="343180"/>
                  </a:cubicBezTo>
                  <a:lnTo>
                    <a:pt x="0" y="13900"/>
                  </a:lnTo>
                  <a:cubicBezTo>
                    <a:pt x="0" y="6223"/>
                    <a:pt x="6223" y="0"/>
                    <a:pt x="13900" y="0"/>
                  </a:cubicBezTo>
                  <a:close/>
                </a:path>
              </a:pathLst>
            </a:custGeom>
            <a:solidFill>
              <a:srgbClr val="223939"/>
            </a:solidFill>
          </p:spPr>
          <p:txBody>
            <a:bodyPr/>
            <a:lstStyle/>
            <a:p>
              <a:endParaRPr lang="en-P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2933837" cy="3951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727412" y="1822438"/>
            <a:ext cx="10396634" cy="990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10000" dirty="0">
                <a:solidFill>
                  <a:srgbClr val="E1E1E1"/>
                </a:solidFill>
                <a:latin typeface="Bugaki"/>
                <a:ea typeface="Bugaki"/>
                <a:cs typeface="Bugaki"/>
                <a:sym typeface="Bugaki"/>
              </a:rPr>
              <a:t>Compassion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24AE54D3B7ABF4E94265188B1A3732A" ma:contentTypeVersion="10" ma:contentTypeDescription="Create a new document." ma:contentTypeScope="" ma:versionID="d59c04619bafb1e42b43ede57214fcd9">
  <xsd:schema xmlns:xsd="http://www.w3.org/2001/XMLSchema" xmlns:xs="http://www.w3.org/2001/XMLSchema" xmlns:p="http://schemas.microsoft.com/office/2006/metadata/properties" xmlns:ns2="9af8d393-aa17-400d-a7a8-b22c6a5247f0" xmlns:ns3="f06051ca-0ac7-4425-87d7-57354384b50f" targetNamespace="http://schemas.microsoft.com/office/2006/metadata/properties" ma:root="true" ma:fieldsID="972f344bc57fd1c457fb3445845fee4d" ns2:_="" ns3:_="">
    <xsd:import namespace="9af8d393-aa17-400d-a7a8-b22c6a5247f0"/>
    <xsd:import namespace="f06051ca-0ac7-4425-87d7-57354384b50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f8d393-aa17-400d-a7a8-b22c6a524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9da769e0-a300-417a-b7fa-e0277e530a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6051ca-0ac7-4425-87d7-57354384b50f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d8e6903-f70f-4293-bd91-5adc119538b8}" ma:internalName="TaxCatchAll" ma:showField="CatchAllData" ma:web="f06051ca-0ac7-4425-87d7-57354384b50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06051ca-0ac7-4425-87d7-57354384b50f" xsi:nil="true"/>
    <lcf76f155ced4ddcb4097134ff3c332f xmlns="9af8d393-aa17-400d-a7a8-b22c6a5247f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14EE4385-C76A-44E9-9E09-ADF9E25E63C2}"/>
</file>

<file path=customXml/itemProps2.xml><?xml version="1.0" encoding="utf-8"?>
<ds:datastoreItem xmlns:ds="http://schemas.openxmlformats.org/officeDocument/2006/customXml" ds:itemID="{6838179A-062B-41B8-A626-3647518D83C3}"/>
</file>

<file path=customXml/itemProps3.xml><?xml version="1.0" encoding="utf-8"?>
<ds:datastoreItem xmlns:ds="http://schemas.openxmlformats.org/officeDocument/2006/customXml" ds:itemID="{48F73936-1AC7-42AD-86F6-780ECBFBF016}"/>
</file>

<file path=docProps/app.xml><?xml version="1.0" encoding="utf-8"?>
<Properties xmlns="http://schemas.openxmlformats.org/officeDocument/2006/extended-properties" xmlns:vt="http://schemas.openxmlformats.org/officeDocument/2006/docPropsVTypes">
  <TotalTime>6759</TotalTime>
  <Words>352</Words>
  <Application>Microsoft Office PowerPoint</Application>
  <PresentationFormat>Custom</PresentationFormat>
  <Paragraphs>47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Sets Theory Presentation</dc:title>
  <dc:creator>Joshua</dc:creator>
  <cp:lastModifiedBy>FAJARDO, JOSHUA S.</cp:lastModifiedBy>
  <cp:revision>14</cp:revision>
  <dcterms:created xsi:type="dcterms:W3CDTF">2006-08-16T00:00:00Z</dcterms:created>
  <dcterms:modified xsi:type="dcterms:W3CDTF">2026-07-20T23:07:32Z</dcterms:modified>
  <dc:identifier>DAHN2bCAxp0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0x010100224AE54D3B7ABF4E94265188B1A3732A</vt:lpwstr>
  </property>
</Properties>
</file>