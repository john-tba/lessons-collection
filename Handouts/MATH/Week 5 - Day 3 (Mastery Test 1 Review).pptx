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5" r:id="rId4"/>
    <p:sldId id="274" r:id="rId5"/>
    <p:sldId id="279" r:id="rId6"/>
    <p:sldId id="259" r:id="rId7"/>
    <p:sldId id="283" r:id="rId8"/>
    <p:sldId id="281" r:id="rId9"/>
    <p:sldId id="284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282" r:id="rId29"/>
    <p:sldId id="262" r:id="rId30"/>
    <p:sldId id="304" r:id="rId31"/>
  </p:sldIdLst>
  <p:sldSz cx="18288000" cy="10287000"/>
  <p:notesSz cx="6858000" cy="9144000"/>
  <p:embeddedFontLst>
    <p:embeddedFont>
      <p:font typeface="Borsok" panose="02000503000000020002" charset="0"/>
      <p:regular r:id="rId33"/>
    </p:embeddedFont>
    <p:embeddedFont>
      <p:font typeface="Bugaki" panose="020B0604020202020204" charset="0"/>
      <p:regular r:id="rId34"/>
    </p:embeddedFont>
    <p:embeddedFont>
      <p:font typeface="Cambria Math" panose="02040503050406030204" pitchFamily="18" charset="0"/>
      <p:regular r:id="rId35"/>
    </p:embeddedFont>
    <p:embeddedFont>
      <p:font typeface="Monterchi" panose="020B0604020202020204" charset="0"/>
      <p:regular r:id="rId36"/>
    </p:embeddedFont>
    <p:embeddedFont>
      <p:font typeface="Monterchi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F6BA05-F332-3364-66DE-84B6C21C57A4}" v="1" dt="2026-08-04T22:28:17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DO, JOSHUA S." userId="10ff038c-ae4c-47c6-aa47-eb9c2b1ee137" providerId="ADAL" clId="{A571E766-ECF9-4ACA-910F-E5F012930532}"/>
    <pc:docChg chg="undo custSel addSld delSld modSld sldOrd">
      <pc:chgData name="FAJARDO, JOSHUA S." userId="10ff038c-ae4c-47c6-aa47-eb9c2b1ee137" providerId="ADAL" clId="{A571E766-ECF9-4ACA-910F-E5F012930532}" dt="2026-07-30T03:48:30.498" v="1865" actId="47"/>
      <pc:docMkLst>
        <pc:docMk/>
      </pc:docMkLst>
      <pc:sldChg chg="modSp mod">
        <pc:chgData name="FAJARDO, JOSHUA S." userId="10ff038c-ae4c-47c6-aa47-eb9c2b1ee137" providerId="ADAL" clId="{A571E766-ECF9-4ACA-910F-E5F012930532}" dt="2026-07-29T13:52:30.508" v="16" actId="20577"/>
        <pc:sldMkLst>
          <pc:docMk/>
          <pc:sldMk cId="0" sldId="257"/>
        </pc:sldMkLst>
        <pc:spChg chg="mod">
          <ac:chgData name="FAJARDO, JOSHUA S." userId="10ff038c-ae4c-47c6-aa47-eb9c2b1ee137" providerId="ADAL" clId="{A571E766-ECF9-4ACA-910F-E5F012930532}" dt="2026-07-29T13:52:30.508" v="16" actId="20577"/>
          <ac:spMkLst>
            <pc:docMk/>
            <pc:sldMk cId="0" sldId="257"/>
            <ac:spMk id="13" creationId="{00000000-0000-0000-0000-000000000000}"/>
          </ac:spMkLst>
        </pc:spChg>
      </pc:sldChg>
      <pc:sldChg chg="addSp modSp mod modAnim">
        <pc:chgData name="FAJARDO, JOSHUA S." userId="10ff038c-ae4c-47c6-aa47-eb9c2b1ee137" providerId="ADAL" clId="{A571E766-ECF9-4ACA-910F-E5F012930532}" dt="2026-07-29T13:55:26.369" v="97"/>
        <pc:sldMkLst>
          <pc:docMk/>
          <pc:sldMk cId="0" sldId="259"/>
        </pc:sldMkLst>
        <pc:spChg chg="add mod">
          <ac:chgData name="FAJARDO, JOSHUA S." userId="10ff038c-ae4c-47c6-aa47-eb9c2b1ee137" providerId="ADAL" clId="{A571E766-ECF9-4ACA-910F-E5F012930532}" dt="2026-07-29T13:55:15.928" v="96" actId="207"/>
          <ac:spMkLst>
            <pc:docMk/>
            <pc:sldMk cId="0" sldId="259"/>
            <ac:spMk id="15" creationId="{2AA432E1-406A-C8B8-13C5-83C12BC0420F}"/>
          </ac:spMkLst>
        </pc:spChg>
        <pc:spChg chg="mod">
          <ac:chgData name="FAJARDO, JOSHUA S." userId="10ff038c-ae4c-47c6-aa47-eb9c2b1ee137" providerId="ADAL" clId="{A571E766-ECF9-4ACA-910F-E5F012930532}" dt="2026-07-29T13:54:51.060" v="89" actId="2710"/>
          <ac:spMkLst>
            <pc:docMk/>
            <pc:sldMk cId="0" sldId="259"/>
            <ac:spMk id="18" creationId="{00000000-0000-0000-0000-000000000000}"/>
          </ac:spMkLst>
        </pc:spChg>
      </pc:sldChg>
      <pc:sldChg chg="addSp delSp modSp mod">
        <pc:chgData name="FAJARDO, JOSHUA S." userId="10ff038c-ae4c-47c6-aa47-eb9c2b1ee137" providerId="ADAL" clId="{A571E766-ECF9-4ACA-910F-E5F012930532}" dt="2026-07-29T14:38:59.561" v="1594" actId="1076"/>
        <pc:sldMkLst>
          <pc:docMk/>
          <pc:sldMk cId="0" sldId="262"/>
        </pc:sldMkLst>
        <pc:spChg chg="mod">
          <ac:chgData name="FAJARDO, JOSHUA S." userId="10ff038c-ae4c-47c6-aa47-eb9c2b1ee137" providerId="ADAL" clId="{A571E766-ECF9-4ACA-910F-E5F012930532}" dt="2026-07-29T14:38:59.561" v="159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AJARDO, JOSHUA S." userId="10ff038c-ae4c-47c6-aa47-eb9c2b1ee137" providerId="ADAL" clId="{A571E766-ECF9-4ACA-910F-E5F012930532}" dt="2026-07-29T14:36:53.020" v="1521" actId="20577"/>
          <ac:spMkLst>
            <pc:docMk/>
            <pc:sldMk cId="0" sldId="262"/>
            <ac:spMk id="14" creationId="{00000000-0000-0000-0000-000000000000}"/>
          </ac:spMkLst>
        </pc:spChg>
        <pc:grpChg chg="add del">
          <ac:chgData name="FAJARDO, JOSHUA S." userId="10ff038c-ae4c-47c6-aa47-eb9c2b1ee137" providerId="ADAL" clId="{A571E766-ECF9-4ACA-910F-E5F012930532}" dt="2026-07-29T14:36:43.023" v="1500" actId="478"/>
          <ac:grpSpMkLst>
            <pc:docMk/>
            <pc:sldMk cId="0" sldId="262"/>
            <ac:grpSpMk id="2" creationId="{00000000-0000-0000-0000-000000000000}"/>
          </ac:grpSpMkLst>
        </pc:grpChg>
      </pc:sldChg>
      <pc:sldChg chg="add del">
        <pc:chgData name="FAJARDO, JOSHUA S." userId="10ff038c-ae4c-47c6-aa47-eb9c2b1ee137" providerId="ADAL" clId="{A571E766-ECF9-4ACA-910F-E5F012930532}" dt="2026-07-29T13:53:17.298" v="45" actId="47"/>
        <pc:sldMkLst>
          <pc:docMk/>
          <pc:sldMk cId="4165527585" sldId="275"/>
        </pc:sldMkLst>
      </pc:sldChg>
      <pc:sldChg chg="modSp mod">
        <pc:chgData name="FAJARDO, JOSHUA S." userId="10ff038c-ae4c-47c6-aa47-eb9c2b1ee137" providerId="ADAL" clId="{A571E766-ECF9-4ACA-910F-E5F012930532}" dt="2026-07-29T14:30:06.538" v="1194" actId="20577"/>
        <pc:sldMkLst>
          <pc:docMk/>
          <pc:sldMk cId="3839828529" sldId="281"/>
        </pc:sldMkLst>
        <pc:spChg chg="mod">
          <ac:chgData name="FAJARDO, JOSHUA S." userId="10ff038c-ae4c-47c6-aa47-eb9c2b1ee137" providerId="ADAL" clId="{A571E766-ECF9-4ACA-910F-E5F012930532}" dt="2026-07-29T13:56:17.144" v="134" actId="20577"/>
          <ac:spMkLst>
            <pc:docMk/>
            <pc:sldMk cId="3839828529" sldId="281"/>
            <ac:spMk id="6" creationId="{330D706B-CC05-7618-BD8A-161E96611906}"/>
          </ac:spMkLst>
        </pc:spChg>
        <pc:spChg chg="mod">
          <ac:chgData name="FAJARDO, JOSHUA S." userId="10ff038c-ae4c-47c6-aa47-eb9c2b1ee137" providerId="ADAL" clId="{A571E766-ECF9-4ACA-910F-E5F012930532}" dt="2026-07-29T13:56:17.144" v="134" actId="20577"/>
          <ac:spMkLst>
            <pc:docMk/>
            <pc:sldMk cId="3839828529" sldId="281"/>
            <ac:spMk id="7" creationId="{67091297-E924-B672-72EF-5B304AD9652C}"/>
          </ac:spMkLst>
        </pc:spChg>
        <pc:spChg chg="mod">
          <ac:chgData name="FAJARDO, JOSHUA S." userId="10ff038c-ae4c-47c6-aa47-eb9c2b1ee137" providerId="ADAL" clId="{A571E766-ECF9-4ACA-910F-E5F012930532}" dt="2026-07-29T13:56:17.144" v="134" actId="20577"/>
          <ac:spMkLst>
            <pc:docMk/>
            <pc:sldMk cId="3839828529" sldId="281"/>
            <ac:spMk id="9" creationId="{373C0480-906B-2F91-521F-13DCCF5E64BB}"/>
          </ac:spMkLst>
        </pc:spChg>
        <pc:spChg chg="mod">
          <ac:chgData name="FAJARDO, JOSHUA S." userId="10ff038c-ae4c-47c6-aa47-eb9c2b1ee137" providerId="ADAL" clId="{A571E766-ECF9-4ACA-910F-E5F012930532}" dt="2026-07-29T13:56:17.144" v="134" actId="20577"/>
          <ac:spMkLst>
            <pc:docMk/>
            <pc:sldMk cId="3839828529" sldId="281"/>
            <ac:spMk id="10" creationId="{E8BD5F17-4C99-11FC-FD70-6A3174052F1D}"/>
          </ac:spMkLst>
        </pc:spChg>
        <pc:spChg chg="mod">
          <ac:chgData name="FAJARDO, JOSHUA S." userId="10ff038c-ae4c-47c6-aa47-eb9c2b1ee137" providerId="ADAL" clId="{A571E766-ECF9-4ACA-910F-E5F012930532}" dt="2026-07-29T14:04:54.449" v="420" actId="1076"/>
          <ac:spMkLst>
            <pc:docMk/>
            <pc:sldMk cId="3839828529" sldId="281"/>
            <ac:spMk id="12" creationId="{498175F6-7D8A-8CEA-E301-AF906551403D}"/>
          </ac:spMkLst>
        </pc:spChg>
        <pc:spChg chg="mod">
          <ac:chgData name="FAJARDO, JOSHUA S." userId="10ff038c-ae4c-47c6-aa47-eb9c2b1ee137" providerId="ADAL" clId="{A571E766-ECF9-4ACA-910F-E5F012930532}" dt="2026-07-29T14:30:06.538" v="1194" actId="20577"/>
          <ac:spMkLst>
            <pc:docMk/>
            <pc:sldMk cId="3839828529" sldId="281"/>
            <ac:spMk id="19" creationId="{EF743E79-1584-8205-92BE-415B8DDE5808}"/>
          </ac:spMkLst>
        </pc:spChg>
        <pc:grpChg chg="mod">
          <ac:chgData name="FAJARDO, JOSHUA S." userId="10ff038c-ae4c-47c6-aa47-eb9c2b1ee137" providerId="ADAL" clId="{A571E766-ECF9-4ACA-910F-E5F012930532}" dt="2026-07-29T13:56:17.144" v="134" actId="20577"/>
          <ac:grpSpMkLst>
            <pc:docMk/>
            <pc:sldMk cId="3839828529" sldId="281"/>
            <ac:grpSpMk id="5" creationId="{5BE4C466-268C-0B4D-E706-6BE14BA94BF7}"/>
          </ac:grpSpMkLst>
        </pc:grpChg>
        <pc:grpChg chg="mod">
          <ac:chgData name="FAJARDO, JOSHUA S." userId="10ff038c-ae4c-47c6-aa47-eb9c2b1ee137" providerId="ADAL" clId="{A571E766-ECF9-4ACA-910F-E5F012930532}" dt="2026-07-29T13:56:17.144" v="134" actId="20577"/>
          <ac:grpSpMkLst>
            <pc:docMk/>
            <pc:sldMk cId="3839828529" sldId="281"/>
            <ac:grpSpMk id="8" creationId="{6C5C3C0A-093A-D71D-B225-C16CB9D77590}"/>
          </ac:grpSpMkLst>
        </pc:grpChg>
        <pc:grpChg chg="mod">
          <ac:chgData name="FAJARDO, JOSHUA S." userId="10ff038c-ae4c-47c6-aa47-eb9c2b1ee137" providerId="ADAL" clId="{A571E766-ECF9-4ACA-910F-E5F012930532}" dt="2026-07-29T13:56:17.144" v="134" actId="20577"/>
          <ac:grpSpMkLst>
            <pc:docMk/>
            <pc:sldMk cId="3839828529" sldId="281"/>
            <ac:grpSpMk id="22" creationId="{C9FC49F3-9227-F7A8-9F04-BC37D65CFD6D}"/>
          </ac:grpSpMkLst>
        </pc:grpChg>
      </pc:sldChg>
      <pc:sldChg chg="addSp delSp modSp mod">
        <pc:chgData name="FAJARDO, JOSHUA S." userId="10ff038c-ae4c-47c6-aa47-eb9c2b1ee137" providerId="ADAL" clId="{A571E766-ECF9-4ACA-910F-E5F012930532}" dt="2026-07-29T14:45:06.451" v="1862" actId="1076"/>
        <pc:sldMkLst>
          <pc:docMk/>
          <pc:sldMk cId="4273693152" sldId="282"/>
        </pc:sldMkLst>
        <pc:spChg chg="add mod">
          <ac:chgData name="FAJARDO, JOSHUA S." userId="10ff038c-ae4c-47c6-aa47-eb9c2b1ee137" providerId="ADAL" clId="{A571E766-ECF9-4ACA-910F-E5F012930532}" dt="2026-07-29T14:44:56.481" v="1861" actId="1076"/>
          <ac:spMkLst>
            <pc:docMk/>
            <pc:sldMk cId="4273693152" sldId="282"/>
            <ac:spMk id="9" creationId="{9F99CA64-1B72-DD6C-24E4-C20098ACF158}"/>
          </ac:spMkLst>
        </pc:spChg>
        <pc:spChg chg="mod">
          <ac:chgData name="FAJARDO, JOSHUA S." userId="10ff038c-ae4c-47c6-aa47-eb9c2b1ee137" providerId="ADAL" clId="{A571E766-ECF9-4ACA-910F-E5F012930532}" dt="2026-07-29T14:45:06.451" v="1862" actId="1076"/>
          <ac:spMkLst>
            <pc:docMk/>
            <pc:sldMk cId="4273693152" sldId="282"/>
            <ac:spMk id="11" creationId="{D3A05EB6-ADAF-340F-9E5E-1AE944828E4C}"/>
          </ac:spMkLst>
        </pc:spChg>
        <pc:spChg chg="add mod">
          <ac:chgData name="FAJARDO, JOSHUA S." userId="10ff038c-ae4c-47c6-aa47-eb9c2b1ee137" providerId="ADAL" clId="{A571E766-ECF9-4ACA-910F-E5F012930532}" dt="2026-07-29T14:44:45.567" v="1860" actId="1076"/>
          <ac:spMkLst>
            <pc:docMk/>
            <pc:sldMk cId="4273693152" sldId="282"/>
            <ac:spMk id="15" creationId="{B4FC70E5-D09D-305E-8689-6725D5A5E13A}"/>
          </ac:spMkLst>
        </pc:spChg>
      </pc:sldChg>
      <pc:sldChg chg="addSp delSp modSp add mod ord">
        <pc:chgData name="FAJARDO, JOSHUA S." userId="10ff038c-ae4c-47c6-aa47-eb9c2b1ee137" providerId="ADAL" clId="{A571E766-ECF9-4ACA-910F-E5F012930532}" dt="2026-07-29T14:03:42.684" v="309" actId="20577"/>
        <pc:sldMkLst>
          <pc:docMk/>
          <pc:sldMk cId="2925876730" sldId="283"/>
        </pc:sldMkLst>
        <pc:spChg chg="mod">
          <ac:chgData name="FAJARDO, JOSHUA S." userId="10ff038c-ae4c-47c6-aa47-eb9c2b1ee137" providerId="ADAL" clId="{A571E766-ECF9-4ACA-910F-E5F012930532}" dt="2026-07-29T13:56:05.684" v="120" actId="1076"/>
          <ac:spMkLst>
            <pc:docMk/>
            <pc:sldMk cId="2925876730" sldId="283"/>
            <ac:spMk id="12" creationId="{C040184A-4D10-3428-12CC-92001EBB4E3A}"/>
          </ac:spMkLst>
        </pc:spChg>
        <pc:spChg chg="add mod">
          <ac:chgData name="FAJARDO, JOSHUA S." userId="10ff038c-ae4c-47c6-aa47-eb9c2b1ee137" providerId="ADAL" clId="{A571E766-ECF9-4ACA-910F-E5F012930532}" dt="2026-07-29T14:03:42.684" v="309" actId="20577"/>
          <ac:spMkLst>
            <pc:docMk/>
            <pc:sldMk cId="2925876730" sldId="283"/>
            <ac:spMk id="13" creationId="{0310A66B-C64C-C284-D56D-2484859AD4AA}"/>
          </ac:spMkLst>
        </pc:spChg>
      </pc:sldChg>
      <pc:sldChg chg="addSp delSp modSp add mod">
        <pc:chgData name="FAJARDO, JOSHUA S." userId="10ff038c-ae4c-47c6-aa47-eb9c2b1ee137" providerId="ADAL" clId="{A571E766-ECF9-4ACA-910F-E5F012930532}" dt="2026-07-29T14:06:29.279" v="488" actId="1076"/>
        <pc:sldMkLst>
          <pc:docMk/>
          <pc:sldMk cId="1053579406" sldId="284"/>
        </pc:sldMkLst>
        <pc:spChg chg="mod">
          <ac:chgData name="FAJARDO, JOSHUA S." userId="10ff038c-ae4c-47c6-aa47-eb9c2b1ee137" providerId="ADAL" clId="{A571E766-ECF9-4ACA-910F-E5F012930532}" dt="2026-07-29T14:06:24.177" v="487" actId="255"/>
          <ac:spMkLst>
            <pc:docMk/>
            <pc:sldMk cId="1053579406" sldId="284"/>
            <ac:spMk id="6" creationId="{4DEB9DFD-4329-D9FB-5C64-6B2CD640A300}"/>
          </ac:spMkLst>
        </pc:spChg>
        <pc:spChg chg="mod">
          <ac:chgData name="FAJARDO, JOSHUA S." userId="10ff038c-ae4c-47c6-aa47-eb9c2b1ee137" providerId="ADAL" clId="{A571E766-ECF9-4ACA-910F-E5F012930532}" dt="2026-07-29T14:06:24.177" v="487" actId="255"/>
          <ac:spMkLst>
            <pc:docMk/>
            <pc:sldMk cId="1053579406" sldId="284"/>
            <ac:spMk id="7" creationId="{3F37CA3F-D394-A21C-ED86-7411DE50AB32}"/>
          </ac:spMkLst>
        </pc:spChg>
        <pc:spChg chg="mod">
          <ac:chgData name="FAJARDO, JOSHUA S." userId="10ff038c-ae4c-47c6-aa47-eb9c2b1ee137" providerId="ADAL" clId="{A571E766-ECF9-4ACA-910F-E5F012930532}" dt="2026-07-29T14:06:24.177" v="487" actId="255"/>
          <ac:spMkLst>
            <pc:docMk/>
            <pc:sldMk cId="1053579406" sldId="284"/>
            <ac:spMk id="9" creationId="{AB297349-10E6-75E7-1921-0289D029053C}"/>
          </ac:spMkLst>
        </pc:spChg>
        <pc:spChg chg="mod">
          <ac:chgData name="FAJARDO, JOSHUA S." userId="10ff038c-ae4c-47c6-aa47-eb9c2b1ee137" providerId="ADAL" clId="{A571E766-ECF9-4ACA-910F-E5F012930532}" dt="2026-07-29T14:06:24.177" v="487" actId="255"/>
          <ac:spMkLst>
            <pc:docMk/>
            <pc:sldMk cId="1053579406" sldId="284"/>
            <ac:spMk id="10" creationId="{57A60B52-6C37-27CA-B010-82366F9A7A58}"/>
          </ac:spMkLst>
        </pc:spChg>
        <pc:spChg chg="mod">
          <ac:chgData name="FAJARDO, JOSHUA S." userId="10ff038c-ae4c-47c6-aa47-eb9c2b1ee137" providerId="ADAL" clId="{A571E766-ECF9-4ACA-910F-E5F012930532}" dt="2026-07-29T14:06:29.279" v="488" actId="1076"/>
          <ac:spMkLst>
            <pc:docMk/>
            <pc:sldMk cId="1053579406" sldId="284"/>
            <ac:spMk id="12" creationId="{FE8B99E5-CAB2-6563-8255-B67F9EB6D637}"/>
          </ac:spMkLst>
        </pc:spChg>
        <pc:spChg chg="mod">
          <ac:chgData name="FAJARDO, JOSHUA S." userId="10ff038c-ae4c-47c6-aa47-eb9c2b1ee137" providerId="ADAL" clId="{A571E766-ECF9-4ACA-910F-E5F012930532}" dt="2026-07-29T14:06:24.177" v="487" actId="255"/>
          <ac:spMkLst>
            <pc:docMk/>
            <pc:sldMk cId="1053579406" sldId="284"/>
            <ac:spMk id="19" creationId="{544935E8-5234-6147-EF9F-75E6FE31CC59}"/>
          </ac:spMkLst>
        </pc:spChg>
        <pc:grpChg chg="mod">
          <ac:chgData name="FAJARDO, JOSHUA S." userId="10ff038c-ae4c-47c6-aa47-eb9c2b1ee137" providerId="ADAL" clId="{A571E766-ECF9-4ACA-910F-E5F012930532}" dt="2026-07-29T14:06:24.177" v="487" actId="255"/>
          <ac:grpSpMkLst>
            <pc:docMk/>
            <pc:sldMk cId="1053579406" sldId="284"/>
            <ac:grpSpMk id="5" creationId="{6656C8D8-67DF-17D4-47C3-E8C1B4095154}"/>
          </ac:grpSpMkLst>
        </pc:grpChg>
        <pc:grpChg chg="mod">
          <ac:chgData name="FAJARDO, JOSHUA S." userId="10ff038c-ae4c-47c6-aa47-eb9c2b1ee137" providerId="ADAL" clId="{A571E766-ECF9-4ACA-910F-E5F012930532}" dt="2026-07-29T14:06:24.177" v="487" actId="255"/>
          <ac:grpSpMkLst>
            <pc:docMk/>
            <pc:sldMk cId="1053579406" sldId="284"/>
            <ac:grpSpMk id="8" creationId="{19521192-2A7B-24BB-D431-589C534D5D23}"/>
          </ac:grpSpMkLst>
        </pc:grpChg>
        <pc:grpChg chg="mod">
          <ac:chgData name="FAJARDO, JOSHUA S." userId="10ff038c-ae4c-47c6-aa47-eb9c2b1ee137" providerId="ADAL" clId="{A571E766-ECF9-4ACA-910F-E5F012930532}" dt="2026-07-29T14:06:24.177" v="487" actId="255"/>
          <ac:grpSpMkLst>
            <pc:docMk/>
            <pc:sldMk cId="1053579406" sldId="284"/>
            <ac:grpSpMk id="22" creationId="{86CF2888-DE07-85EE-5F46-55EB79FDFE44}"/>
          </ac:grpSpMkLst>
        </pc:grpChg>
      </pc:sldChg>
      <pc:sldChg chg="addSp modSp add mod modAnim">
        <pc:chgData name="FAJARDO, JOSHUA S." userId="10ff038c-ae4c-47c6-aa47-eb9c2b1ee137" providerId="ADAL" clId="{A571E766-ECF9-4ACA-910F-E5F012930532}" dt="2026-07-29T14:40:07.324" v="1610"/>
        <pc:sldMkLst>
          <pc:docMk/>
          <pc:sldMk cId="489228037" sldId="286"/>
        </pc:sldMkLst>
        <pc:spChg chg="mod">
          <ac:chgData name="FAJARDO, JOSHUA S." userId="10ff038c-ae4c-47c6-aa47-eb9c2b1ee137" providerId="ADAL" clId="{A571E766-ECF9-4ACA-910F-E5F012930532}" dt="2026-07-29T14:07:17.210" v="519" actId="1076"/>
          <ac:spMkLst>
            <pc:docMk/>
            <pc:sldMk cId="489228037" sldId="286"/>
            <ac:spMk id="12" creationId="{2F88B5EE-54C0-A380-F404-C0A03D62E447}"/>
          </ac:spMkLst>
        </pc:spChg>
        <pc:spChg chg="add mod">
          <ac:chgData name="FAJARDO, JOSHUA S." userId="10ff038c-ae4c-47c6-aa47-eb9c2b1ee137" providerId="ADAL" clId="{A571E766-ECF9-4ACA-910F-E5F012930532}" dt="2026-07-29T14:07:20.450" v="520" actId="1076"/>
          <ac:spMkLst>
            <pc:docMk/>
            <pc:sldMk cId="489228037" sldId="286"/>
            <ac:spMk id="13" creationId="{4470C41A-A944-BD00-E5A1-C7CBD57297AA}"/>
          </ac:spMkLst>
        </pc:spChg>
        <pc:spChg chg="add mod">
          <ac:chgData name="FAJARDO, JOSHUA S." userId="10ff038c-ae4c-47c6-aa47-eb9c2b1ee137" providerId="ADAL" clId="{A571E766-ECF9-4ACA-910F-E5F012930532}" dt="2026-07-29T14:07:25.747" v="521" actId="1076"/>
          <ac:spMkLst>
            <pc:docMk/>
            <pc:sldMk cId="489228037" sldId="286"/>
            <ac:spMk id="15" creationId="{D6B2D0E9-1A75-EEA4-C1B9-DDC83DDEBE25}"/>
          </ac:spMkLst>
        </pc:spChg>
      </pc:sldChg>
      <pc:sldChg chg="addSp delSp modSp add mod modAnim">
        <pc:chgData name="FAJARDO, JOSHUA S." userId="10ff038c-ae4c-47c6-aa47-eb9c2b1ee137" providerId="ADAL" clId="{A571E766-ECF9-4ACA-910F-E5F012930532}" dt="2026-07-29T14:40:14.536" v="1611"/>
        <pc:sldMkLst>
          <pc:docMk/>
          <pc:sldMk cId="3627407472" sldId="287"/>
        </pc:sldMkLst>
        <pc:spChg chg="add mod">
          <ac:chgData name="FAJARDO, JOSHUA S." userId="10ff038c-ae4c-47c6-aa47-eb9c2b1ee137" providerId="ADAL" clId="{A571E766-ECF9-4ACA-910F-E5F012930532}" dt="2026-07-29T14:08:18.514" v="566" actId="1076"/>
          <ac:spMkLst>
            <pc:docMk/>
            <pc:sldMk cId="3627407472" sldId="287"/>
            <ac:spMk id="14" creationId="{D39348F8-1B7C-496C-1DD1-FB43E3004D4B}"/>
          </ac:spMkLst>
        </pc:spChg>
        <pc:spChg chg="mod">
          <ac:chgData name="FAJARDO, JOSHUA S." userId="10ff038c-ae4c-47c6-aa47-eb9c2b1ee137" providerId="ADAL" clId="{A571E766-ECF9-4ACA-910F-E5F012930532}" dt="2026-07-29T14:07:45.329" v="524" actId="1076"/>
          <ac:spMkLst>
            <pc:docMk/>
            <pc:sldMk cId="3627407472" sldId="287"/>
            <ac:spMk id="15" creationId="{FDCBBE68-8799-624A-BB56-9C01849F617B}"/>
          </ac:spMkLst>
        </pc:spChg>
      </pc:sldChg>
      <pc:sldChg chg="addSp modSp add mod modAnim">
        <pc:chgData name="FAJARDO, JOSHUA S." userId="10ff038c-ae4c-47c6-aa47-eb9c2b1ee137" providerId="ADAL" clId="{A571E766-ECF9-4ACA-910F-E5F012930532}" dt="2026-07-29T14:40:40.815" v="1616"/>
        <pc:sldMkLst>
          <pc:docMk/>
          <pc:sldMk cId="4226782750" sldId="288"/>
        </pc:sldMkLst>
        <pc:spChg chg="add mod">
          <ac:chgData name="FAJARDO, JOSHUA S." userId="10ff038c-ae4c-47c6-aa47-eb9c2b1ee137" providerId="ADAL" clId="{A571E766-ECF9-4ACA-910F-E5F012930532}" dt="2026-07-29T14:09:43.066" v="585" actId="207"/>
          <ac:spMkLst>
            <pc:docMk/>
            <pc:sldMk cId="4226782750" sldId="288"/>
            <ac:spMk id="13" creationId="{61C24AB9-7D8E-5255-76D1-F19A057E0DC1}"/>
          </ac:spMkLst>
        </pc:spChg>
        <pc:spChg chg="mod">
          <ac:chgData name="FAJARDO, JOSHUA S." userId="10ff038c-ae4c-47c6-aa47-eb9c2b1ee137" providerId="ADAL" clId="{A571E766-ECF9-4ACA-910F-E5F012930532}" dt="2026-07-29T14:08:26.529" v="568" actId="1076"/>
          <ac:spMkLst>
            <pc:docMk/>
            <pc:sldMk cId="4226782750" sldId="288"/>
            <ac:spMk id="14" creationId="{DA6D8642-AB58-AAAB-9BB9-D5865180F0DB}"/>
          </ac:spMkLst>
        </pc:spChg>
        <pc:spChg chg="add mod">
          <ac:chgData name="FAJARDO, JOSHUA S." userId="10ff038c-ae4c-47c6-aa47-eb9c2b1ee137" providerId="ADAL" clId="{A571E766-ECF9-4ACA-910F-E5F012930532}" dt="2026-07-29T14:09:27.294" v="584" actId="207"/>
          <ac:spMkLst>
            <pc:docMk/>
            <pc:sldMk cId="4226782750" sldId="288"/>
            <ac:spMk id="16" creationId="{4341AEFC-D122-A066-2003-8C28A8771A37}"/>
          </ac:spMkLst>
        </pc:spChg>
      </pc:sldChg>
      <pc:sldChg chg="modSp add mod ord">
        <pc:chgData name="FAJARDO, JOSHUA S." userId="10ff038c-ae4c-47c6-aa47-eb9c2b1ee137" providerId="ADAL" clId="{A571E766-ECF9-4ACA-910F-E5F012930532}" dt="2026-07-29T14:10:30.661" v="608" actId="1076"/>
        <pc:sldMkLst>
          <pc:docMk/>
          <pc:sldMk cId="756205937" sldId="289"/>
        </pc:sldMkLst>
        <pc:spChg chg="mod">
          <ac:chgData name="FAJARDO, JOSHUA S." userId="10ff038c-ae4c-47c6-aa47-eb9c2b1ee137" providerId="ADAL" clId="{A571E766-ECF9-4ACA-910F-E5F012930532}" dt="2026-07-29T14:10:16.901" v="605" actId="20577"/>
          <ac:spMkLst>
            <pc:docMk/>
            <pc:sldMk cId="756205937" sldId="289"/>
            <ac:spMk id="6" creationId="{35E7B896-5E20-72B6-BB7B-DE09EB9CA5BF}"/>
          </ac:spMkLst>
        </pc:spChg>
        <pc:spChg chg="mod">
          <ac:chgData name="FAJARDO, JOSHUA S." userId="10ff038c-ae4c-47c6-aa47-eb9c2b1ee137" providerId="ADAL" clId="{A571E766-ECF9-4ACA-910F-E5F012930532}" dt="2026-07-29T14:10:16.901" v="605" actId="20577"/>
          <ac:spMkLst>
            <pc:docMk/>
            <pc:sldMk cId="756205937" sldId="289"/>
            <ac:spMk id="7" creationId="{69839E1F-4346-2C1E-6853-92A8E602685D}"/>
          </ac:spMkLst>
        </pc:spChg>
        <pc:spChg chg="mod">
          <ac:chgData name="FAJARDO, JOSHUA S." userId="10ff038c-ae4c-47c6-aa47-eb9c2b1ee137" providerId="ADAL" clId="{A571E766-ECF9-4ACA-910F-E5F012930532}" dt="2026-07-29T14:10:16.901" v="605" actId="20577"/>
          <ac:spMkLst>
            <pc:docMk/>
            <pc:sldMk cId="756205937" sldId="289"/>
            <ac:spMk id="9" creationId="{C3A00FBF-4D2C-5EDB-6529-36A7DB0920E7}"/>
          </ac:spMkLst>
        </pc:spChg>
        <pc:spChg chg="mod">
          <ac:chgData name="FAJARDO, JOSHUA S." userId="10ff038c-ae4c-47c6-aa47-eb9c2b1ee137" providerId="ADAL" clId="{A571E766-ECF9-4ACA-910F-E5F012930532}" dt="2026-07-29T14:10:16.901" v="605" actId="20577"/>
          <ac:spMkLst>
            <pc:docMk/>
            <pc:sldMk cId="756205937" sldId="289"/>
            <ac:spMk id="10" creationId="{4E45B8DA-8E97-71BB-96E7-F45C0EA49A70}"/>
          </ac:spMkLst>
        </pc:spChg>
        <pc:spChg chg="mod">
          <ac:chgData name="FAJARDO, JOSHUA S." userId="10ff038c-ae4c-47c6-aa47-eb9c2b1ee137" providerId="ADAL" clId="{A571E766-ECF9-4ACA-910F-E5F012930532}" dt="2026-07-29T14:10:30.661" v="608" actId="1076"/>
          <ac:spMkLst>
            <pc:docMk/>
            <pc:sldMk cId="756205937" sldId="289"/>
            <ac:spMk id="12" creationId="{5F355292-A42B-F4D4-D73D-3C0216AA849B}"/>
          </ac:spMkLst>
        </pc:spChg>
        <pc:spChg chg="mod">
          <ac:chgData name="FAJARDO, JOSHUA S." userId="10ff038c-ae4c-47c6-aa47-eb9c2b1ee137" providerId="ADAL" clId="{A571E766-ECF9-4ACA-910F-E5F012930532}" dt="2026-07-29T14:10:16.901" v="605" actId="20577"/>
          <ac:spMkLst>
            <pc:docMk/>
            <pc:sldMk cId="756205937" sldId="289"/>
            <ac:spMk id="19" creationId="{1C1857C9-130F-79CE-7B7D-EBF63F09CEA8}"/>
          </ac:spMkLst>
        </pc:spChg>
        <pc:grpChg chg="mod">
          <ac:chgData name="FAJARDO, JOSHUA S." userId="10ff038c-ae4c-47c6-aa47-eb9c2b1ee137" providerId="ADAL" clId="{A571E766-ECF9-4ACA-910F-E5F012930532}" dt="2026-07-29T14:10:16.901" v="605" actId="20577"/>
          <ac:grpSpMkLst>
            <pc:docMk/>
            <pc:sldMk cId="756205937" sldId="289"/>
            <ac:grpSpMk id="5" creationId="{66438F3E-1FF8-5BA5-C08B-EC05591B3C8F}"/>
          </ac:grpSpMkLst>
        </pc:grpChg>
        <pc:grpChg chg="mod">
          <ac:chgData name="FAJARDO, JOSHUA S." userId="10ff038c-ae4c-47c6-aa47-eb9c2b1ee137" providerId="ADAL" clId="{A571E766-ECF9-4ACA-910F-E5F012930532}" dt="2026-07-29T14:10:16.901" v="605" actId="20577"/>
          <ac:grpSpMkLst>
            <pc:docMk/>
            <pc:sldMk cId="756205937" sldId="289"/>
            <ac:grpSpMk id="8" creationId="{C8D0623F-4305-A1AF-DB9D-D7C2410651E7}"/>
          </ac:grpSpMkLst>
        </pc:grpChg>
        <pc:grpChg chg="mod">
          <ac:chgData name="FAJARDO, JOSHUA S." userId="10ff038c-ae4c-47c6-aa47-eb9c2b1ee137" providerId="ADAL" clId="{A571E766-ECF9-4ACA-910F-E5F012930532}" dt="2026-07-29T14:10:16.901" v="605" actId="20577"/>
          <ac:grpSpMkLst>
            <pc:docMk/>
            <pc:sldMk cId="756205937" sldId="289"/>
            <ac:grpSpMk id="22" creationId="{3AF95B8C-0B39-9477-7A62-D2A5298BC72F}"/>
          </ac:grpSpMkLst>
        </pc:grpChg>
      </pc:sldChg>
      <pc:sldChg chg="addSp modSp add mod ord modAnim">
        <pc:chgData name="FAJARDO, JOSHUA S." userId="10ff038c-ae4c-47c6-aa47-eb9c2b1ee137" providerId="ADAL" clId="{A571E766-ECF9-4ACA-910F-E5F012930532}" dt="2026-07-29T14:14:46.063" v="736"/>
        <pc:sldMkLst>
          <pc:docMk/>
          <pc:sldMk cId="3563975558" sldId="290"/>
        </pc:sldMkLst>
        <pc:spChg chg="mod">
          <ac:chgData name="FAJARDO, JOSHUA S." userId="10ff038c-ae4c-47c6-aa47-eb9c2b1ee137" providerId="ADAL" clId="{A571E766-ECF9-4ACA-910F-E5F012930532}" dt="2026-07-29T14:11:35.217" v="634" actId="20577"/>
          <ac:spMkLst>
            <pc:docMk/>
            <pc:sldMk cId="3563975558" sldId="290"/>
            <ac:spMk id="6" creationId="{A3714A52-8AD7-4098-C16B-D755F525847F}"/>
          </ac:spMkLst>
        </pc:spChg>
        <pc:spChg chg="mod">
          <ac:chgData name="FAJARDO, JOSHUA S." userId="10ff038c-ae4c-47c6-aa47-eb9c2b1ee137" providerId="ADAL" clId="{A571E766-ECF9-4ACA-910F-E5F012930532}" dt="2026-07-29T14:11:35.217" v="634" actId="20577"/>
          <ac:spMkLst>
            <pc:docMk/>
            <pc:sldMk cId="3563975558" sldId="290"/>
            <ac:spMk id="7" creationId="{4B3F173B-025E-2C16-B954-3DBDCA5A8415}"/>
          </ac:spMkLst>
        </pc:spChg>
        <pc:spChg chg="mod">
          <ac:chgData name="FAJARDO, JOSHUA S." userId="10ff038c-ae4c-47c6-aa47-eb9c2b1ee137" providerId="ADAL" clId="{A571E766-ECF9-4ACA-910F-E5F012930532}" dt="2026-07-29T14:11:35.217" v="634" actId="20577"/>
          <ac:spMkLst>
            <pc:docMk/>
            <pc:sldMk cId="3563975558" sldId="290"/>
            <ac:spMk id="9" creationId="{8A0D08BB-FEB7-F7C4-4451-1F508E085177}"/>
          </ac:spMkLst>
        </pc:spChg>
        <pc:spChg chg="mod">
          <ac:chgData name="FAJARDO, JOSHUA S." userId="10ff038c-ae4c-47c6-aa47-eb9c2b1ee137" providerId="ADAL" clId="{A571E766-ECF9-4ACA-910F-E5F012930532}" dt="2026-07-29T14:11:35.217" v="634" actId="20577"/>
          <ac:spMkLst>
            <pc:docMk/>
            <pc:sldMk cId="3563975558" sldId="290"/>
            <ac:spMk id="10" creationId="{1BD6D538-59A5-F60C-8816-39F4089389D5}"/>
          </ac:spMkLst>
        </pc:spChg>
        <pc:spChg chg="mod">
          <ac:chgData name="FAJARDO, JOSHUA S." userId="10ff038c-ae4c-47c6-aa47-eb9c2b1ee137" providerId="ADAL" clId="{A571E766-ECF9-4ACA-910F-E5F012930532}" dt="2026-07-29T14:13:49.960" v="716" actId="20577"/>
          <ac:spMkLst>
            <pc:docMk/>
            <pc:sldMk cId="3563975558" sldId="290"/>
            <ac:spMk id="12" creationId="{DB6974D0-EEFC-4C89-9BCF-0C3D932BD0C9}"/>
          </ac:spMkLst>
        </pc:spChg>
        <pc:spChg chg="add mod">
          <ac:chgData name="FAJARDO, JOSHUA S." userId="10ff038c-ae4c-47c6-aa47-eb9c2b1ee137" providerId="ADAL" clId="{A571E766-ECF9-4ACA-910F-E5F012930532}" dt="2026-07-29T14:13:57.785" v="722" actId="20577"/>
          <ac:spMkLst>
            <pc:docMk/>
            <pc:sldMk cId="3563975558" sldId="290"/>
            <ac:spMk id="13" creationId="{CB557F8F-9AF3-FC48-4040-D3A0645A18D5}"/>
          </ac:spMkLst>
        </pc:spChg>
        <pc:spChg chg="mod">
          <ac:chgData name="FAJARDO, JOSHUA S." userId="10ff038c-ae4c-47c6-aa47-eb9c2b1ee137" providerId="ADAL" clId="{A571E766-ECF9-4ACA-910F-E5F012930532}" dt="2026-07-29T14:11:35.217" v="634" actId="20577"/>
          <ac:spMkLst>
            <pc:docMk/>
            <pc:sldMk cId="3563975558" sldId="290"/>
            <ac:spMk id="19" creationId="{6800CE28-0F4D-9CC5-4BE1-9B2B65C5DFB5}"/>
          </ac:spMkLst>
        </pc:spChg>
        <pc:grpChg chg="mod">
          <ac:chgData name="FAJARDO, JOSHUA S." userId="10ff038c-ae4c-47c6-aa47-eb9c2b1ee137" providerId="ADAL" clId="{A571E766-ECF9-4ACA-910F-E5F012930532}" dt="2026-07-29T14:11:35.217" v="634" actId="20577"/>
          <ac:grpSpMkLst>
            <pc:docMk/>
            <pc:sldMk cId="3563975558" sldId="290"/>
            <ac:grpSpMk id="5" creationId="{C83EC358-6950-2B87-C7CB-95916D295D79}"/>
          </ac:grpSpMkLst>
        </pc:grpChg>
        <pc:grpChg chg="mod">
          <ac:chgData name="FAJARDO, JOSHUA S." userId="10ff038c-ae4c-47c6-aa47-eb9c2b1ee137" providerId="ADAL" clId="{A571E766-ECF9-4ACA-910F-E5F012930532}" dt="2026-07-29T14:11:35.217" v="634" actId="20577"/>
          <ac:grpSpMkLst>
            <pc:docMk/>
            <pc:sldMk cId="3563975558" sldId="290"/>
            <ac:grpSpMk id="8" creationId="{57448D58-66E2-A4FB-B725-B23FB06AF518}"/>
          </ac:grpSpMkLst>
        </pc:grpChg>
        <pc:grpChg chg="mod">
          <ac:chgData name="FAJARDO, JOSHUA S." userId="10ff038c-ae4c-47c6-aa47-eb9c2b1ee137" providerId="ADAL" clId="{A571E766-ECF9-4ACA-910F-E5F012930532}" dt="2026-07-29T14:11:35.217" v="634" actId="20577"/>
          <ac:grpSpMkLst>
            <pc:docMk/>
            <pc:sldMk cId="3563975558" sldId="290"/>
            <ac:grpSpMk id="22" creationId="{B8C7E9D4-32B5-92EF-E7BD-EE742BE61B01}"/>
          </ac:grpSpMkLst>
        </pc:grpChg>
      </pc:sldChg>
      <pc:sldChg chg="modSp add mod modAnim">
        <pc:chgData name="FAJARDO, JOSHUA S." userId="10ff038c-ae4c-47c6-aa47-eb9c2b1ee137" providerId="ADAL" clId="{A571E766-ECF9-4ACA-910F-E5F012930532}" dt="2026-07-29T14:14:53.718" v="737"/>
        <pc:sldMkLst>
          <pc:docMk/>
          <pc:sldMk cId="294459116" sldId="291"/>
        </pc:sldMkLst>
        <pc:spChg chg="mod">
          <ac:chgData name="FAJARDO, JOSHUA S." userId="10ff038c-ae4c-47c6-aa47-eb9c2b1ee137" providerId="ADAL" clId="{A571E766-ECF9-4ACA-910F-E5F012930532}" dt="2026-07-29T14:14:03.706" v="724" actId="20577"/>
          <ac:spMkLst>
            <pc:docMk/>
            <pc:sldMk cId="294459116" sldId="291"/>
            <ac:spMk id="6" creationId="{1C35D2A2-CB4C-FAFB-F535-473D9778ECB6}"/>
          </ac:spMkLst>
        </pc:spChg>
        <pc:spChg chg="mod">
          <ac:chgData name="FAJARDO, JOSHUA S." userId="10ff038c-ae4c-47c6-aa47-eb9c2b1ee137" providerId="ADAL" clId="{A571E766-ECF9-4ACA-910F-E5F012930532}" dt="2026-07-29T14:14:03.706" v="724" actId="20577"/>
          <ac:spMkLst>
            <pc:docMk/>
            <pc:sldMk cId="294459116" sldId="291"/>
            <ac:spMk id="7" creationId="{B54039E7-6873-7553-10CC-800E1AC32212}"/>
          </ac:spMkLst>
        </pc:spChg>
        <pc:spChg chg="mod">
          <ac:chgData name="FAJARDO, JOSHUA S." userId="10ff038c-ae4c-47c6-aa47-eb9c2b1ee137" providerId="ADAL" clId="{A571E766-ECF9-4ACA-910F-E5F012930532}" dt="2026-07-29T14:14:03.706" v="724" actId="20577"/>
          <ac:spMkLst>
            <pc:docMk/>
            <pc:sldMk cId="294459116" sldId="291"/>
            <ac:spMk id="9" creationId="{B3EE75A7-DF51-CB73-AD90-3C5CD3428DD2}"/>
          </ac:spMkLst>
        </pc:spChg>
        <pc:spChg chg="mod">
          <ac:chgData name="FAJARDO, JOSHUA S." userId="10ff038c-ae4c-47c6-aa47-eb9c2b1ee137" providerId="ADAL" clId="{A571E766-ECF9-4ACA-910F-E5F012930532}" dt="2026-07-29T14:14:03.706" v="724" actId="20577"/>
          <ac:spMkLst>
            <pc:docMk/>
            <pc:sldMk cId="294459116" sldId="291"/>
            <ac:spMk id="10" creationId="{18287540-5566-3E1B-34FC-EE7437CB172D}"/>
          </ac:spMkLst>
        </pc:spChg>
        <pc:spChg chg="mod">
          <ac:chgData name="FAJARDO, JOSHUA S." userId="10ff038c-ae4c-47c6-aa47-eb9c2b1ee137" providerId="ADAL" clId="{A571E766-ECF9-4ACA-910F-E5F012930532}" dt="2026-07-29T14:14:28.031" v="732" actId="20577"/>
          <ac:spMkLst>
            <pc:docMk/>
            <pc:sldMk cId="294459116" sldId="291"/>
            <ac:spMk id="12" creationId="{20309B9C-F8AF-B17C-7E82-489C1BE0772A}"/>
          </ac:spMkLst>
        </pc:spChg>
        <pc:spChg chg="mod">
          <ac:chgData name="FAJARDO, JOSHUA S." userId="10ff038c-ae4c-47c6-aa47-eb9c2b1ee137" providerId="ADAL" clId="{A571E766-ECF9-4ACA-910F-E5F012930532}" dt="2026-07-29T14:14:32.247" v="735" actId="20577"/>
          <ac:spMkLst>
            <pc:docMk/>
            <pc:sldMk cId="294459116" sldId="291"/>
            <ac:spMk id="13" creationId="{C351AB52-802E-63E2-3F9D-AA3A509770B7}"/>
          </ac:spMkLst>
        </pc:spChg>
        <pc:spChg chg="mod">
          <ac:chgData name="FAJARDO, JOSHUA S." userId="10ff038c-ae4c-47c6-aa47-eb9c2b1ee137" providerId="ADAL" clId="{A571E766-ECF9-4ACA-910F-E5F012930532}" dt="2026-07-29T14:14:03.706" v="724" actId="20577"/>
          <ac:spMkLst>
            <pc:docMk/>
            <pc:sldMk cId="294459116" sldId="291"/>
            <ac:spMk id="19" creationId="{19D04BAB-10D8-190E-B86F-D0BCEF20AE33}"/>
          </ac:spMkLst>
        </pc:spChg>
        <pc:grpChg chg="mod">
          <ac:chgData name="FAJARDO, JOSHUA S." userId="10ff038c-ae4c-47c6-aa47-eb9c2b1ee137" providerId="ADAL" clId="{A571E766-ECF9-4ACA-910F-E5F012930532}" dt="2026-07-29T14:14:03.706" v="724" actId="20577"/>
          <ac:grpSpMkLst>
            <pc:docMk/>
            <pc:sldMk cId="294459116" sldId="291"/>
            <ac:grpSpMk id="5" creationId="{2E4DBE16-816A-7E55-FE81-A2CBAA60EBB6}"/>
          </ac:grpSpMkLst>
        </pc:grpChg>
        <pc:grpChg chg="mod">
          <ac:chgData name="FAJARDO, JOSHUA S." userId="10ff038c-ae4c-47c6-aa47-eb9c2b1ee137" providerId="ADAL" clId="{A571E766-ECF9-4ACA-910F-E5F012930532}" dt="2026-07-29T14:14:03.706" v="724" actId="20577"/>
          <ac:grpSpMkLst>
            <pc:docMk/>
            <pc:sldMk cId="294459116" sldId="291"/>
            <ac:grpSpMk id="8" creationId="{53C11B41-F885-7817-01FB-D42E9A49E411}"/>
          </ac:grpSpMkLst>
        </pc:grpChg>
        <pc:grpChg chg="mod">
          <ac:chgData name="FAJARDO, JOSHUA S." userId="10ff038c-ae4c-47c6-aa47-eb9c2b1ee137" providerId="ADAL" clId="{A571E766-ECF9-4ACA-910F-E5F012930532}" dt="2026-07-29T14:14:03.706" v="724" actId="20577"/>
          <ac:grpSpMkLst>
            <pc:docMk/>
            <pc:sldMk cId="294459116" sldId="291"/>
            <ac:grpSpMk id="22" creationId="{9CB53F54-E77A-3FB9-6AFC-0ED4D68FD83C}"/>
          </ac:grpSpMkLst>
        </pc:grpChg>
      </pc:sldChg>
      <pc:sldChg chg="modSp add mod ord">
        <pc:chgData name="FAJARDO, JOSHUA S." userId="10ff038c-ae4c-47c6-aa47-eb9c2b1ee137" providerId="ADAL" clId="{A571E766-ECF9-4ACA-910F-E5F012930532}" dt="2026-07-29T14:16:40.367" v="825" actId="1076"/>
        <pc:sldMkLst>
          <pc:docMk/>
          <pc:sldMk cId="1919068983" sldId="292"/>
        </pc:sldMkLst>
        <pc:spChg chg="mod">
          <ac:chgData name="FAJARDO, JOSHUA S." userId="10ff038c-ae4c-47c6-aa47-eb9c2b1ee137" providerId="ADAL" clId="{A571E766-ECF9-4ACA-910F-E5F012930532}" dt="2026-07-29T14:15:18.058" v="749" actId="20577"/>
          <ac:spMkLst>
            <pc:docMk/>
            <pc:sldMk cId="1919068983" sldId="292"/>
            <ac:spMk id="6" creationId="{071BD9C1-4078-DC8A-B88D-1520FB55B790}"/>
          </ac:spMkLst>
        </pc:spChg>
        <pc:spChg chg="mod">
          <ac:chgData name="FAJARDO, JOSHUA S." userId="10ff038c-ae4c-47c6-aa47-eb9c2b1ee137" providerId="ADAL" clId="{A571E766-ECF9-4ACA-910F-E5F012930532}" dt="2026-07-29T14:15:18.058" v="749" actId="20577"/>
          <ac:spMkLst>
            <pc:docMk/>
            <pc:sldMk cId="1919068983" sldId="292"/>
            <ac:spMk id="7" creationId="{80BBD753-DB4C-3729-6A95-F00802F4A2A2}"/>
          </ac:spMkLst>
        </pc:spChg>
        <pc:spChg chg="mod">
          <ac:chgData name="FAJARDO, JOSHUA S." userId="10ff038c-ae4c-47c6-aa47-eb9c2b1ee137" providerId="ADAL" clId="{A571E766-ECF9-4ACA-910F-E5F012930532}" dt="2026-07-29T14:15:18.058" v="749" actId="20577"/>
          <ac:spMkLst>
            <pc:docMk/>
            <pc:sldMk cId="1919068983" sldId="292"/>
            <ac:spMk id="9" creationId="{37895F90-B13C-D3F2-4541-7BC1226E9F1F}"/>
          </ac:spMkLst>
        </pc:spChg>
        <pc:spChg chg="mod">
          <ac:chgData name="FAJARDO, JOSHUA S." userId="10ff038c-ae4c-47c6-aa47-eb9c2b1ee137" providerId="ADAL" clId="{A571E766-ECF9-4ACA-910F-E5F012930532}" dt="2026-07-29T14:15:18.058" v="749" actId="20577"/>
          <ac:spMkLst>
            <pc:docMk/>
            <pc:sldMk cId="1919068983" sldId="292"/>
            <ac:spMk id="10" creationId="{DB6B9740-CF03-84CE-DADD-3381C06600A3}"/>
          </ac:spMkLst>
        </pc:spChg>
        <pc:spChg chg="mod">
          <ac:chgData name="FAJARDO, JOSHUA S." userId="10ff038c-ae4c-47c6-aa47-eb9c2b1ee137" providerId="ADAL" clId="{A571E766-ECF9-4ACA-910F-E5F012930532}" dt="2026-07-29T14:16:34.602" v="824" actId="1076"/>
          <ac:spMkLst>
            <pc:docMk/>
            <pc:sldMk cId="1919068983" sldId="292"/>
            <ac:spMk id="12" creationId="{CC32956C-1045-19B6-89A7-F478587E2D64}"/>
          </ac:spMkLst>
        </pc:spChg>
        <pc:spChg chg="mod">
          <ac:chgData name="FAJARDO, JOSHUA S." userId="10ff038c-ae4c-47c6-aa47-eb9c2b1ee137" providerId="ADAL" clId="{A571E766-ECF9-4ACA-910F-E5F012930532}" dt="2026-07-29T14:16:40.367" v="825" actId="1076"/>
          <ac:spMkLst>
            <pc:docMk/>
            <pc:sldMk cId="1919068983" sldId="292"/>
            <ac:spMk id="13" creationId="{0363E8A2-85E5-A0AB-E308-99E89E4BF23E}"/>
          </ac:spMkLst>
        </pc:spChg>
        <pc:spChg chg="mod">
          <ac:chgData name="FAJARDO, JOSHUA S." userId="10ff038c-ae4c-47c6-aa47-eb9c2b1ee137" providerId="ADAL" clId="{A571E766-ECF9-4ACA-910F-E5F012930532}" dt="2026-07-29T14:15:18.058" v="749" actId="20577"/>
          <ac:spMkLst>
            <pc:docMk/>
            <pc:sldMk cId="1919068983" sldId="292"/>
            <ac:spMk id="19" creationId="{35B31927-3A53-417D-69AF-86EA2FE79C78}"/>
          </ac:spMkLst>
        </pc:spChg>
        <pc:grpChg chg="mod">
          <ac:chgData name="FAJARDO, JOSHUA S." userId="10ff038c-ae4c-47c6-aa47-eb9c2b1ee137" providerId="ADAL" clId="{A571E766-ECF9-4ACA-910F-E5F012930532}" dt="2026-07-29T14:15:18.058" v="749" actId="20577"/>
          <ac:grpSpMkLst>
            <pc:docMk/>
            <pc:sldMk cId="1919068983" sldId="292"/>
            <ac:grpSpMk id="5" creationId="{F35B9C50-55FD-85DE-5C27-1880B8A5DD29}"/>
          </ac:grpSpMkLst>
        </pc:grpChg>
        <pc:grpChg chg="mod">
          <ac:chgData name="FAJARDO, JOSHUA S." userId="10ff038c-ae4c-47c6-aa47-eb9c2b1ee137" providerId="ADAL" clId="{A571E766-ECF9-4ACA-910F-E5F012930532}" dt="2026-07-29T14:15:18.058" v="749" actId="20577"/>
          <ac:grpSpMkLst>
            <pc:docMk/>
            <pc:sldMk cId="1919068983" sldId="292"/>
            <ac:grpSpMk id="8" creationId="{235358BA-3B9B-8148-1C51-3CC27C0446C4}"/>
          </ac:grpSpMkLst>
        </pc:grpChg>
        <pc:grpChg chg="mod">
          <ac:chgData name="FAJARDO, JOSHUA S." userId="10ff038c-ae4c-47c6-aa47-eb9c2b1ee137" providerId="ADAL" clId="{A571E766-ECF9-4ACA-910F-E5F012930532}" dt="2026-07-29T14:15:18.058" v="749" actId="20577"/>
          <ac:grpSpMkLst>
            <pc:docMk/>
            <pc:sldMk cId="1919068983" sldId="292"/>
            <ac:grpSpMk id="22" creationId="{94336EAC-DBED-E423-D321-10E8D312CB4B}"/>
          </ac:grpSpMkLst>
        </pc:grpChg>
      </pc:sldChg>
      <pc:sldChg chg="modSp add mod ord modAnim">
        <pc:chgData name="FAJARDO, JOSHUA S." userId="10ff038c-ae4c-47c6-aa47-eb9c2b1ee137" providerId="ADAL" clId="{A571E766-ECF9-4ACA-910F-E5F012930532}" dt="2026-07-29T14:24:26.800" v="1026" actId="1076"/>
        <pc:sldMkLst>
          <pc:docMk/>
          <pc:sldMk cId="431979586" sldId="293"/>
        </pc:sldMkLst>
        <pc:spChg chg="mod">
          <ac:chgData name="FAJARDO, JOSHUA S." userId="10ff038c-ae4c-47c6-aa47-eb9c2b1ee137" providerId="ADAL" clId="{A571E766-ECF9-4ACA-910F-E5F012930532}" dt="2026-07-29T14:23:53.335" v="1004" actId="20577"/>
          <ac:spMkLst>
            <pc:docMk/>
            <pc:sldMk cId="431979586" sldId="293"/>
            <ac:spMk id="6" creationId="{F897FE7F-8161-FD14-EAE9-E23D214ED97C}"/>
          </ac:spMkLst>
        </pc:spChg>
        <pc:spChg chg="mod">
          <ac:chgData name="FAJARDO, JOSHUA S." userId="10ff038c-ae4c-47c6-aa47-eb9c2b1ee137" providerId="ADAL" clId="{A571E766-ECF9-4ACA-910F-E5F012930532}" dt="2026-07-29T14:23:53.335" v="1004" actId="20577"/>
          <ac:spMkLst>
            <pc:docMk/>
            <pc:sldMk cId="431979586" sldId="293"/>
            <ac:spMk id="7" creationId="{C87A9C30-94E3-840C-566D-BDB22615A9D5}"/>
          </ac:spMkLst>
        </pc:spChg>
        <pc:spChg chg="mod">
          <ac:chgData name="FAJARDO, JOSHUA S." userId="10ff038c-ae4c-47c6-aa47-eb9c2b1ee137" providerId="ADAL" clId="{A571E766-ECF9-4ACA-910F-E5F012930532}" dt="2026-07-29T14:23:53.335" v="1004" actId="20577"/>
          <ac:spMkLst>
            <pc:docMk/>
            <pc:sldMk cId="431979586" sldId="293"/>
            <ac:spMk id="9" creationId="{551C1130-D516-6330-29FA-7D4AAB44E4ED}"/>
          </ac:spMkLst>
        </pc:spChg>
        <pc:spChg chg="mod">
          <ac:chgData name="FAJARDO, JOSHUA S." userId="10ff038c-ae4c-47c6-aa47-eb9c2b1ee137" providerId="ADAL" clId="{A571E766-ECF9-4ACA-910F-E5F012930532}" dt="2026-07-29T14:23:53.335" v="1004" actId="20577"/>
          <ac:spMkLst>
            <pc:docMk/>
            <pc:sldMk cId="431979586" sldId="293"/>
            <ac:spMk id="10" creationId="{442ACD16-613A-4FDB-B407-36F548809C35}"/>
          </ac:spMkLst>
        </pc:spChg>
        <pc:spChg chg="mod">
          <ac:chgData name="FAJARDO, JOSHUA S." userId="10ff038c-ae4c-47c6-aa47-eb9c2b1ee137" providerId="ADAL" clId="{A571E766-ECF9-4ACA-910F-E5F012930532}" dt="2026-07-29T14:24:23.819" v="1025" actId="1076"/>
          <ac:spMkLst>
            <pc:docMk/>
            <pc:sldMk cId="431979586" sldId="293"/>
            <ac:spMk id="12" creationId="{5723B33F-ADB7-4CA2-DD03-9CE728D3B03B}"/>
          </ac:spMkLst>
        </pc:spChg>
        <pc:spChg chg="mod">
          <ac:chgData name="FAJARDO, JOSHUA S." userId="10ff038c-ae4c-47c6-aa47-eb9c2b1ee137" providerId="ADAL" clId="{A571E766-ECF9-4ACA-910F-E5F012930532}" dt="2026-07-29T14:24:26.800" v="1026" actId="1076"/>
          <ac:spMkLst>
            <pc:docMk/>
            <pc:sldMk cId="431979586" sldId="293"/>
            <ac:spMk id="13" creationId="{51C138B3-C9E5-F148-3453-8FA5CD5EFEB6}"/>
          </ac:spMkLst>
        </pc:spChg>
        <pc:spChg chg="mod">
          <ac:chgData name="FAJARDO, JOSHUA S." userId="10ff038c-ae4c-47c6-aa47-eb9c2b1ee137" providerId="ADAL" clId="{A571E766-ECF9-4ACA-910F-E5F012930532}" dt="2026-07-29T14:23:53.335" v="1004" actId="20577"/>
          <ac:spMkLst>
            <pc:docMk/>
            <pc:sldMk cId="431979586" sldId="293"/>
            <ac:spMk id="19" creationId="{9A706080-FB4A-341C-8C63-506D5FABC487}"/>
          </ac:spMkLst>
        </pc:spChg>
        <pc:grpChg chg="mod">
          <ac:chgData name="FAJARDO, JOSHUA S." userId="10ff038c-ae4c-47c6-aa47-eb9c2b1ee137" providerId="ADAL" clId="{A571E766-ECF9-4ACA-910F-E5F012930532}" dt="2026-07-29T14:23:53.335" v="1004" actId="20577"/>
          <ac:grpSpMkLst>
            <pc:docMk/>
            <pc:sldMk cId="431979586" sldId="293"/>
            <ac:grpSpMk id="5" creationId="{80303648-F22B-EA29-72FE-89011E8A8B74}"/>
          </ac:grpSpMkLst>
        </pc:grpChg>
        <pc:grpChg chg="mod">
          <ac:chgData name="FAJARDO, JOSHUA S." userId="10ff038c-ae4c-47c6-aa47-eb9c2b1ee137" providerId="ADAL" clId="{A571E766-ECF9-4ACA-910F-E5F012930532}" dt="2026-07-29T14:23:53.335" v="1004" actId="20577"/>
          <ac:grpSpMkLst>
            <pc:docMk/>
            <pc:sldMk cId="431979586" sldId="293"/>
            <ac:grpSpMk id="8" creationId="{5DF1B45E-3381-96E2-0EB8-801B5E06EEAB}"/>
          </ac:grpSpMkLst>
        </pc:grpChg>
        <pc:grpChg chg="mod">
          <ac:chgData name="FAJARDO, JOSHUA S." userId="10ff038c-ae4c-47c6-aa47-eb9c2b1ee137" providerId="ADAL" clId="{A571E766-ECF9-4ACA-910F-E5F012930532}" dt="2026-07-29T14:23:53.335" v="1004" actId="20577"/>
          <ac:grpSpMkLst>
            <pc:docMk/>
            <pc:sldMk cId="431979586" sldId="293"/>
            <ac:grpSpMk id="22" creationId="{889B8022-9129-2002-4539-B409AF791431}"/>
          </ac:grpSpMkLst>
        </pc:grpChg>
      </pc:sldChg>
      <pc:sldChg chg="modSp add mod ord">
        <pc:chgData name="FAJARDO, JOSHUA S." userId="10ff038c-ae4c-47c6-aa47-eb9c2b1ee137" providerId="ADAL" clId="{A571E766-ECF9-4ACA-910F-E5F012930532}" dt="2026-07-29T14:27:19.719" v="1070" actId="1076"/>
        <pc:sldMkLst>
          <pc:docMk/>
          <pc:sldMk cId="3252600627" sldId="294"/>
        </pc:sldMkLst>
        <pc:spChg chg="mod">
          <ac:chgData name="FAJARDO, JOSHUA S." userId="10ff038c-ae4c-47c6-aa47-eb9c2b1ee137" providerId="ADAL" clId="{A571E766-ECF9-4ACA-910F-E5F012930532}" dt="2026-07-29T14:27:13.547" v="1069" actId="1076"/>
          <ac:spMkLst>
            <pc:docMk/>
            <pc:sldMk cId="3252600627" sldId="294"/>
            <ac:spMk id="12" creationId="{30B9E3E5-C7EB-ECF9-3F70-2DCC26355512}"/>
          </ac:spMkLst>
        </pc:spChg>
        <pc:spChg chg="mod">
          <ac:chgData name="FAJARDO, JOSHUA S." userId="10ff038c-ae4c-47c6-aa47-eb9c2b1ee137" providerId="ADAL" clId="{A571E766-ECF9-4ACA-910F-E5F012930532}" dt="2026-07-29T14:27:19.719" v="1070" actId="1076"/>
          <ac:spMkLst>
            <pc:docMk/>
            <pc:sldMk cId="3252600627" sldId="294"/>
            <ac:spMk id="13" creationId="{B697D7A2-6B18-D4B6-E4E6-C8C6B87CFCC5}"/>
          </ac:spMkLst>
        </pc:spChg>
        <pc:spChg chg="mod">
          <ac:chgData name="FAJARDO, JOSHUA S." userId="10ff038c-ae4c-47c6-aa47-eb9c2b1ee137" providerId="ADAL" clId="{A571E766-ECF9-4ACA-910F-E5F012930532}" dt="2026-07-29T14:26:40.535" v="1050" actId="20577"/>
          <ac:spMkLst>
            <pc:docMk/>
            <pc:sldMk cId="3252600627" sldId="294"/>
            <ac:spMk id="19" creationId="{CD370801-4BAE-292D-91ED-350739C13AEB}"/>
          </ac:spMkLst>
        </pc:spChg>
      </pc:sldChg>
      <pc:sldChg chg="addSp delSp modSp add mod addAnim delAnim">
        <pc:chgData name="FAJARDO, JOSHUA S." userId="10ff038c-ae4c-47c6-aa47-eb9c2b1ee137" providerId="ADAL" clId="{A571E766-ECF9-4ACA-910F-E5F012930532}" dt="2026-07-29T14:27:54.349" v="1078" actId="1076"/>
        <pc:sldMkLst>
          <pc:docMk/>
          <pc:sldMk cId="2414146613" sldId="295"/>
        </pc:sldMkLst>
        <pc:spChg chg="mod">
          <ac:chgData name="FAJARDO, JOSHUA S." userId="10ff038c-ae4c-47c6-aa47-eb9c2b1ee137" providerId="ADAL" clId="{A571E766-ECF9-4ACA-910F-E5F012930532}" dt="2026-07-29T14:27:47.941" v="1075" actId="20577"/>
          <ac:spMkLst>
            <pc:docMk/>
            <pc:sldMk cId="2414146613" sldId="295"/>
            <ac:spMk id="12" creationId="{46EF9B5D-7628-9C24-52D4-9E99847934A8}"/>
          </ac:spMkLst>
        </pc:spChg>
        <pc:spChg chg="add del mod">
          <ac:chgData name="FAJARDO, JOSHUA S." userId="10ff038c-ae4c-47c6-aa47-eb9c2b1ee137" providerId="ADAL" clId="{A571E766-ECF9-4ACA-910F-E5F012930532}" dt="2026-07-29T14:27:54.349" v="1078" actId="1076"/>
          <ac:spMkLst>
            <pc:docMk/>
            <pc:sldMk cId="2414146613" sldId="295"/>
            <ac:spMk id="13" creationId="{D5E7C5D9-5C03-4550-BD4F-941B6F1B3F05}"/>
          </ac:spMkLst>
        </pc:spChg>
      </pc:sldChg>
      <pc:sldChg chg="delSp modSp add mod delAnim">
        <pc:chgData name="FAJARDO, JOSHUA S." userId="10ff038c-ae4c-47c6-aa47-eb9c2b1ee137" providerId="ADAL" clId="{A571E766-ECF9-4ACA-910F-E5F012930532}" dt="2026-07-29T14:28:20.983" v="1093" actId="1076"/>
        <pc:sldMkLst>
          <pc:docMk/>
          <pc:sldMk cId="233215544" sldId="296"/>
        </pc:sldMkLst>
        <pc:spChg chg="mod">
          <ac:chgData name="FAJARDO, JOSHUA S." userId="10ff038c-ae4c-47c6-aa47-eb9c2b1ee137" providerId="ADAL" clId="{A571E766-ECF9-4ACA-910F-E5F012930532}" dt="2026-07-29T14:28:20.983" v="1093" actId="1076"/>
          <ac:spMkLst>
            <pc:docMk/>
            <pc:sldMk cId="233215544" sldId="296"/>
            <ac:spMk id="12" creationId="{6719F178-8AFC-7C75-817A-03C29BA797BF}"/>
          </ac:spMkLst>
        </pc:spChg>
      </pc:sldChg>
      <pc:sldChg chg="modSp add mod">
        <pc:chgData name="FAJARDO, JOSHUA S." userId="10ff038c-ae4c-47c6-aa47-eb9c2b1ee137" providerId="ADAL" clId="{A571E766-ECF9-4ACA-910F-E5F012930532}" dt="2026-07-29T14:28:59.179" v="1146" actId="1076"/>
        <pc:sldMkLst>
          <pc:docMk/>
          <pc:sldMk cId="2217709577" sldId="297"/>
        </pc:sldMkLst>
        <pc:spChg chg="mod">
          <ac:chgData name="FAJARDO, JOSHUA S." userId="10ff038c-ae4c-47c6-aa47-eb9c2b1ee137" providerId="ADAL" clId="{A571E766-ECF9-4ACA-910F-E5F012930532}" dt="2026-07-29T14:28:50.858" v="1143" actId="20577"/>
          <ac:spMkLst>
            <pc:docMk/>
            <pc:sldMk cId="2217709577" sldId="297"/>
            <ac:spMk id="6" creationId="{16275B5D-06E3-6ABD-CB7E-406B10E8DD06}"/>
          </ac:spMkLst>
        </pc:spChg>
        <pc:spChg chg="mod">
          <ac:chgData name="FAJARDO, JOSHUA S." userId="10ff038c-ae4c-47c6-aa47-eb9c2b1ee137" providerId="ADAL" clId="{A571E766-ECF9-4ACA-910F-E5F012930532}" dt="2026-07-29T14:28:50.858" v="1143" actId="20577"/>
          <ac:spMkLst>
            <pc:docMk/>
            <pc:sldMk cId="2217709577" sldId="297"/>
            <ac:spMk id="7" creationId="{51B462E9-29DF-C310-1AC6-442BFDA76C6D}"/>
          </ac:spMkLst>
        </pc:spChg>
        <pc:spChg chg="mod">
          <ac:chgData name="FAJARDO, JOSHUA S." userId="10ff038c-ae4c-47c6-aa47-eb9c2b1ee137" providerId="ADAL" clId="{A571E766-ECF9-4ACA-910F-E5F012930532}" dt="2026-07-29T14:28:50.858" v="1143" actId="20577"/>
          <ac:spMkLst>
            <pc:docMk/>
            <pc:sldMk cId="2217709577" sldId="297"/>
            <ac:spMk id="9" creationId="{EA6ADB3E-284B-F38E-2D60-B49558CEC26B}"/>
          </ac:spMkLst>
        </pc:spChg>
        <pc:spChg chg="mod">
          <ac:chgData name="FAJARDO, JOSHUA S." userId="10ff038c-ae4c-47c6-aa47-eb9c2b1ee137" providerId="ADAL" clId="{A571E766-ECF9-4ACA-910F-E5F012930532}" dt="2026-07-29T14:28:50.858" v="1143" actId="20577"/>
          <ac:spMkLst>
            <pc:docMk/>
            <pc:sldMk cId="2217709577" sldId="297"/>
            <ac:spMk id="10" creationId="{61F0F31A-3651-9221-0083-696A5E036E15}"/>
          </ac:spMkLst>
        </pc:spChg>
        <pc:spChg chg="mod">
          <ac:chgData name="FAJARDO, JOSHUA S." userId="10ff038c-ae4c-47c6-aa47-eb9c2b1ee137" providerId="ADAL" clId="{A571E766-ECF9-4ACA-910F-E5F012930532}" dt="2026-07-29T14:28:59.179" v="1146" actId="1076"/>
          <ac:spMkLst>
            <pc:docMk/>
            <pc:sldMk cId="2217709577" sldId="297"/>
            <ac:spMk id="12" creationId="{3585E3CF-D755-715E-60EA-CA7112E7F1FC}"/>
          </ac:spMkLst>
        </pc:spChg>
        <pc:spChg chg="mod">
          <ac:chgData name="FAJARDO, JOSHUA S." userId="10ff038c-ae4c-47c6-aa47-eb9c2b1ee137" providerId="ADAL" clId="{A571E766-ECF9-4ACA-910F-E5F012930532}" dt="2026-07-29T14:28:50.858" v="1143" actId="20577"/>
          <ac:spMkLst>
            <pc:docMk/>
            <pc:sldMk cId="2217709577" sldId="297"/>
            <ac:spMk id="19" creationId="{92F70CD5-003D-AAE1-D76F-27C4866084BA}"/>
          </ac:spMkLst>
        </pc:spChg>
        <pc:grpChg chg="mod">
          <ac:chgData name="FAJARDO, JOSHUA S." userId="10ff038c-ae4c-47c6-aa47-eb9c2b1ee137" providerId="ADAL" clId="{A571E766-ECF9-4ACA-910F-E5F012930532}" dt="2026-07-29T14:28:50.858" v="1143" actId="20577"/>
          <ac:grpSpMkLst>
            <pc:docMk/>
            <pc:sldMk cId="2217709577" sldId="297"/>
            <ac:grpSpMk id="5" creationId="{4A469DE2-23CA-3538-90A6-10FAAEDFF512}"/>
          </ac:grpSpMkLst>
        </pc:grpChg>
        <pc:grpChg chg="mod">
          <ac:chgData name="FAJARDO, JOSHUA S." userId="10ff038c-ae4c-47c6-aa47-eb9c2b1ee137" providerId="ADAL" clId="{A571E766-ECF9-4ACA-910F-E5F012930532}" dt="2026-07-29T14:28:50.858" v="1143" actId="20577"/>
          <ac:grpSpMkLst>
            <pc:docMk/>
            <pc:sldMk cId="2217709577" sldId="297"/>
            <ac:grpSpMk id="8" creationId="{BA29BC5C-BE3E-87A2-212E-5BC378A07710}"/>
          </ac:grpSpMkLst>
        </pc:grpChg>
        <pc:grpChg chg="mod">
          <ac:chgData name="FAJARDO, JOSHUA S." userId="10ff038c-ae4c-47c6-aa47-eb9c2b1ee137" providerId="ADAL" clId="{A571E766-ECF9-4ACA-910F-E5F012930532}" dt="2026-07-29T14:28:50.858" v="1143" actId="20577"/>
          <ac:grpSpMkLst>
            <pc:docMk/>
            <pc:sldMk cId="2217709577" sldId="297"/>
            <ac:grpSpMk id="22" creationId="{F6F8E102-F5C6-6E0A-5341-01CF667F8006}"/>
          </ac:grpSpMkLst>
        </pc:grpChg>
      </pc:sldChg>
      <pc:sldChg chg="addSp delSp modSp add mod">
        <pc:chgData name="FAJARDO, JOSHUA S." userId="10ff038c-ae4c-47c6-aa47-eb9c2b1ee137" providerId="ADAL" clId="{A571E766-ECF9-4ACA-910F-E5F012930532}" dt="2026-07-29T14:29:23.236" v="1153" actId="22"/>
        <pc:sldMkLst>
          <pc:docMk/>
          <pc:sldMk cId="3588000256" sldId="298"/>
        </pc:sldMkLst>
        <pc:spChg chg="mod">
          <ac:chgData name="FAJARDO, JOSHUA S." userId="10ff038c-ae4c-47c6-aa47-eb9c2b1ee137" providerId="ADAL" clId="{A571E766-ECF9-4ACA-910F-E5F012930532}" dt="2026-07-29T14:29:07.721" v="1148" actId="20577"/>
          <ac:spMkLst>
            <pc:docMk/>
            <pc:sldMk cId="3588000256" sldId="298"/>
            <ac:spMk id="6" creationId="{49020CBA-F8FC-C299-3A79-F22C715F69CC}"/>
          </ac:spMkLst>
        </pc:spChg>
        <pc:spChg chg="mod">
          <ac:chgData name="FAJARDO, JOSHUA S." userId="10ff038c-ae4c-47c6-aa47-eb9c2b1ee137" providerId="ADAL" clId="{A571E766-ECF9-4ACA-910F-E5F012930532}" dt="2026-07-29T14:29:07.721" v="1148" actId="20577"/>
          <ac:spMkLst>
            <pc:docMk/>
            <pc:sldMk cId="3588000256" sldId="298"/>
            <ac:spMk id="7" creationId="{4DF349C7-0794-EC04-BCAF-051B93F6867F}"/>
          </ac:spMkLst>
        </pc:spChg>
        <pc:spChg chg="mod">
          <ac:chgData name="FAJARDO, JOSHUA S." userId="10ff038c-ae4c-47c6-aa47-eb9c2b1ee137" providerId="ADAL" clId="{A571E766-ECF9-4ACA-910F-E5F012930532}" dt="2026-07-29T14:29:07.721" v="1148" actId="20577"/>
          <ac:spMkLst>
            <pc:docMk/>
            <pc:sldMk cId="3588000256" sldId="298"/>
            <ac:spMk id="9" creationId="{FA8E53A0-5537-7906-6ABA-53D6331449BF}"/>
          </ac:spMkLst>
        </pc:spChg>
        <pc:spChg chg="mod">
          <ac:chgData name="FAJARDO, JOSHUA S." userId="10ff038c-ae4c-47c6-aa47-eb9c2b1ee137" providerId="ADAL" clId="{A571E766-ECF9-4ACA-910F-E5F012930532}" dt="2026-07-29T14:29:07.721" v="1148" actId="20577"/>
          <ac:spMkLst>
            <pc:docMk/>
            <pc:sldMk cId="3588000256" sldId="298"/>
            <ac:spMk id="10" creationId="{AB506D8C-0A96-FF8D-61FF-274966C39475}"/>
          </ac:spMkLst>
        </pc:spChg>
        <pc:spChg chg="add">
          <ac:chgData name="FAJARDO, JOSHUA S." userId="10ff038c-ae4c-47c6-aa47-eb9c2b1ee137" providerId="ADAL" clId="{A571E766-ECF9-4ACA-910F-E5F012930532}" dt="2026-07-29T14:29:23.236" v="1153" actId="22"/>
          <ac:spMkLst>
            <pc:docMk/>
            <pc:sldMk cId="3588000256" sldId="298"/>
            <ac:spMk id="13" creationId="{B0A239EF-7064-6B7F-C0E8-A91E715D1F44}"/>
          </ac:spMkLst>
        </pc:spChg>
        <pc:spChg chg="mod">
          <ac:chgData name="FAJARDO, JOSHUA S." userId="10ff038c-ae4c-47c6-aa47-eb9c2b1ee137" providerId="ADAL" clId="{A571E766-ECF9-4ACA-910F-E5F012930532}" dt="2026-07-29T14:29:07.721" v="1148" actId="20577"/>
          <ac:spMkLst>
            <pc:docMk/>
            <pc:sldMk cId="3588000256" sldId="298"/>
            <ac:spMk id="19" creationId="{0D34F24F-A562-01E9-4494-0524F46762E7}"/>
          </ac:spMkLst>
        </pc:spChg>
        <pc:grpChg chg="mod">
          <ac:chgData name="FAJARDO, JOSHUA S." userId="10ff038c-ae4c-47c6-aa47-eb9c2b1ee137" providerId="ADAL" clId="{A571E766-ECF9-4ACA-910F-E5F012930532}" dt="2026-07-29T14:29:07.721" v="1148" actId="20577"/>
          <ac:grpSpMkLst>
            <pc:docMk/>
            <pc:sldMk cId="3588000256" sldId="298"/>
            <ac:grpSpMk id="5" creationId="{889C06C8-B6D5-68C8-F62C-1AA5E78572AB}"/>
          </ac:grpSpMkLst>
        </pc:grpChg>
        <pc:grpChg chg="mod">
          <ac:chgData name="FAJARDO, JOSHUA S." userId="10ff038c-ae4c-47c6-aa47-eb9c2b1ee137" providerId="ADAL" clId="{A571E766-ECF9-4ACA-910F-E5F012930532}" dt="2026-07-29T14:29:07.721" v="1148" actId="20577"/>
          <ac:grpSpMkLst>
            <pc:docMk/>
            <pc:sldMk cId="3588000256" sldId="298"/>
            <ac:grpSpMk id="8" creationId="{7092114F-E9B1-CF2B-92E1-0E8D2FEE8AFE}"/>
          </ac:grpSpMkLst>
        </pc:grpChg>
        <pc:grpChg chg="mod">
          <ac:chgData name="FAJARDO, JOSHUA S." userId="10ff038c-ae4c-47c6-aa47-eb9c2b1ee137" providerId="ADAL" clId="{A571E766-ECF9-4ACA-910F-E5F012930532}" dt="2026-07-29T14:29:07.721" v="1148" actId="20577"/>
          <ac:grpSpMkLst>
            <pc:docMk/>
            <pc:sldMk cId="3588000256" sldId="298"/>
            <ac:grpSpMk id="22" creationId="{002A3D4B-60C7-5CE2-ABED-D093F370021F}"/>
          </ac:grpSpMkLst>
        </pc:grpChg>
      </pc:sldChg>
      <pc:sldChg chg="modSp add mod ord">
        <pc:chgData name="FAJARDO, JOSHUA S." userId="10ff038c-ae4c-47c6-aa47-eb9c2b1ee137" providerId="ADAL" clId="{A571E766-ECF9-4ACA-910F-E5F012930532}" dt="2026-07-29T14:30:45.643" v="1304" actId="1076"/>
        <pc:sldMkLst>
          <pc:docMk/>
          <pc:sldMk cId="2087615475" sldId="299"/>
        </pc:sldMkLst>
        <pc:spChg chg="mod">
          <ac:chgData name="FAJARDO, JOSHUA S." userId="10ff038c-ae4c-47c6-aa47-eb9c2b1ee137" providerId="ADAL" clId="{A571E766-ECF9-4ACA-910F-E5F012930532}" dt="2026-07-29T14:30:45.643" v="1304" actId="1076"/>
          <ac:spMkLst>
            <pc:docMk/>
            <pc:sldMk cId="2087615475" sldId="299"/>
            <ac:spMk id="12" creationId="{04C83B34-110C-7880-8FBF-7408BAA4D90E}"/>
          </ac:spMkLst>
        </pc:spChg>
        <pc:spChg chg="mod">
          <ac:chgData name="FAJARDO, JOSHUA S." userId="10ff038c-ae4c-47c6-aa47-eb9c2b1ee137" providerId="ADAL" clId="{A571E766-ECF9-4ACA-910F-E5F012930532}" dt="2026-07-29T14:30:17.773" v="1208" actId="20577"/>
          <ac:spMkLst>
            <pc:docMk/>
            <pc:sldMk cId="2087615475" sldId="299"/>
            <ac:spMk id="19" creationId="{7E664D10-DB73-BAED-B3E6-E47F1512D9B3}"/>
          </ac:spMkLst>
        </pc:spChg>
      </pc:sldChg>
      <pc:sldChg chg="addSp modSp add mod ord">
        <pc:chgData name="FAJARDO, JOSHUA S." userId="10ff038c-ae4c-47c6-aa47-eb9c2b1ee137" providerId="ADAL" clId="{A571E766-ECF9-4ACA-910F-E5F012930532}" dt="2026-07-29T14:31:41.743" v="1363" actId="1076"/>
        <pc:sldMkLst>
          <pc:docMk/>
          <pc:sldMk cId="1905418169" sldId="300"/>
        </pc:sldMkLst>
        <pc:spChg chg="add mod">
          <ac:chgData name="FAJARDO, JOSHUA S." userId="10ff038c-ae4c-47c6-aa47-eb9c2b1ee137" providerId="ADAL" clId="{A571E766-ECF9-4ACA-910F-E5F012930532}" dt="2026-07-29T14:31:41.743" v="1363" actId="1076"/>
          <ac:spMkLst>
            <pc:docMk/>
            <pc:sldMk cId="1905418169" sldId="300"/>
            <ac:spMk id="12" creationId="{31CD47DE-6330-E6E8-8687-D86BFD2472A1}"/>
          </ac:spMkLst>
        </pc:spChg>
        <pc:spChg chg="mod">
          <ac:chgData name="FAJARDO, JOSHUA S." userId="10ff038c-ae4c-47c6-aa47-eb9c2b1ee137" providerId="ADAL" clId="{A571E766-ECF9-4ACA-910F-E5F012930532}" dt="2026-07-29T14:31:32.253" v="1362" actId="1076"/>
          <ac:spMkLst>
            <pc:docMk/>
            <pc:sldMk cId="1905418169" sldId="300"/>
            <ac:spMk id="13" creationId="{D21415B4-3785-EA3F-B6D7-B8F046DB0308}"/>
          </ac:spMkLst>
        </pc:spChg>
      </pc:sldChg>
      <pc:sldChg chg="addSp modSp add mod ord modAnim">
        <pc:chgData name="FAJARDO, JOSHUA S." userId="10ff038c-ae4c-47c6-aa47-eb9c2b1ee137" providerId="ADAL" clId="{A571E766-ECF9-4ACA-910F-E5F012930532}" dt="2026-07-29T14:41:06.213" v="1617"/>
        <pc:sldMkLst>
          <pc:docMk/>
          <pc:sldMk cId="4015868584" sldId="301"/>
        </pc:sldMkLst>
        <pc:spChg chg="add mod">
          <ac:chgData name="FAJARDO, JOSHUA S." userId="10ff038c-ae4c-47c6-aa47-eb9c2b1ee137" providerId="ADAL" clId="{A571E766-ECF9-4ACA-910F-E5F012930532}" dt="2026-07-29T14:32:35.287" v="1420" actId="1076"/>
          <ac:spMkLst>
            <pc:docMk/>
            <pc:sldMk cId="4015868584" sldId="301"/>
            <ac:spMk id="12" creationId="{0A66809F-2B14-5AD7-6D25-2BD1BC7616CA}"/>
          </ac:spMkLst>
        </pc:spChg>
        <pc:spChg chg="mod">
          <ac:chgData name="FAJARDO, JOSHUA S." userId="10ff038c-ae4c-47c6-aa47-eb9c2b1ee137" providerId="ADAL" clId="{A571E766-ECF9-4ACA-910F-E5F012930532}" dt="2026-07-29T14:32:31.727" v="1419" actId="1076"/>
          <ac:spMkLst>
            <pc:docMk/>
            <pc:sldMk cId="4015868584" sldId="301"/>
            <ac:spMk id="13" creationId="{52C02A88-73A7-19FA-277C-2B6434928B58}"/>
          </ac:spMkLst>
        </pc:spChg>
        <pc:spChg chg="mod">
          <ac:chgData name="FAJARDO, JOSHUA S." userId="10ff038c-ae4c-47c6-aa47-eb9c2b1ee137" providerId="ADAL" clId="{A571E766-ECF9-4ACA-910F-E5F012930532}" dt="2026-07-29T14:32:57.643" v="1451" actId="20577"/>
          <ac:spMkLst>
            <pc:docMk/>
            <pc:sldMk cId="4015868584" sldId="301"/>
            <ac:spMk id="19" creationId="{1F25CA24-B29C-1F66-F412-95294E5C0DE5}"/>
          </ac:spMkLst>
        </pc:spChg>
      </pc:sldChg>
      <pc:sldChg chg="modSp add mod modAnim">
        <pc:chgData name="FAJARDO, JOSHUA S." userId="10ff038c-ae4c-47c6-aa47-eb9c2b1ee137" providerId="ADAL" clId="{A571E766-ECF9-4ACA-910F-E5F012930532}" dt="2026-07-29T14:41:13.222" v="1618"/>
        <pc:sldMkLst>
          <pc:docMk/>
          <pc:sldMk cId="2828207970" sldId="302"/>
        </pc:sldMkLst>
        <pc:spChg chg="mod">
          <ac:chgData name="FAJARDO, JOSHUA S." userId="10ff038c-ae4c-47c6-aa47-eb9c2b1ee137" providerId="ADAL" clId="{A571E766-ECF9-4ACA-910F-E5F012930532}" dt="2026-07-29T14:33:29.210" v="1488" actId="20577"/>
          <ac:spMkLst>
            <pc:docMk/>
            <pc:sldMk cId="2828207970" sldId="302"/>
            <ac:spMk id="12" creationId="{EBC96A69-257F-2D56-3758-A6D663F3495E}"/>
          </ac:spMkLst>
        </pc:spChg>
        <pc:spChg chg="mod">
          <ac:chgData name="FAJARDO, JOSHUA S." userId="10ff038c-ae4c-47c6-aa47-eb9c2b1ee137" providerId="ADAL" clId="{A571E766-ECF9-4ACA-910F-E5F012930532}" dt="2026-07-29T14:33:21.539" v="1479" actId="20577"/>
          <ac:spMkLst>
            <pc:docMk/>
            <pc:sldMk cId="2828207970" sldId="302"/>
            <ac:spMk id="13" creationId="{26E39D93-EFF9-EE4C-593E-D1DE37E4D23D}"/>
          </ac:spMkLst>
        </pc:spChg>
        <pc:spChg chg="mod">
          <ac:chgData name="FAJARDO, JOSHUA S." userId="10ff038c-ae4c-47c6-aa47-eb9c2b1ee137" providerId="ADAL" clId="{A571E766-ECF9-4ACA-910F-E5F012930532}" dt="2026-07-29T14:33:03.958" v="1460" actId="20577"/>
          <ac:spMkLst>
            <pc:docMk/>
            <pc:sldMk cId="2828207970" sldId="302"/>
            <ac:spMk id="19" creationId="{44B87333-01E9-26A5-9116-1B594429A127}"/>
          </ac:spMkLst>
        </pc:spChg>
      </pc:sldChg>
      <pc:sldChg chg="addSp delSp modSp add mod">
        <pc:chgData name="FAJARDO, JOSHUA S." userId="10ff038c-ae4c-47c6-aa47-eb9c2b1ee137" providerId="ADAL" clId="{A571E766-ECF9-4ACA-910F-E5F012930532}" dt="2026-07-30T03:26:50.227" v="1863" actId="1035"/>
        <pc:sldMkLst>
          <pc:docMk/>
          <pc:sldMk cId="3550762286" sldId="303"/>
        </pc:sldMkLst>
        <pc:picChg chg="add mod">
          <ac:chgData name="FAJARDO, JOSHUA S." userId="10ff038c-ae4c-47c6-aa47-eb9c2b1ee137" providerId="ADAL" clId="{A571E766-ECF9-4ACA-910F-E5F012930532}" dt="2026-07-30T03:26:50.227" v="1863" actId="1035"/>
          <ac:picMkLst>
            <pc:docMk/>
            <pc:sldMk cId="3550762286" sldId="303"/>
            <ac:picMk id="14" creationId="{23DC8213-69E1-55C3-11B1-4211B97E01CD}"/>
          </ac:picMkLst>
        </pc:picChg>
      </pc:sldChg>
      <pc:sldChg chg="modSp add mod">
        <pc:chgData name="FAJARDO, JOSHUA S." userId="10ff038c-ae4c-47c6-aa47-eb9c2b1ee137" providerId="ADAL" clId="{A571E766-ECF9-4ACA-910F-E5F012930532}" dt="2026-07-29T14:39:37.019" v="1608" actId="14100"/>
        <pc:sldMkLst>
          <pc:docMk/>
          <pc:sldMk cId="1929368305" sldId="304"/>
        </pc:sldMkLst>
        <pc:spChg chg="mod">
          <ac:chgData name="FAJARDO, JOSHUA S." userId="10ff038c-ae4c-47c6-aa47-eb9c2b1ee137" providerId="ADAL" clId="{A571E766-ECF9-4ACA-910F-E5F012930532}" dt="2026-07-29T14:39:37.019" v="1608" actId="14100"/>
          <ac:spMkLst>
            <pc:docMk/>
            <pc:sldMk cId="1929368305" sldId="304"/>
            <ac:spMk id="10" creationId="{B70D1CEB-1A54-ED70-1EB0-7359BE1F08DB}"/>
          </ac:spMkLst>
        </pc:spChg>
        <pc:spChg chg="mod">
          <ac:chgData name="FAJARDO, JOSHUA S." userId="10ff038c-ae4c-47c6-aa47-eb9c2b1ee137" providerId="ADAL" clId="{A571E766-ECF9-4ACA-910F-E5F012930532}" dt="2026-07-29T14:39:06.451" v="1601" actId="20577"/>
          <ac:spMkLst>
            <pc:docMk/>
            <pc:sldMk cId="1929368305" sldId="304"/>
            <ac:spMk id="14" creationId="{2659AF84-AC38-6614-ACD6-5A83088E52A8}"/>
          </ac:spMkLst>
        </pc:spChg>
      </pc:sldChg>
    </pc:docChg>
  </pc:docChgLst>
  <pc:docChgLst>
    <pc:chgData name="NARCISE, ETHAN LEM QUETURAS" userId="S::ethan_narcise0154@claretschool.edu.ph::a58f02a3-0f54-400e-a0f7-2fd1f427e4ba" providerId="AD" clId="Web-{C236E55A-4F05-22E5-75ED-779791842DD4}"/>
    <pc:docChg chg="modSld">
      <pc:chgData name="NARCISE, ETHAN LEM QUETURAS" userId="S::ethan_narcise0154@claretschool.edu.ph::a58f02a3-0f54-400e-a0f7-2fd1f427e4ba" providerId="AD" clId="Web-{C236E55A-4F05-22E5-75ED-779791842DD4}" dt="2026-07-30T12:38:59.208" v="2" actId="1076"/>
      <pc:docMkLst>
        <pc:docMk/>
      </pc:docMkLst>
      <pc:sldChg chg="modSp">
        <pc:chgData name="NARCISE, ETHAN LEM QUETURAS" userId="S::ethan_narcise0154@claretschool.edu.ph::a58f02a3-0f54-400e-a0f7-2fd1f427e4ba" providerId="AD" clId="Web-{C236E55A-4F05-22E5-75ED-779791842DD4}" dt="2026-07-30T12:38:59.208" v="2" actId="1076"/>
        <pc:sldMkLst>
          <pc:docMk/>
          <pc:sldMk cId="3627407472" sldId="287"/>
        </pc:sldMkLst>
        <pc:spChg chg="mod">
          <ac:chgData name="NARCISE, ETHAN LEM QUETURAS" userId="S::ethan_narcise0154@claretschool.edu.ph::a58f02a3-0f54-400e-a0f7-2fd1f427e4ba" providerId="AD" clId="Web-{C236E55A-4F05-22E5-75ED-779791842DD4}" dt="2026-07-30T12:38:59.208" v="2" actId="1076"/>
          <ac:spMkLst>
            <pc:docMk/>
            <pc:sldMk cId="3627407472" sldId="287"/>
            <ac:spMk id="14" creationId="{D39348F8-1B7C-496C-1DD1-FB43E3004D4B}"/>
          </ac:spMkLst>
        </pc:spChg>
      </pc:sldChg>
      <pc:sldChg chg="modSp">
        <pc:chgData name="NARCISE, ETHAN LEM QUETURAS" userId="S::ethan_narcise0154@claretschool.edu.ph::a58f02a3-0f54-400e-a0f7-2fd1f427e4ba" providerId="AD" clId="Web-{C236E55A-4F05-22E5-75ED-779791842DD4}" dt="2026-07-30T09:00:10.276" v="0" actId="1076"/>
        <pc:sldMkLst>
          <pc:docMk/>
          <pc:sldMk cId="4226782750" sldId="288"/>
        </pc:sldMkLst>
        <pc:spChg chg="mod">
          <ac:chgData name="NARCISE, ETHAN LEM QUETURAS" userId="S::ethan_narcise0154@claretschool.edu.ph::a58f02a3-0f54-400e-a0f7-2fd1f427e4ba" providerId="AD" clId="Web-{C236E55A-4F05-22E5-75ED-779791842DD4}" dt="2026-07-30T09:00:10.276" v="0" actId="1076"/>
          <ac:spMkLst>
            <pc:docMk/>
            <pc:sldMk cId="4226782750" sldId="288"/>
            <ac:spMk id="3" creationId="{D648E4CA-43A0-A1C1-D89C-05DC99B1F3C1}"/>
          </ac:spMkLst>
        </pc:spChg>
      </pc:sldChg>
      <pc:sldChg chg="modSp">
        <pc:chgData name="NARCISE, ETHAN LEM QUETURAS" userId="S::ethan_narcise0154@claretschool.edu.ph::a58f02a3-0f54-400e-a0f7-2fd1f427e4ba" providerId="AD" clId="Web-{C236E55A-4F05-22E5-75ED-779791842DD4}" dt="2026-07-30T09:02:21.141" v="1" actId="1076"/>
        <pc:sldMkLst>
          <pc:docMk/>
          <pc:sldMk cId="294459116" sldId="291"/>
        </pc:sldMkLst>
        <pc:grpChg chg="mod">
          <ac:chgData name="NARCISE, ETHAN LEM QUETURAS" userId="S::ethan_narcise0154@claretschool.edu.ph::a58f02a3-0f54-400e-a0f7-2fd1f427e4ba" providerId="AD" clId="Web-{C236E55A-4F05-22E5-75ED-779791842DD4}" dt="2026-07-30T09:02:21.141" v="1" actId="1076"/>
          <ac:grpSpMkLst>
            <pc:docMk/>
            <pc:sldMk cId="294459116" sldId="291"/>
            <ac:grpSpMk id="2" creationId="{73ADC885-BD30-C467-17EA-AC76C7659E6C}"/>
          </ac:grpSpMkLst>
        </pc:grpChg>
      </pc:sldChg>
    </pc:docChg>
  </pc:docChgLst>
  <pc:docChgLst>
    <pc:chgData name="BARAAN, ISAIAH DEANEY BLANE FANER" userId="S::isaiah_baraan0270@claretschool.edu.ph::0c93231b-5eb9-4907-99e4-232c9baf6d1b" providerId="AD" clId="Web-{8DF6BA05-F332-3364-66DE-84B6C21C57A4}"/>
    <pc:docChg chg="modSld">
      <pc:chgData name="BARAAN, ISAIAH DEANEY BLANE FANER" userId="S::isaiah_baraan0270@claretschool.edu.ph::0c93231b-5eb9-4907-99e4-232c9baf6d1b" providerId="AD" clId="Web-{8DF6BA05-F332-3364-66DE-84B6C21C57A4}" dt="2026-08-04T22:28:17.306" v="0" actId="1076"/>
      <pc:docMkLst>
        <pc:docMk/>
      </pc:docMkLst>
      <pc:sldChg chg="modSp">
        <pc:chgData name="BARAAN, ISAIAH DEANEY BLANE FANER" userId="S::isaiah_baraan0270@claretschool.edu.ph::0c93231b-5eb9-4907-99e4-232c9baf6d1b" providerId="AD" clId="Web-{8DF6BA05-F332-3364-66DE-84B6C21C57A4}" dt="2026-08-04T22:28:17.306" v="0" actId="1076"/>
        <pc:sldMkLst>
          <pc:docMk/>
          <pc:sldMk cId="4273693152" sldId="282"/>
        </pc:sldMkLst>
        <pc:grpChg chg="mod">
          <ac:chgData name="BARAAN, ISAIAH DEANEY BLANE FANER" userId="S::isaiah_baraan0270@claretschool.edu.ph::0c93231b-5eb9-4907-99e4-232c9baf6d1b" providerId="AD" clId="Web-{8DF6BA05-F332-3364-66DE-84B6C21C57A4}" dt="2026-08-04T22:28:17.306" v="0" actId="1076"/>
          <ac:grpSpMkLst>
            <pc:docMk/>
            <pc:sldMk cId="4273693152" sldId="282"/>
            <ac:grpSpMk id="2" creationId="{20E08F77-7089-7926-05F7-58BB7BBA1B5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7808B-60FD-4F90-B91A-C002E7358A7D}" type="datetimeFigureOut">
              <a:rPr lang="en-PH" smtClean="0"/>
              <a:t>04/08/2026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80E74-DEA3-4CF5-AEA2-E3C1996BF6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890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4651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28A8-DA95-7560-7EB8-7BBA7E08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19304-E603-2F1E-5223-858B64A5B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719F6-4D15-B4DE-08B4-3CD23802A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2DDA5-4DBA-0967-4DD4-3B50DDBD7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7480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4A8AE-7600-5351-DF0C-6DE26CFA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8C731-9604-30B7-444E-A3ACF0750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E56DB-7BF1-1264-272B-DBE460342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424FB-8A9F-20A1-0945-0BD98EC1A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46056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4BDA-EBDE-DCF3-B148-25C64D1A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A5CF2-D36B-06E1-F95D-4F4FB94FC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E229B-7BBC-7665-637E-79899A0F1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22A0F-B5BD-B261-5DD2-C49CC3D91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88127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A53E-506B-8441-6619-1FD152EE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3A569-EEB6-2652-C291-161081FEC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B0C32-1717-5DEF-8FAA-229E85525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A910E-42E8-F9EC-ED28-D24F138EC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156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2D5F-8295-9F84-CC32-99AA6EEC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0ADA-D169-9A62-25B7-C6DABDB71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D8028-513C-98FF-B2D1-D8CA62CB3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966A8-E80A-6887-6B69-83FD03D86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2747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32EE-7526-362B-617A-C7CE4CE2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3F86C-44C5-F54D-51D6-4E640AF02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DC05B-BE8B-233C-7EAA-90A69BA85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F257-9534-AD6B-C2A8-6958A8A76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5450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1EF7-7DC4-69D0-9241-2699F539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C87BD-9241-EEBC-BFAC-EAF4D833C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E479A-83D6-9789-3DB3-1F98C673F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B8FB1-51B8-DEEF-2106-FD053D5B0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1583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1A922-C347-DE48-99CF-8BD8B6FD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A7FBB-8D5B-BB10-77C2-1F52D5308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78E61-B1B4-BD00-0021-5B41CB331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30150-6EEE-432E-C11C-017776D71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0E74-DEA3-4CF5-AEA2-E3C1996BF62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6611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1885294" y="3001962"/>
            <a:ext cx="14517412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MATHEMATICS</a:t>
            </a:r>
          </a:p>
        </p:txBody>
      </p:sp>
      <p:sp>
        <p:nvSpPr>
          <p:cNvPr id="13" name="Freeform 13"/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/>
          <p:cNvSpPr txBox="1"/>
          <p:nvPr/>
        </p:nvSpPr>
        <p:spPr>
          <a:xfrm>
            <a:off x="4887415" y="8757604"/>
            <a:ext cx="8817969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E1E1E1"/>
                </a:solidFill>
                <a:latin typeface="Monterchi Bold"/>
                <a:ea typeface="Monterchi Bold"/>
                <a:cs typeface="Monterchi Bold"/>
                <a:sym typeface="Monterchi Bold"/>
              </a:rPr>
              <a:t>Prepared by: Mr. Fajardo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8644" y="246899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Welcome to our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4463" y="518077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Class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400" y="1559280"/>
            <a:ext cx="16497199" cy="7607883"/>
            <a:chOff x="0" y="0"/>
            <a:chExt cx="4344941" cy="2003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44941" cy="2003722"/>
            </a:xfrm>
            <a:custGeom>
              <a:avLst/>
              <a:gdLst/>
              <a:ahLst/>
              <a:cxnLst/>
              <a:rect l="l" t="t" r="r" b="b"/>
              <a:pathLst>
                <a:path w="4344941" h="2003722">
                  <a:moveTo>
                    <a:pt x="23934" y="0"/>
                  </a:moveTo>
                  <a:lnTo>
                    <a:pt x="4321008" y="0"/>
                  </a:lnTo>
                  <a:cubicBezTo>
                    <a:pt x="4327355" y="0"/>
                    <a:pt x="4333443" y="2522"/>
                    <a:pt x="4337931" y="7010"/>
                  </a:cubicBezTo>
                  <a:cubicBezTo>
                    <a:pt x="4342420" y="11498"/>
                    <a:pt x="4344941" y="17586"/>
                    <a:pt x="4344941" y="23934"/>
                  </a:cubicBezTo>
                  <a:lnTo>
                    <a:pt x="4344941" y="1979789"/>
                  </a:lnTo>
                  <a:cubicBezTo>
                    <a:pt x="4344941" y="1993007"/>
                    <a:pt x="4334226" y="2003722"/>
                    <a:pt x="4321008" y="2003722"/>
                  </a:cubicBezTo>
                  <a:lnTo>
                    <a:pt x="23934" y="2003722"/>
                  </a:lnTo>
                  <a:cubicBezTo>
                    <a:pt x="10715" y="2003722"/>
                    <a:pt x="0" y="1993007"/>
                    <a:pt x="0" y="1979789"/>
                  </a:cubicBezTo>
                  <a:lnTo>
                    <a:pt x="0" y="23934"/>
                  </a:lnTo>
                  <a:cubicBezTo>
                    <a:pt x="0" y="10715"/>
                    <a:pt x="10715" y="0"/>
                    <a:pt x="23934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223939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44941" cy="20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11354" y="2541957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6EA8F9-BF56-FA78-4D74-C4F71062B50B}"/>
              </a:ext>
            </a:extLst>
          </p:cNvPr>
          <p:cNvGrpSpPr/>
          <p:nvPr/>
        </p:nvGrpSpPr>
        <p:grpSpPr>
          <a:xfrm>
            <a:off x="2213733" y="730327"/>
            <a:ext cx="10740267" cy="1657907"/>
            <a:chOff x="2213733" y="730327"/>
            <a:chExt cx="10740267" cy="1657907"/>
          </a:xfrm>
        </p:grpSpPr>
        <p:grpSp>
          <p:nvGrpSpPr>
            <p:cNvPr id="8" name="Group 8"/>
            <p:cNvGrpSpPr/>
            <p:nvPr/>
          </p:nvGrpSpPr>
          <p:grpSpPr>
            <a:xfrm>
              <a:off x="2213733" y="730327"/>
              <a:ext cx="10740267" cy="1657907"/>
              <a:chOff x="0" y="0"/>
              <a:chExt cx="2693549" cy="436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362200" y="1020671"/>
              <a:ext cx="10227067" cy="10772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70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Learning Objectives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3905" y="2235116"/>
            <a:ext cx="15595079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48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Recall the concepts and procedures related to quadratic equations. 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48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Apply appropriate strategies in solving different types of quadratic equations. 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48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Evaluate their readiness for the Mastery Test by identifying their strengths and areas for improvement.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573188" y="7256692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8275-9BAF-2C09-6ADD-D8E5FA67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DF82CD-8848-2CA9-81FA-E2694D999A8E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2BF88E-410C-16E0-DDC8-167CAD809708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B7F9FD-F128-DA19-3A1D-7FEB6C12F36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1B3F330-21DE-D6A7-B713-40EE0BCD9100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C44A3D1-74BB-7F2D-02DC-95663ADF8C04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52A3FD-9C82-A51F-62F0-2474842CFDE6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6E94B45-F696-705E-341F-A1481875CDD0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05514E-67AB-4EB6-F513-6439266CD14B}"/>
              </a:ext>
            </a:extLst>
          </p:cNvPr>
          <p:cNvSpPr txBox="1"/>
          <p:nvPr/>
        </p:nvSpPr>
        <p:spPr>
          <a:xfrm>
            <a:off x="1943642" y="1894329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Quadratic equations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8CDA47D-9B78-C7F7-4479-8BECF410D08E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552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2D4BE-0F6B-74FB-A511-D551B803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AF2D09-11ED-D13C-6AB3-FF39F700DBB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A55C4B-6FD4-3741-1367-59A037BA498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E11BF4-8A00-0C6B-F985-517666EB3753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C567FF-6F06-9037-1B99-C8E11762B5D2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D24DFB-CF09-70C4-8EE6-CDAF7FD8AD61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1CDEC8-52E6-E08B-1B5D-3DA7902349F4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425880A-C1B4-AA1F-B435-98A4E9CCA438}"/>
              </a:ext>
            </a:extLst>
          </p:cNvPr>
          <p:cNvGrpSpPr/>
          <p:nvPr/>
        </p:nvGrpSpPr>
        <p:grpSpPr>
          <a:xfrm>
            <a:off x="4057932" y="1177261"/>
            <a:ext cx="10227067" cy="1657907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879302-BA12-A896-45D2-E182D622A2AF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5DFFA8-CC8E-A3F9-9367-0E62FCF82FF0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7E08AA4-88B6-FCAB-CAC1-E5823761FEDB}"/>
                  </a:ext>
                </a:extLst>
              </p:cNvPr>
              <p:cNvSpPr txBox="1"/>
              <p:nvPr/>
            </p:nvSpPr>
            <p:spPr>
              <a:xfrm>
                <a:off x="3073865" y="3318357"/>
                <a:ext cx="12003425" cy="500707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:r>
                  <a:rPr lang="en-PH" sz="45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 quadratic equation in one variable is of the form:</a:t>
                </a:r>
              </a:p>
              <a:p>
                <a:pPr marL="431799" lvl="1" algn="ctr">
                  <a:lnSpc>
                    <a:spcPct val="150000"/>
                  </a:lnSpc>
                </a:pPr>
                <a:r>
                  <a:rPr lang="en-PH" sz="6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</a:t>
                </a:r>
                <a14:m>
                  <m:oMath xmlns:m="http://schemas.openxmlformats.org/officeDocument/2006/math"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𝒂</m:t>
                    </m:r>
                    <m:sSup>
                      <m:sSupPr>
                        <m:ctrlPr>
                          <a:rPr lang="en-PH" sz="6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6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𝒃𝒙</m:t>
                    </m:r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𝒄</m:t>
                    </m:r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6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US" sz="6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31799" lvl="1" algn="just">
                  <a:lnSpc>
                    <a:spcPts val="5599"/>
                  </a:lnSpc>
                </a:pPr>
                <a:r>
                  <a:rPr lang="en-US" sz="45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where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</m:oMath>
                </a14:m>
                <a:r>
                  <a:rPr lang="en-US" sz="45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and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𝑐</m:t>
                    </m:r>
                  </m:oMath>
                </a14:m>
                <a:r>
                  <a:rPr lang="en-US" sz="45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are real numbers, and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≠0</m:t>
                    </m:r>
                  </m:oMath>
                </a14:m>
                <a:r>
                  <a:rPr lang="en-US" sz="45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. </a:t>
                </a:r>
              </a:p>
              <a:p>
                <a:pPr marL="431799" lvl="1" algn="just">
                  <a:lnSpc>
                    <a:spcPts val="5599"/>
                  </a:lnSpc>
                </a:pPr>
                <a:endParaRPr lang="en-US" sz="45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31799" lvl="1" algn="just">
                  <a:lnSpc>
                    <a:spcPts val="5599"/>
                  </a:lnSpc>
                </a:pPr>
                <a:r>
                  <a:rPr lang="en-US" sz="45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This form of a quadratic equation is written in standard form. </a:t>
                </a: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7E08AA4-88B6-FCAB-CAC1-E5823761F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865" y="3318357"/>
                <a:ext cx="12003425" cy="5007076"/>
              </a:xfrm>
              <a:prstGeom prst="rect">
                <a:avLst/>
              </a:prstGeom>
              <a:blipFill>
                <a:blip r:embed="rId3"/>
                <a:stretch>
                  <a:fillRect t="-2920" r="-2895" b="-5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9">
            <a:extLst>
              <a:ext uri="{FF2B5EF4-FFF2-40B4-BE49-F238E27FC236}">
                <a16:creationId xmlns:a16="http://schemas.microsoft.com/office/drawing/2014/main" id="{6C65496A-BBFB-B147-2181-D8691DBB9A35}"/>
              </a:ext>
            </a:extLst>
          </p:cNvPr>
          <p:cNvSpPr txBox="1"/>
          <p:nvPr/>
        </p:nvSpPr>
        <p:spPr>
          <a:xfrm>
            <a:off x="3962045" y="1317819"/>
            <a:ext cx="10227067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What is a Quadratic Equation?</a:t>
            </a:r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862DAECE-304B-6629-E22A-93757842CCF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818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DA2A-8A02-94EE-68BC-F4F4B9A7E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C8DF3D-3F33-5C31-9731-27CAA69B1EAD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16D309-574F-5261-2A92-C53971AED82D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60B85F-33DF-E7F8-4F24-888C79B84347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E1FB43A-31EA-FBC3-B5BF-9E70CCC382FB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07A9731-913B-4023-901B-020F84E2823A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C2E370D-2805-FA2A-CDB4-489632090C86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D193588-D727-A792-28B8-D8980F798FA5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4B8D898D-004A-A462-1DF2-838165D5A86E}"/>
                  </a:ext>
                </a:extLst>
              </p:cNvPr>
              <p:cNvSpPr txBox="1"/>
              <p:nvPr/>
            </p:nvSpPr>
            <p:spPr>
              <a:xfrm>
                <a:off x="2057400" y="1125632"/>
                <a:ext cx="15087600" cy="23605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5000" b="1" i="1" smtClean="0">
                              <a:solidFill>
                                <a:srgbClr val="223939"/>
                              </a:solidFill>
                              <a:latin typeface="Cambria Math" panose="02040503050406030204" pitchFamily="18" charset="0"/>
                              <a:ea typeface="Borsok"/>
                              <a:cs typeface="Borsok"/>
                              <a:sym typeface="Borsok"/>
                            </a:rPr>
                          </m:ctrlPr>
                        </m:sSupPr>
                        <m:e>
                          <m:r>
                            <a:rPr lang="en-PH" sz="15000" b="1" i="1" smtClean="0">
                              <a:solidFill>
                                <a:srgbClr val="223939"/>
                              </a:solidFill>
                              <a:latin typeface="Cambria Math" panose="02040503050406030204" pitchFamily="18" charset="0"/>
                              <a:ea typeface="Borsok"/>
                              <a:cs typeface="Borsok"/>
                              <a:sym typeface="Borsok"/>
                            </a:rPr>
                            <m:t>𝒙</m:t>
                          </m:r>
                        </m:e>
                        <m:sup>
                          <m:r>
                            <a:rPr lang="en-PH" sz="15000" b="1" i="1" smtClean="0">
                              <a:solidFill>
                                <a:srgbClr val="223939"/>
                              </a:solidFill>
                              <a:latin typeface="Cambria Math" panose="02040503050406030204" pitchFamily="18" charset="0"/>
                              <a:ea typeface="Borsok"/>
                              <a:cs typeface="Borsok"/>
                              <a:sym typeface="Borsok"/>
                            </a:rPr>
                            <m:t>𝟐</m:t>
                          </m:r>
                        </m:sup>
                      </m:sSup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+</m:t>
                      </m:r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𝟑</m:t>
                      </m:r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𝒙</m:t>
                      </m:r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−</m:t>
                      </m:r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𝟏𝟖</m:t>
                      </m:r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=</m:t>
                      </m:r>
                      <m:r>
                        <a:rPr lang="en-PH" sz="15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𝟎</m:t>
                      </m:r>
                    </m:oMath>
                  </m:oMathPara>
                </a14:m>
                <a:endParaRPr lang="en-US" sz="15000" b="1">
                  <a:solidFill>
                    <a:srgbClr val="223939"/>
                  </a:solidFill>
                  <a:latin typeface="Borsok"/>
                  <a:ea typeface="Borsok"/>
                  <a:cs typeface="Borsok"/>
                  <a:sym typeface="Borsok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4B8D898D-004A-A462-1DF2-838165D5A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125632"/>
                <a:ext cx="15087600" cy="2360518"/>
              </a:xfrm>
              <a:prstGeom prst="rect">
                <a:avLst/>
              </a:prstGeom>
              <a:blipFill>
                <a:blip r:embed="rId4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4">
            <a:extLst>
              <a:ext uri="{FF2B5EF4-FFF2-40B4-BE49-F238E27FC236}">
                <a16:creationId xmlns:a16="http://schemas.microsoft.com/office/drawing/2014/main" id="{E2472833-387B-8440-008C-DAD8AA1C51AC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2">
                <a:extLst>
                  <a:ext uri="{FF2B5EF4-FFF2-40B4-BE49-F238E27FC236}">
                    <a16:creationId xmlns:a16="http://schemas.microsoft.com/office/drawing/2014/main" id="{111D4D29-FED9-2718-F537-3EC73B2B2954}"/>
                  </a:ext>
                </a:extLst>
              </p:cNvPr>
              <p:cNvSpPr txBox="1"/>
              <p:nvPr/>
            </p:nvSpPr>
            <p:spPr>
              <a:xfrm>
                <a:off x="685800" y="3548562"/>
                <a:ext cx="6400800" cy="153888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𝒂</m:t>
                      </m:r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𝟏</m:t>
                      </m:r>
                    </m:oMath>
                  </m:oMathPara>
                </a14:m>
                <a:endParaRPr lang="en-US" sz="10000" b="1">
                  <a:solidFill>
                    <a:srgbClr val="223939"/>
                  </a:solidFill>
                  <a:latin typeface="Borsok"/>
                  <a:ea typeface="Borsok"/>
                  <a:cs typeface="Borsok"/>
                  <a:sym typeface="Borsok"/>
                </a:endParaRPr>
              </a:p>
            </p:txBody>
          </p:sp>
        </mc:Choice>
        <mc:Fallback xmlns="">
          <p:sp>
            <p:nvSpPr>
              <p:cNvPr id="8" name="TextBox 12">
                <a:extLst>
                  <a:ext uri="{FF2B5EF4-FFF2-40B4-BE49-F238E27FC236}">
                    <a16:creationId xmlns:a16="http://schemas.microsoft.com/office/drawing/2014/main" id="{111D4D29-FED9-2718-F537-3EC73B2B2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548562"/>
                <a:ext cx="6400800" cy="15388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2">
                <a:extLst>
                  <a:ext uri="{FF2B5EF4-FFF2-40B4-BE49-F238E27FC236}">
                    <a16:creationId xmlns:a16="http://schemas.microsoft.com/office/drawing/2014/main" id="{5B9D7AC3-4CA1-8FCC-A1FA-A74C2603FA36}"/>
                  </a:ext>
                </a:extLst>
              </p:cNvPr>
              <p:cNvSpPr txBox="1"/>
              <p:nvPr/>
            </p:nvSpPr>
            <p:spPr>
              <a:xfrm>
                <a:off x="685800" y="4947720"/>
                <a:ext cx="6400800" cy="153888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𝒃</m:t>
                      </m:r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𝟑</m:t>
                      </m:r>
                    </m:oMath>
                  </m:oMathPara>
                </a14:m>
                <a:endParaRPr lang="en-US" sz="10000" b="1">
                  <a:solidFill>
                    <a:srgbClr val="223939"/>
                  </a:solidFill>
                  <a:latin typeface="Borsok"/>
                  <a:ea typeface="Borsok"/>
                  <a:cs typeface="Borsok"/>
                  <a:sym typeface="Borsok"/>
                </a:endParaRPr>
              </a:p>
            </p:txBody>
          </p:sp>
        </mc:Choice>
        <mc:Fallback xmlns="">
          <p:sp>
            <p:nvSpPr>
              <p:cNvPr id="10" name="TextBox 12">
                <a:extLst>
                  <a:ext uri="{FF2B5EF4-FFF2-40B4-BE49-F238E27FC236}">
                    <a16:creationId xmlns:a16="http://schemas.microsoft.com/office/drawing/2014/main" id="{5B9D7AC3-4CA1-8FCC-A1FA-A74C2603F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947720"/>
                <a:ext cx="6400800" cy="15388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2">
                <a:extLst>
                  <a:ext uri="{FF2B5EF4-FFF2-40B4-BE49-F238E27FC236}">
                    <a16:creationId xmlns:a16="http://schemas.microsoft.com/office/drawing/2014/main" id="{F0D91F01-DA71-4AC0-3A1C-3DB06D52F52C}"/>
                  </a:ext>
                </a:extLst>
              </p:cNvPr>
              <p:cNvSpPr txBox="1"/>
              <p:nvPr/>
            </p:nvSpPr>
            <p:spPr>
              <a:xfrm>
                <a:off x="1456726" y="6295280"/>
                <a:ext cx="6400800" cy="153888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𝒄</m:t>
                      </m:r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=−</m:t>
                      </m:r>
                      <m:r>
                        <a:rPr lang="en-PH" sz="10000" b="1" i="1" smtClean="0">
                          <a:solidFill>
                            <a:srgbClr val="223939"/>
                          </a:solidFill>
                          <a:latin typeface="Cambria Math" panose="02040503050406030204" pitchFamily="18" charset="0"/>
                          <a:ea typeface="Borsok"/>
                          <a:cs typeface="Borsok"/>
                          <a:sym typeface="Borsok"/>
                        </a:rPr>
                        <m:t>𝟏𝟖</m:t>
                      </m:r>
                    </m:oMath>
                  </m:oMathPara>
                </a14:m>
                <a:endParaRPr lang="en-US" sz="10000" b="1">
                  <a:solidFill>
                    <a:srgbClr val="223939"/>
                  </a:solidFill>
                  <a:latin typeface="Borsok"/>
                  <a:ea typeface="Borsok"/>
                  <a:cs typeface="Borsok"/>
                  <a:sym typeface="Borsok"/>
                </a:endParaRPr>
              </a:p>
            </p:txBody>
          </p:sp>
        </mc:Choice>
        <mc:Fallback xmlns="">
          <p:sp>
            <p:nvSpPr>
              <p:cNvPr id="11" name="TextBox 12">
                <a:extLst>
                  <a:ext uri="{FF2B5EF4-FFF2-40B4-BE49-F238E27FC236}">
                    <a16:creationId xmlns:a16="http://schemas.microsoft.com/office/drawing/2014/main" id="{F0D91F01-DA71-4AC0-3A1C-3DB06D52F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26" y="6295280"/>
                <a:ext cx="6400800" cy="15388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557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4233" y="1797727"/>
            <a:ext cx="8115300" cy="6636615"/>
            <a:chOff x="0" y="0"/>
            <a:chExt cx="2137363" cy="17479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7363" cy="1747915"/>
            </a:xfrm>
            <a:custGeom>
              <a:avLst/>
              <a:gdLst/>
              <a:ahLst/>
              <a:cxnLst/>
              <a:rect l="l" t="t" r="r" b="b"/>
              <a:pathLst>
                <a:path w="2137363" h="1747915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728835"/>
                  </a:lnTo>
                  <a:cubicBezTo>
                    <a:pt x="2137363" y="1739373"/>
                    <a:pt x="2128821" y="1747915"/>
                    <a:pt x="2118283" y="1747915"/>
                  </a:cubicBezTo>
                  <a:lnTo>
                    <a:pt x="19080" y="1747915"/>
                  </a:lnTo>
                  <a:cubicBezTo>
                    <a:pt x="8542" y="1747915"/>
                    <a:pt x="0" y="1739373"/>
                    <a:pt x="0" y="172883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DFCF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37363" cy="178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78467" y="1797727"/>
            <a:ext cx="8115300" cy="6636615"/>
            <a:chOff x="0" y="0"/>
            <a:chExt cx="2137363" cy="17479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7363" cy="1747915"/>
            </a:xfrm>
            <a:custGeom>
              <a:avLst/>
              <a:gdLst/>
              <a:ahLst/>
              <a:cxnLst/>
              <a:rect l="l" t="t" r="r" b="b"/>
              <a:pathLst>
                <a:path w="2137363" h="1747915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728835"/>
                  </a:lnTo>
                  <a:cubicBezTo>
                    <a:pt x="2137363" y="1739373"/>
                    <a:pt x="2128821" y="1747915"/>
                    <a:pt x="2118283" y="1747915"/>
                  </a:cubicBezTo>
                  <a:lnTo>
                    <a:pt x="19080" y="1747915"/>
                  </a:lnTo>
                  <a:cubicBezTo>
                    <a:pt x="8542" y="1747915"/>
                    <a:pt x="0" y="1739373"/>
                    <a:pt x="0" y="172883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DFCF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37363" cy="178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38399" y="664252"/>
            <a:ext cx="13747877" cy="2866378"/>
            <a:chOff x="0" y="0"/>
            <a:chExt cx="4075175" cy="754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75175" cy="754931"/>
            </a:xfrm>
            <a:custGeom>
              <a:avLst/>
              <a:gdLst/>
              <a:ahLst/>
              <a:cxnLst/>
              <a:rect l="l" t="t" r="r" b="b"/>
              <a:pathLst>
                <a:path w="4075175" h="754931">
                  <a:moveTo>
                    <a:pt x="10007" y="0"/>
                  </a:moveTo>
                  <a:lnTo>
                    <a:pt x="4065168" y="0"/>
                  </a:lnTo>
                  <a:cubicBezTo>
                    <a:pt x="4067822" y="0"/>
                    <a:pt x="4070367" y="1054"/>
                    <a:pt x="4072244" y="2931"/>
                  </a:cubicBezTo>
                  <a:cubicBezTo>
                    <a:pt x="4074121" y="4808"/>
                    <a:pt x="4075175" y="7353"/>
                    <a:pt x="4075175" y="10007"/>
                  </a:cubicBezTo>
                  <a:lnTo>
                    <a:pt x="4075175" y="744924"/>
                  </a:lnTo>
                  <a:cubicBezTo>
                    <a:pt x="4075175" y="750451"/>
                    <a:pt x="4070695" y="754931"/>
                    <a:pt x="4065168" y="754931"/>
                  </a:cubicBezTo>
                  <a:lnTo>
                    <a:pt x="10007" y="754931"/>
                  </a:lnTo>
                  <a:cubicBezTo>
                    <a:pt x="4480" y="754931"/>
                    <a:pt x="0" y="750451"/>
                    <a:pt x="0" y="744924"/>
                  </a:cubicBezTo>
                  <a:lnTo>
                    <a:pt x="0" y="10007"/>
                  </a:lnTo>
                  <a:cubicBezTo>
                    <a:pt x="0" y="4480"/>
                    <a:pt x="4480" y="0"/>
                    <a:pt x="10007" y="0"/>
                  </a:cubicBezTo>
                  <a:close/>
                </a:path>
              </a:pathLst>
            </a:custGeom>
            <a:solidFill>
              <a:srgbClr val="A8BDA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75175" cy="79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26986" y="664252"/>
            <a:ext cx="14710322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1C2B2B"/>
                </a:solidFill>
                <a:latin typeface="Bugaki"/>
                <a:ea typeface="Bugaki"/>
                <a:cs typeface="Bugaki"/>
                <a:sym typeface="Bugaki"/>
              </a:rPr>
              <a:t>Let’s Try This!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7"/>
              <p:cNvSpPr txBox="1"/>
              <p:nvPr/>
            </p:nvSpPr>
            <p:spPr>
              <a:xfrm>
                <a:off x="2989791" y="1827874"/>
                <a:ext cx="12141509" cy="144911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599"/>
                  </a:lnSpc>
                </a:pPr>
                <a:r>
                  <a:rPr lang="en-US" sz="50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Write the equations in standard form, then identify the values of </a:t>
                </a: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</m:oMath>
                </a14:m>
                <a:r>
                  <a:rPr lang="en-US" sz="50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and </a:t>
                </a: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𝑐</m:t>
                    </m:r>
                  </m:oMath>
                </a14:m>
                <a:r>
                  <a:rPr lang="en-US" sz="500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.</a:t>
                </a:r>
              </a:p>
            </p:txBody>
          </p:sp>
        </mc:Choice>
        <mc:Fallback xmlns="">
          <p:sp>
            <p:nvSpPr>
              <p:cNvPr id="17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791" y="1827874"/>
                <a:ext cx="12141509" cy="1449115"/>
              </a:xfrm>
              <a:prstGeom prst="rect">
                <a:avLst/>
              </a:prstGeom>
              <a:blipFill>
                <a:blip r:embed="rId3"/>
                <a:stretch>
                  <a:fillRect l="-1155" t="-15966" r="-24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/>
              <p:cNvSpPr txBox="1"/>
              <p:nvPr/>
            </p:nvSpPr>
            <p:spPr>
              <a:xfrm>
                <a:off x="1135047" y="3934586"/>
                <a:ext cx="7433671" cy="320222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2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3</m:t>
                    </m:r>
                    <m:sSup>
                      <m:sSupPr>
                        <m:ctrlPr>
                          <a:rPr lang="en-PH" sz="4499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499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4499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+4</m:t>
                    </m:r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+4=0</m:t>
                    </m:r>
                  </m:oMath>
                </a14:m>
                <a:endParaRPr lang="en-PH" sz="4499" b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2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2</m:t>
                    </m:r>
                    <m:sSup>
                      <m:sSupPr>
                        <m:ctrlPr>
                          <a:rPr lang="en-PH" sz="4499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499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4499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+6</m:t>
                    </m:r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4499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−3=0</m:t>
                    </m:r>
                  </m:oMath>
                </a14:m>
                <a:endParaRPr lang="en-PH" sz="4499" b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8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7" y="3934586"/>
                <a:ext cx="7433671" cy="32022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9"/>
          <p:cNvSpPr txBox="1"/>
          <p:nvPr/>
        </p:nvSpPr>
        <p:spPr>
          <a:xfrm>
            <a:off x="9142343" y="3530630"/>
            <a:ext cx="7433671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2" lvl="1" algn="l">
              <a:lnSpc>
                <a:spcPts val="6299"/>
              </a:lnSpc>
            </a:pPr>
            <a:r>
              <a:rPr lang="en-US" sz="4499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Answers: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8">
                <a:extLst>
                  <a:ext uri="{FF2B5EF4-FFF2-40B4-BE49-F238E27FC236}">
                    <a16:creationId xmlns:a16="http://schemas.microsoft.com/office/drawing/2014/main" id="{2AA432E1-406A-C8B8-13C5-83C12BC0420F}"/>
                  </a:ext>
                </a:extLst>
              </p:cNvPr>
              <p:cNvSpPr txBox="1"/>
              <p:nvPr/>
            </p:nvSpPr>
            <p:spPr>
              <a:xfrm>
                <a:off x="9214252" y="3934585"/>
                <a:ext cx="7433671" cy="320222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2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=3, 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=4, 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𝑐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=4</m:t>
                    </m:r>
                  </m:oMath>
                </a14:m>
                <a:endParaRPr lang="en-PH" sz="4499" b="0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2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=2, 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=6, 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𝑐</m:t>
                    </m:r>
                    <m:r>
                      <a:rPr lang="en-PH" sz="4499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=−3</m:t>
                    </m:r>
                  </m:oMath>
                </a14:m>
                <a:endParaRPr lang="en-PH" sz="4499" b="0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5" name="TextBox 18">
                <a:extLst>
                  <a:ext uri="{FF2B5EF4-FFF2-40B4-BE49-F238E27FC236}">
                    <a16:creationId xmlns:a16="http://schemas.microsoft.com/office/drawing/2014/main" id="{2AA432E1-406A-C8B8-13C5-83C12BC04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252" y="3934585"/>
                <a:ext cx="7433671" cy="32022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E784-9B3B-33EE-382C-AA20C222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4F44C6-C69D-E32E-29E5-007DF1736A0B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DDF4FBC-B93E-91BD-9E83-8B6AF9559FC0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7062620-04FF-0899-AD5E-9C216EA81756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4A83CCC-33D1-FE00-2500-D58BDF55552E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ACA170-706B-0545-EB0D-3A33C1921516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0614C69-F2BA-AA86-3D16-352CB7303827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2DA8A53-C29D-F9CE-1E79-0F6AC29DE92E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040184A-4D10-3428-12CC-92001EBB4E3A}"/>
              </a:ext>
            </a:extLst>
          </p:cNvPr>
          <p:cNvSpPr txBox="1"/>
          <p:nvPr/>
        </p:nvSpPr>
        <p:spPr>
          <a:xfrm>
            <a:off x="1943642" y="2956275"/>
            <a:ext cx="14517412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Let’s recall!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BFB845E-DAA9-EE5D-1BD5-A21EDC5253BD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0310A66B-C64C-C284-D56D-2484859AD4AA}"/>
              </a:ext>
            </a:extLst>
          </p:cNvPr>
          <p:cNvSpPr txBox="1"/>
          <p:nvPr/>
        </p:nvSpPr>
        <p:spPr>
          <a:xfrm>
            <a:off x="3364463" y="5180779"/>
            <a:ext cx="11868503" cy="1763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Different Methods in Solving Quadratic Equations</a:t>
            </a:r>
          </a:p>
        </p:txBody>
      </p:sp>
    </p:spTree>
    <p:extLst>
      <p:ext uri="{BB962C8B-B14F-4D97-AF65-F5344CB8AC3E}">
        <p14:creationId xmlns:p14="http://schemas.microsoft.com/office/powerpoint/2010/main" val="292587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F65ED-992A-2CF9-148F-B6D640C7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B2BFA6-65BE-0562-73D3-FEEDD0B1754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F5E841-67DB-95E9-C74E-5A15C8D4DF8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46BAF1-C009-B2F9-EDDE-C68E42ABDAA7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FC49F3-9227-F7A8-9F04-BC37D65CFD6D}"/>
              </a:ext>
            </a:extLst>
          </p:cNvPr>
          <p:cNvGrpSpPr/>
          <p:nvPr/>
        </p:nvGrpSpPr>
        <p:grpSpPr>
          <a:xfrm>
            <a:off x="2133602" y="1177261"/>
            <a:ext cx="13868398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BE4C466-268C-0B4D-E706-6BE14BA94BF7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30D706B-CC05-7618-BD8A-161E96611906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7091297-E924-B672-72EF-5B304AD965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C5C3C0A-093A-D71D-B225-C16CB9D77590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73C0480-906B-2F91-521F-13DCCF5E64BB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8BD5F17-4C99-11FC-FD70-6A3174052F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98175F6-7D8A-8CEA-E301-AF906551403D}"/>
                </a:ext>
              </a:extLst>
            </p:cNvPr>
            <p:cNvSpPr txBox="1"/>
            <p:nvPr/>
          </p:nvSpPr>
          <p:spPr>
            <a:xfrm>
              <a:off x="2607069" y="3175649"/>
              <a:ext cx="11677930" cy="5539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289049" lvl="1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60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Extracting of Square Roots</a:t>
              </a:r>
            </a:p>
            <a:p>
              <a:pPr marL="1289049" lvl="1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60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Factoring</a:t>
              </a:r>
            </a:p>
            <a:p>
              <a:pPr marL="1289049" lvl="1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60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Completing the Square</a:t>
              </a:r>
            </a:p>
            <a:p>
              <a:pPr marL="1289049" lvl="1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60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Quadratic Formula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F743E79-1584-8205-92BE-415B8DDE5808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3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Let’s Recall!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982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753CF-CC10-9548-48EA-7B28269E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139237-C416-28CB-89C0-9F866AFCD976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AF0716-1E84-E268-8EB1-D9BD0AF86679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16D7052-5FCB-C29F-0FE5-80BD22CC3218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CF2888-DE07-85EE-5F46-55EB79FDFE44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656C8D8-67DF-17D4-47C3-E8C1B4095154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DEB9DFD-4329-D9FB-5C64-6B2CD640A300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3F37CA3F-D394-A21C-ED86-7411DE50AB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19521192-2A7B-24BB-D431-589C534D5D23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B297349-10E6-75E7-1921-0289D029053C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57A60B52-6C37-27CA-B010-82366F9A7A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FE8B99E5-CAB2-6563-8255-B67F9EB6D637}"/>
                    </a:ext>
                  </a:extLst>
                </p:cNvPr>
                <p:cNvSpPr txBox="1"/>
                <p:nvPr/>
              </p:nvSpPr>
              <p:spPr>
                <a:xfrm>
                  <a:off x="6014404" y="4696721"/>
                  <a:ext cx="6614397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𝟐𝟓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FE8B99E5-CAB2-6563-8255-B67F9EB6D6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404" y="4696721"/>
                  <a:ext cx="6614397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44935E8-5234-6147-EF9F-75E6FE31CC59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Extracting of Square Roots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579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D2D58-F1A4-6CB7-1F9A-E6489DB4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2055E8-C56A-ADA8-82F9-C60858BEFB69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EB5BF4-06C9-F434-9673-2552BE4702D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98CCE5C-2E3B-4B11-3F3B-BDAE1CD991D8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A310F41-DA36-4C36-9EE7-A440FBD81FBD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D42066A-0210-080B-C8C0-2039E1EFD475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0621F84-2B64-F28F-0250-6BE1C989F20E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F7BF2027-20C1-A3CD-21AA-DF6661A1BF0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BF54458-8712-B578-81BB-DA9CC6A269B9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0BF643CD-CDAA-76F7-B9FF-A55DC612C693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09DB52C-888A-8FBE-7752-7784820322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2F88B5EE-54C0-A380-F404-C0A03D62E447}"/>
                    </a:ext>
                  </a:extLst>
                </p:cNvPr>
                <p:cNvSpPr txBox="1"/>
                <p:nvPr/>
              </p:nvSpPr>
              <p:spPr>
                <a:xfrm>
                  <a:off x="5948403" y="2933901"/>
                  <a:ext cx="6614397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𝟐𝟓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2F88B5EE-54C0-A380-F404-C0A03D62E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403" y="2933901"/>
                  <a:ext cx="6614397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46350B7-1429-211A-648D-39B1C52722FC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Extracting of Square Roots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70C41A-A944-BD00-E5A1-C7CBD57297AA}"/>
                  </a:ext>
                </a:extLst>
              </p:cNvPr>
              <p:cNvSpPr txBox="1"/>
              <p:nvPr/>
            </p:nvSpPr>
            <p:spPr>
              <a:xfrm>
                <a:off x="2328925" y="4741312"/>
                <a:ext cx="13830511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−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𝟎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70C41A-A944-BD00-E5A1-C7CBD5729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925" y="4741312"/>
                <a:ext cx="13830511" cy="2360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B2D0E9-1A75-EEA4-C1B9-DDC83DDEBE25}"/>
                  </a:ext>
                </a:extLst>
              </p:cNvPr>
              <p:cNvSpPr txBox="1"/>
              <p:nvPr/>
            </p:nvSpPr>
            <p:spPr>
              <a:xfrm>
                <a:off x="2328925" y="6849226"/>
                <a:ext cx="13830511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B2D0E9-1A75-EEA4-C1B9-DDC83DDEB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925" y="6849226"/>
                <a:ext cx="13830511" cy="2360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22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6D9FA-2C92-0535-744C-7925EA87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250196-12C8-872A-53C7-396F589A3087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CDEDEA-9CA0-F408-5CEC-97EDB04AC25D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88D669-DCB9-8548-184D-9EC297C76D8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6B0A97-BEBE-82B6-5C2A-4F1BED7DB2D9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98E14926-F4F1-B9FC-2A39-B4743FCB54E6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B263CEF6-C00E-B92B-0188-1E32818A7C60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8CE51D5-3965-CAFE-7523-D74C5CEFEE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48E111DF-637D-F43A-115F-48557106DBBC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12686950-BDDE-8950-E110-C14A36A958E7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E47B1D1-F77F-2EA8-6379-CE5116D713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6B0B5E0C-D6F6-C243-D48D-5CFF2C73D07D}"/>
                    </a:ext>
                  </a:extLst>
                </p:cNvPr>
                <p:cNvSpPr txBox="1"/>
                <p:nvPr/>
              </p:nvSpPr>
              <p:spPr>
                <a:xfrm>
                  <a:off x="5948403" y="2933901"/>
                  <a:ext cx="6614397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𝟐𝟓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6B0B5E0C-D6F6-C243-D48D-5CFF2C73D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403" y="2933901"/>
                  <a:ext cx="6614397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2D9F35A-8C84-F45F-F54A-444C556FD67D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Extracting of Square Roots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CBBE68-8799-624A-BB56-9C01849F617B}"/>
                  </a:ext>
                </a:extLst>
              </p:cNvPr>
              <p:cNvSpPr txBox="1"/>
              <p:nvPr/>
            </p:nvSpPr>
            <p:spPr>
              <a:xfrm>
                <a:off x="2198235" y="4841592"/>
                <a:ext cx="13830511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CBBE68-8799-624A-BB56-9C01849F6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235" y="4841592"/>
                <a:ext cx="13830511" cy="2360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9348F8-1B7C-496C-1DD1-FB43E3004D4B}"/>
                  </a:ext>
                </a:extLst>
              </p:cNvPr>
              <p:cNvSpPr txBox="1"/>
              <p:nvPr/>
            </p:nvSpPr>
            <p:spPr>
              <a:xfrm>
                <a:off x="1063973" y="6674645"/>
                <a:ext cx="13830511" cy="290804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10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10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PH" sz="10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radPr>
                        <m:deg/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𝟐𝟓</m:t>
                          </m:r>
                        </m:e>
                      </m:rad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9348F8-1B7C-496C-1DD1-FB43E3004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973" y="6674645"/>
                <a:ext cx="13830511" cy="2908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40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34C63-BCEF-E181-5FF9-1336E3B2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5463E6-B84E-0927-58D4-82FCD383EFAB}"/>
              </a:ext>
            </a:extLst>
          </p:cNvPr>
          <p:cNvGrpSpPr/>
          <p:nvPr/>
        </p:nvGrpSpPr>
        <p:grpSpPr>
          <a:xfrm>
            <a:off x="-11208423" y="0"/>
            <a:ext cx="40704846" cy="10308771"/>
            <a:chOff x="0" y="0"/>
            <a:chExt cx="54273128" cy="137450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48E4CA-43A0-A1C1-D89C-05DC99B1F3C1}"/>
                </a:ext>
              </a:extLst>
            </p:cNvPr>
            <p:cNvSpPr/>
            <p:nvPr/>
          </p:nvSpPr>
          <p:spPr>
            <a:xfrm>
              <a:off x="0" y="29028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B7FAB6-3B83-A921-C770-10CFB2B44CE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1A6715F-DEAA-47B4-B2CD-1B9A96476832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5FB7E1A-5E00-2961-BB20-1387E4F09BB1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F6F278C-68AD-1CE3-11E0-925B94460C01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F11B1E4-67C8-6E8D-5C8C-F3BC063CD7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C5B697F-E613-CED8-6C17-3109F6A51942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C5DBFC63-B2F2-3983-CCC1-04261D09F133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4F080AB-52AB-01C8-366B-235ECEAAC9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F89C649E-BAFE-6BD0-C331-3E47ECECCCE5}"/>
                    </a:ext>
                  </a:extLst>
                </p:cNvPr>
                <p:cNvSpPr txBox="1"/>
                <p:nvPr/>
              </p:nvSpPr>
              <p:spPr>
                <a:xfrm>
                  <a:off x="5948403" y="2933901"/>
                  <a:ext cx="6614397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𝟐𝟓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F89C649E-BAFE-6BD0-C331-3E47ECECC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403" y="2933901"/>
                  <a:ext cx="6614397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BCB22CF-A460-E2CB-45F3-31DDDE2A33D0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Extracting of Square Roots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FBC97B-636B-5D85-39B4-A30E2FC69E77}"/>
                  </a:ext>
                </a:extLst>
              </p:cNvPr>
              <p:cNvSpPr txBox="1"/>
              <p:nvPr/>
            </p:nvSpPr>
            <p:spPr>
              <a:xfrm>
                <a:off x="2198235" y="4841592"/>
                <a:ext cx="13830511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FBC97B-636B-5D85-39B4-A30E2FC69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235" y="4841592"/>
                <a:ext cx="13830511" cy="2360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6D8642-AB58-AAAB-9BB9-D5865180F0DB}"/>
                  </a:ext>
                </a:extLst>
              </p:cNvPr>
              <p:cNvSpPr txBox="1"/>
              <p:nvPr/>
            </p:nvSpPr>
            <p:spPr>
              <a:xfrm>
                <a:off x="-1391345" y="6491020"/>
                <a:ext cx="13830511" cy="290804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10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10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PH" sz="10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radPr>
                        <m:deg/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𝟐𝟓</m:t>
                          </m:r>
                        </m:e>
                      </m:rad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6D8642-AB58-AAAB-9BB9-D5865180F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91345" y="6491020"/>
                <a:ext cx="13830511" cy="2908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C24AB9-7D8E-5255-76D1-F19A057E0DC1}"/>
                  </a:ext>
                </a:extLst>
              </p:cNvPr>
              <p:cNvSpPr txBox="1"/>
              <p:nvPr/>
            </p:nvSpPr>
            <p:spPr>
              <a:xfrm>
                <a:off x="10381278" y="6807429"/>
                <a:ext cx="6791796" cy="23083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=±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𝟓</m:t>
                      </m:r>
                    </m:oMath>
                  </m:oMathPara>
                </a14:m>
                <a:endParaRPr lang="en-US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C24AB9-7D8E-5255-76D1-F19A057E0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278" y="6807429"/>
                <a:ext cx="6791796" cy="23083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41AEFC-D122-A066-2003-8C28A8771A37}"/>
              </a:ext>
            </a:extLst>
          </p:cNvPr>
          <p:cNvSpPr/>
          <p:nvPr/>
        </p:nvSpPr>
        <p:spPr>
          <a:xfrm>
            <a:off x="9638311" y="7411777"/>
            <a:ext cx="1371600" cy="1309359"/>
          </a:xfrm>
          <a:prstGeom prst="rightArrow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6782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1D366-2FF6-2344-8295-361EA12D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E4CE16-56C6-E82A-734E-F82A665477BA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05E5354-0586-28D3-325A-50F98543E0BA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D6A1B6-F624-6DFB-B249-D4C5F7B02079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F95B8C-0B39-9477-7A62-D2A5298BC72F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6438F3E-1FF8-5BA5-C08B-EC05591B3C8F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5E7B896-5E20-72B6-BB7B-DE09EB9CA5BF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9839E1F-4346-2C1E-6853-92A8E60268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8D0623F-4305-A1AF-DB9D-D7C2410651E7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C3A00FBF-4D2C-5EDB-6529-36A7DB0920E7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4E45B8DA-8E97-71BB-96E7-F45C0EA49A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5F355292-A42B-F4D4-D73D-3C0216AA849B}"/>
                    </a:ext>
                  </a:extLst>
                </p:cNvPr>
                <p:cNvSpPr txBox="1"/>
                <p:nvPr/>
              </p:nvSpPr>
              <p:spPr>
                <a:xfrm>
                  <a:off x="5487458" y="4666642"/>
                  <a:ext cx="7975219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𝟐𝟎𝟎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5F355292-A42B-F4D4-D73D-3C0216AA8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458" y="4666642"/>
                  <a:ext cx="7975219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C1857C9-130F-79CE-7B7D-EBF63F09CEA8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Try this!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20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3D7FF-F599-29C5-F302-9BE2FE4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79736E-F9CE-0662-360D-D5193C665B15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F72C18-C0A6-A4C6-1D2E-12DB8F52CC4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3AD964-CA6B-D21B-7D45-F73C21B2D9BC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C7E9D4-32B5-92EF-E7BD-EE742BE61B01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83EC358-6950-2B87-C7CB-95916D295D79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3714A52-8AD7-4098-C16B-D755F525847F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B3F173B-025E-2C16-B954-3DBDCA5A84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7448D58-66E2-A4FB-B725-B23FB06AF518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8A0D08BB-FEB7-F7C4-4451-1F508E085177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1BD6D538-59A5-F60C-8816-39F4089389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DB6974D0-EEFC-4C89-9BCF-0C3D932BD0C9}"/>
                    </a:ext>
                  </a:extLst>
                </p:cNvPr>
                <p:cNvSpPr txBox="1"/>
                <p:nvPr/>
              </p:nvSpPr>
              <p:spPr>
                <a:xfrm>
                  <a:off x="4185605" y="4450079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𝟖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𝟐𝟎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DB6974D0-EEFC-4C89-9BCF-0C3D932BD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605" y="4450079"/>
                  <a:ext cx="10578925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800CE28-0F4D-9CC5-4BE1-9B2B65C5DFB5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Factoring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557F8F-9AF3-FC48-4040-D3A0645A18D5}"/>
                  </a:ext>
                </a:extLst>
              </p:cNvPr>
              <p:cNvSpPr txBox="1"/>
              <p:nvPr/>
            </p:nvSpPr>
            <p:spPr>
              <a:xfrm>
                <a:off x="2037893" y="6564165"/>
                <a:ext cx="14574960" cy="23083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𝟏𝟎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, 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=−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</m:t>
                      </m:r>
                    </m:oMath>
                  </m:oMathPara>
                </a14:m>
                <a:endParaRPr lang="en-US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557F8F-9AF3-FC48-4040-D3A0645A1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893" y="6564165"/>
                <a:ext cx="14574960" cy="23083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97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EA18F-6FF3-260A-DC77-5CCF4E89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ADC885-BD30-C467-17EA-AC76C7659E6C}"/>
              </a:ext>
            </a:extLst>
          </p:cNvPr>
          <p:cNvGrpSpPr/>
          <p:nvPr/>
        </p:nvGrpSpPr>
        <p:grpSpPr>
          <a:xfrm>
            <a:off x="-11208423" y="21771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8EC243-7ECC-95F0-BFA8-B1688C96124E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F0C190A-9881-DA47-13D9-FA697A0A5F0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B53F54-E77A-3FB9-6AFC-0ED4D68FD83C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E4DBE16-816A-7E55-FE81-A2CBAA60EBB6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C35D2A2-CB4C-FAFB-F535-473D9778ECB6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54039E7-6873-7553-10CC-800E1AC322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3C11B41-F885-7817-01FB-D42E9A49E411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B3EE75A7-DF51-CB73-AD90-3C5CD3428DD2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18287540-5566-3E1B-34FC-EE7437CB17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20309B9C-F8AF-B17C-7E82-489C1BE0772A}"/>
                    </a:ext>
                  </a:extLst>
                </p:cNvPr>
                <p:cNvSpPr txBox="1"/>
                <p:nvPr/>
              </p:nvSpPr>
              <p:spPr>
                <a:xfrm>
                  <a:off x="4185605" y="4450079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+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𝟑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𝟏𝟎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20309B9C-F8AF-B17C-7E82-489C1BE077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605" y="4450079"/>
                  <a:ext cx="10578925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9D04BAB-10D8-190E-B86F-D0BCEF20AE33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Try this!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51AB52-802E-63E2-3F9D-AA3A509770B7}"/>
                  </a:ext>
                </a:extLst>
              </p:cNvPr>
              <p:cNvSpPr txBox="1"/>
              <p:nvPr/>
            </p:nvSpPr>
            <p:spPr>
              <a:xfrm>
                <a:off x="2037893" y="6564165"/>
                <a:ext cx="14574960" cy="23083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=−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𝟓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, 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</m:t>
                      </m:r>
                    </m:oMath>
                  </m:oMathPara>
                </a14:m>
                <a:endParaRPr lang="en-US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51AB52-802E-63E2-3F9D-AA3A50977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893" y="6564165"/>
                <a:ext cx="14574960" cy="23083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59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871E6-A49E-B2F1-6AFC-AF5C5AC0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AE786B-E381-8760-AE58-C6BB4879F639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25CFF8-9B62-DB2E-7EEB-0A938A1BCEE5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1B473D-CB7A-7BB0-FC35-19AD9BC5E84E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336EAC-DBED-E423-D321-10E8D312CB4B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35B9C50-55FD-85DE-5C27-1880B8A5DD29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71BD9C1-4078-DC8A-B88D-1520FB55B790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80BBD753-DB4C-3729-6A95-F00802F4A2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35358BA-3B9B-8148-1C51-3CC27C0446C4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7895F90-B13C-D3F2-4541-7BC1226E9F1F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B6B9740-CF03-84CE-DADD-3381C06600A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CC32956C-1045-19B6-89A7-F478587E2D64}"/>
                    </a:ext>
                  </a:extLst>
                </p:cNvPr>
                <p:cNvSpPr txBox="1"/>
                <p:nvPr/>
              </p:nvSpPr>
              <p:spPr>
                <a:xfrm>
                  <a:off x="4068165" y="3288226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𝟑</m:t>
                        </m:r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𝟓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CC32956C-1045-19B6-89A7-F478587E2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8165" y="3288226"/>
                  <a:ext cx="10578925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B31927-3A53-417D-69AF-86EA2FE79C78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Factoring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63E8A2-85E5-A0AB-E308-99E89E4BF23E}"/>
                  </a:ext>
                </a:extLst>
              </p:cNvPr>
              <p:cNvSpPr txBox="1"/>
              <p:nvPr/>
            </p:nvSpPr>
            <p:spPr>
              <a:xfrm>
                <a:off x="1788099" y="4488788"/>
                <a:ext cx="14574960" cy="438370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=−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𝟏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, 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10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10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𝟓</m:t>
                          </m:r>
                        </m:num>
                        <m:den>
                          <m:r>
                            <a:rPr lang="en-PH" sz="10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63E8A2-85E5-A0AB-E308-99E89E4BF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099" y="4488788"/>
                <a:ext cx="14574960" cy="43837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068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2BD4B-9FC3-1E95-9F8B-E4EEEE15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DDCB3CE-9B23-919F-3294-F9A1FF82061E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7A94F0-956E-EAFE-E211-4D22AC2DCA8F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6B269D0-7AA1-476D-A5D3-5D2BE2FE419A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89B8022-9129-2002-4539-B409AF791431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0303648-F22B-EA29-72FE-89011E8A8B74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897FE7F-8161-FD14-EAE9-E23D214ED97C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C87A9C30-94E3-840C-566D-BDB22615A9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DF1B45E-3381-96E2-0EB8-801B5E06EEAB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551C1130-D516-6330-29FA-7D4AAB44E4ED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442ACD16-613A-4FDB-B407-36F548809C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5723B33F-ADB7-4CA2-DD03-9CE728D3B03B}"/>
                    </a:ext>
                  </a:extLst>
                </p:cNvPr>
                <p:cNvSpPr txBox="1"/>
                <p:nvPr/>
              </p:nvSpPr>
              <p:spPr>
                <a:xfrm>
                  <a:off x="4057932" y="3516494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𝟔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5723B33F-ADB7-4CA2-DD03-9CE728D3B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7932" y="3516494"/>
                  <a:ext cx="10578925" cy="2360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A706080-FB4A-341C-8C63-506D5FABC487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Try this!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C138B3-C9E5-F148-3453-8FA5CD5EFEB6}"/>
                  </a:ext>
                </a:extLst>
              </p:cNvPr>
              <p:cNvSpPr txBox="1"/>
              <p:nvPr/>
            </p:nvSpPr>
            <p:spPr>
              <a:xfrm>
                <a:off x="1716324" y="4696721"/>
                <a:ext cx="14574960" cy="432156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, 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=−</m:t>
                      </m:r>
                      <m:f>
                        <m:fPr>
                          <m:ctrlPr>
                            <a:rPr lang="en-PH" sz="10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10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𝟑</m:t>
                          </m:r>
                        </m:num>
                        <m:den>
                          <m:r>
                            <a:rPr lang="en-PH" sz="10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PH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C138B3-C9E5-F148-3453-8FA5CD5EF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324" y="4696721"/>
                <a:ext cx="14574960" cy="4321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979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C5EF8-DF02-558C-2D2C-9BA421DF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6D4A19-058B-6DB0-A6CB-E5CDD362612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F1CA6A-6C11-DFA8-771E-A2A5903DD04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C035B3-9B1F-A72D-8504-18CECB088D50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F49E38-1BF8-D294-4D96-154C880DF9D0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EEA2DE0-843E-9581-C274-145F0A3BAC39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12A3EE8-20C5-F434-C2EB-C15ED8AA6136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72957D00-D3FB-65C1-71FA-5D6E6A2A64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D719F77-4D57-E2BF-6C11-1B5C663F055C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23C25EB-ACE8-50B4-A73C-2CBEEB706AA8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41D88926-76E0-16F3-0B4B-64C81A4DE0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30B9E3E5-C7EB-ECF9-3F70-2DCC26355512}"/>
                    </a:ext>
                  </a:extLst>
                </p:cNvPr>
                <p:cNvSpPr txBox="1"/>
                <p:nvPr/>
              </p:nvSpPr>
              <p:spPr>
                <a:xfrm>
                  <a:off x="3706073" y="4841382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+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𝟏𝟎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+ ____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30B9E3E5-C7EB-ECF9-3F70-2DCC26355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073" y="4841382"/>
                  <a:ext cx="10578925" cy="23604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D370801-4BAE-292D-91ED-350739C13AEB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Completing the Square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97D7A2-6B18-D4B6-E4E6-C8C6B87CFCC5}"/>
                  </a:ext>
                </a:extLst>
              </p:cNvPr>
              <p:cNvSpPr txBox="1"/>
              <p:nvPr/>
            </p:nvSpPr>
            <p:spPr>
              <a:xfrm>
                <a:off x="9710453" y="4702737"/>
                <a:ext cx="5407634" cy="23083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𝟐𝟓</m:t>
                      </m:r>
                    </m:oMath>
                  </m:oMathPara>
                </a14:m>
                <a:endParaRPr lang="en-US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97D7A2-6B18-D4B6-E4E6-C8C6B87CF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453" y="4702737"/>
                <a:ext cx="5407634" cy="2308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60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90AC9-A86C-00C3-FD15-280B81E8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00F44A-5D38-CB0B-A0B6-E5936442C1EA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A8868E-61AA-A5BE-1DAB-0CE13C064A80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1FD66ED-DACF-6984-2D13-CFED3FE2F16A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24A20D-5CC7-8DD2-F9EE-BB03442BE477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F0D5B24-9F09-70C0-E746-B3B5F3595CE0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5E84F057-D120-AE08-7ED3-84590C2BF9E8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F4D8CE69-F879-4EEF-AE52-3A3212B58A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8557AC6-E2AF-E358-8DA3-FC4750A3FFFF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0D7E4825-34B2-DDD9-8E7B-B6AD8830E87B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0632E83F-72C0-3764-4C55-C6A44F4208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46EF9B5D-7628-9C24-52D4-9E99847934A8}"/>
                    </a:ext>
                  </a:extLst>
                </p:cNvPr>
                <p:cNvSpPr txBox="1"/>
                <p:nvPr/>
              </p:nvSpPr>
              <p:spPr>
                <a:xfrm>
                  <a:off x="3706073" y="4841382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+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𝟖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+ ____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46EF9B5D-7628-9C24-52D4-9E9984793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073" y="4841382"/>
                  <a:ext cx="10578925" cy="23604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B04EDCF-49E4-BCC1-AAC4-9329F4BE5452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Completing the Square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E7C5D9-5C03-4550-BD4F-941B6F1B3F05}"/>
                  </a:ext>
                </a:extLst>
              </p:cNvPr>
              <p:cNvSpPr txBox="1"/>
              <p:nvPr/>
            </p:nvSpPr>
            <p:spPr>
              <a:xfrm>
                <a:off x="9228463" y="4696721"/>
                <a:ext cx="5407634" cy="23083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10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𝟏𝟔</m:t>
                      </m:r>
                    </m:oMath>
                  </m:oMathPara>
                </a14:m>
                <a:endParaRPr lang="en-US" sz="10000" b="1">
                  <a:solidFill>
                    <a:srgbClr val="C0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E7C5D9-5C03-4550-BD4F-941B6F1B3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463" y="4696721"/>
                <a:ext cx="5407634" cy="2308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4146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1E545-296D-8F4A-6219-4351C6E95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6C6CBAE-E9F9-E220-FAC3-21297266BC31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574977-268A-24EC-C54E-C956ECB6C0BC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10660D-711A-AAEB-3119-3EBF3AF6EA90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AE98D5-664F-8235-3A9C-022D6C43A9B6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9EC6092-D02C-6CC9-E7BA-E0AD4C12F422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3AE5733-5578-6E03-66CA-0D7320D0C4D3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7CB7F119-96AA-37E9-57C2-310C7E7CB9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14F3D16-E332-C7E6-5EE5-E718B9B36DBB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EF2F12C-35FD-6193-FF08-786E5B99AC23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A5A8F3BD-82B0-5285-4E67-3FF2160E4E9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6719F178-8AFC-7C75-817A-03C29BA797BF}"/>
                    </a:ext>
                  </a:extLst>
                </p:cNvPr>
                <p:cNvSpPr txBox="1"/>
                <p:nvPr/>
              </p:nvSpPr>
              <p:spPr>
                <a:xfrm>
                  <a:off x="3907950" y="4696721"/>
                  <a:ext cx="10578925" cy="236045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sSupPr>
                          <m:e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𝒙</m:t>
                            </m:r>
                          </m:e>
                          <m:sup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  <m:t>𝟐</m:t>
                            </m:r>
                          </m:sup>
                        </m:sSup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+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𝟏𝟑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𝟎</m:t>
                        </m:r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6719F178-8AFC-7C75-817A-03C29BA79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7950" y="4696721"/>
                  <a:ext cx="10578925" cy="23604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6E8814C-0AD0-DD2E-9D83-AD7D4102C05D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Completing the Square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215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8C277-306A-69E2-5E2D-25CDBB12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3513A4-FF6F-875E-9A20-654A7D196F3A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377F9F-AD15-8AE0-9FF4-AC2035F52111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7C1934-996B-A3BB-D5A0-FA7BD70A1C9E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F8E102-F5C6-6E0A-5341-01CF667F8006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A469DE2-23CA-3538-90A6-10FAAEDFF512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6275B5D-06E3-6ABD-CB7E-406B10E8DD06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1B462E9-29DF-C310-1AC6-442BFDA76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BA29BC5C-BE3E-87A2-212E-5BC378A07710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EA6ADB3E-284B-F38E-2D60-B49558CEC26B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61F0F31A-3651-9221-0083-696A5E036E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3585E3CF-D755-715E-60EA-CA7112E7F1FC}"/>
                    </a:ext>
                  </a:extLst>
                </p:cNvPr>
                <p:cNvSpPr txBox="1"/>
                <p:nvPr/>
              </p:nvSpPr>
              <p:spPr>
                <a:xfrm>
                  <a:off x="3966139" y="2666091"/>
                  <a:ext cx="10578925" cy="4954818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=</m:t>
                        </m:r>
                        <m:f>
                          <m:fPr>
                            <m:ctrlP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sym typeface="Monterchi"/>
                              </a:rPr>
                            </m:ctrlPr>
                          </m:fPr>
                          <m:num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sym typeface="Monterchi"/>
                              </a:rPr>
                              <m:t>−</m:t>
                            </m:r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sym typeface="Monterchi"/>
                              </a:rPr>
                              <m:t>𝒃</m:t>
                            </m:r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sym typeface="Monterchi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PH" sz="10000" b="1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sym typeface="Monterchi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PH" sz="10000" b="1" i="1" smtClean="0">
                                        <a:solidFill>
                                          <a:srgbClr val="1C2B2B"/>
                                        </a:solidFill>
                                        <a:latin typeface="Cambria Math" panose="02040503050406030204" pitchFamily="18" charset="0"/>
                                        <a:sym typeface="Monterchi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10000" b="1" i="1" smtClean="0">
                                        <a:solidFill>
                                          <a:srgbClr val="1C2B2B"/>
                                        </a:solidFill>
                                        <a:latin typeface="Cambria Math" panose="02040503050406030204" pitchFamily="18" charset="0"/>
                                        <a:sym typeface="Monterchi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PH" sz="10000" b="1" i="1" smtClean="0">
                                        <a:solidFill>
                                          <a:srgbClr val="1C2B2B"/>
                                        </a:solidFill>
                                        <a:latin typeface="Cambria Math" panose="02040503050406030204" pitchFamily="18" charset="0"/>
                                        <a:sym typeface="Monterchi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PH" sz="10000" b="1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sym typeface="Monterchi"/>
                                  </a:rPr>
                                  <m:t>−</m:t>
                                </m:r>
                                <m:r>
                                  <a:rPr lang="en-PH" sz="10000" b="1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sym typeface="Monterchi"/>
                                  </a:rPr>
                                  <m:t>𝟒</m:t>
                                </m:r>
                                <m:r>
                                  <a:rPr lang="en-PH" sz="10000" b="1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sym typeface="Monterchi"/>
                                  </a:rPr>
                                  <m:t>𝒂𝒄</m:t>
                                </m:r>
                              </m:e>
                            </m:rad>
                          </m:num>
                          <m:den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sym typeface="Monterchi"/>
                              </a:rPr>
                              <m:t>𝟐</m:t>
                            </m:r>
                            <m:r>
                              <a:rPr lang="en-PH" sz="10000" b="1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sym typeface="Monterchi"/>
                              </a:rPr>
                              <m:t>𝒂</m:t>
                            </m:r>
                          </m:den>
                        </m:f>
                      </m:oMath>
                    </m:oMathPara>
                  </a14:m>
                  <a:endPara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endParaRP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3585E3CF-D755-715E-60EA-CA7112E7F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139" y="2666091"/>
                  <a:ext cx="10578925" cy="49548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2F70CD5-003D-AAE1-D76F-27C4866084BA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Quadratic Formula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770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751B0-9289-2E26-7291-51BEA6D2A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4B584B-4E4D-3465-A138-CDD6CACE7551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4A2E66-95D6-4D17-8764-A61338FEC59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387D48-5A26-48C3-F54F-9EEE903F7482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2A3D4B-60C7-5CE2-ABED-D093F370021F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89C06C8-B6D5-68C8-F62C-1AA5E78572AB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9020CBA-F8FC-C299-3A79-F22C715F69CC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DF349C7-0794-EC04-BCAF-051B93F686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7092114F-E9B1-CF2B-92E1-0E8D2FEE8AFE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A8E53A0-5537-7906-6ABA-53D6331449BF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AB506D8C-0A96-FF8D-61FF-274966C3947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D34F24F-A562-01E9-4494-0524F46762E7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Quadratic Formula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A239EF-7064-6B7F-C0E8-A91E715D1F44}"/>
                  </a:ext>
                </a:extLst>
              </p:cNvPr>
              <p:cNvSpPr txBox="1"/>
              <p:nvPr/>
            </p:nvSpPr>
            <p:spPr>
              <a:xfrm>
                <a:off x="2924522" y="4696721"/>
                <a:ext cx="12438958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𝟒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−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𝟏𝟑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𝟎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A239EF-7064-6B7F-C0E8-A91E715D1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522" y="4696721"/>
                <a:ext cx="12438958" cy="2360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000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9F67E-A605-DF9D-58ED-8A690A7E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77B881-35E3-1C93-B43F-283542E327F1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5815FE-50C3-0330-B4C0-1C88635EA65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EA3044-0AFC-5D8F-35FF-FB4E40BC5B79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DEC902-A5B1-35F8-242B-31E7DB528A2D}"/>
              </a:ext>
            </a:extLst>
          </p:cNvPr>
          <p:cNvGrpSpPr/>
          <p:nvPr/>
        </p:nvGrpSpPr>
        <p:grpSpPr>
          <a:xfrm>
            <a:off x="2133602" y="1177261"/>
            <a:ext cx="13868398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C1F7574-EBC4-C1D9-06CC-496C75A7EA24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8372AE-F83F-A3E3-25DC-842B322474DA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2C6267ED-AA4B-B283-78E5-8040528FB5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C4F98BB-DE1B-7FAF-F189-DDCC258A9694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E9D9E189-A83D-7B7B-92BE-D6C87C67614F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4E7B82F-1CB8-A845-6114-F2E5A236649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4C83B34-110C-7880-8FBF-7408BAA4D90E}"/>
                </a:ext>
              </a:extLst>
            </p:cNvPr>
            <p:cNvSpPr txBox="1"/>
            <p:nvPr/>
          </p:nvSpPr>
          <p:spPr>
            <a:xfrm>
              <a:off x="2607069" y="3702221"/>
              <a:ext cx="11677930" cy="41549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289049" lvl="1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60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Sum and Product of Roots of a Quadratic Equation</a:t>
              </a:r>
            </a:p>
            <a:p>
              <a:pPr marL="1289049" lvl="1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600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Nature of Roots (Discriminant)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E664D10-DB73-BAED-B3E6-E47F1512D9B3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3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Let’s recall!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761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3C493-316D-2BFA-5A1F-5E7DA2D2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D70D53-A64F-4207-C946-241EA3748376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DC86627-3FD2-632D-13D1-F9B5138B8A60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3C70F66-121A-32F8-3429-D9BEA5B2A595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72700CA-5036-9D4D-FF93-CF9EE13FA11A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9106D8F0-6174-D765-8163-5D3DB6856BEA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F1D0E9C-2B0B-665B-9950-3765F6535E47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37BE1C9-E269-79EC-1EE9-11498A836F0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52FF3BA-FCE8-B174-725B-C790263D432A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B4C3173-F7DD-A3A7-A87D-4133D55C8C4E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AF47794-FA7B-16E1-59F6-E12EE8B6D5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77C2264-7A53-556F-0F1D-EDA6A34CFAAF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Quadratic Formula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1415B4-3785-EA3F-B6D7-B8F046DB0308}"/>
                  </a:ext>
                </a:extLst>
              </p:cNvPr>
              <p:cNvSpPr txBox="1"/>
              <p:nvPr/>
            </p:nvSpPr>
            <p:spPr>
              <a:xfrm>
                <a:off x="1239600" y="2493895"/>
                <a:ext cx="12438958" cy="30885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:r>
                  <a: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Sum of the Roots: </a:t>
                </a:r>
                <a14:m>
                  <m:oMath xmlns:m="http://schemas.openxmlformats.org/officeDocument/2006/math">
                    <m:r>
                      <a:rPr lang="en-PH" sz="10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f>
                      <m:fPr>
                        <m:ctrlP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fPr>
                      <m:num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𝒃</m:t>
                        </m:r>
                      </m:num>
                      <m:den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𝒂</m:t>
                        </m:r>
                      </m:den>
                    </m:f>
                  </m:oMath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1415B4-3785-EA3F-B6D7-B8F046DB0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600" y="2493895"/>
                <a:ext cx="12438958" cy="3088538"/>
              </a:xfrm>
              <a:prstGeom prst="rect">
                <a:avLst/>
              </a:prstGeom>
              <a:blipFill>
                <a:blip r:embed="rId4"/>
                <a:stretch>
                  <a:fillRect l="-2646" b="-2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CD47DE-6330-E6E8-8687-D86BFD2472A1}"/>
                  </a:ext>
                </a:extLst>
              </p:cNvPr>
              <p:cNvSpPr txBox="1"/>
              <p:nvPr/>
            </p:nvSpPr>
            <p:spPr>
              <a:xfrm>
                <a:off x="1225874" y="5485645"/>
                <a:ext cx="15095395" cy="28219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:r>
                  <a:rPr lang="en-US" sz="10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Product of the Roots: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fPr>
                      <m:num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𝒄</m:t>
                        </m:r>
                      </m:num>
                      <m:den>
                        <m:r>
                          <a:rPr lang="en-PH" sz="10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𝒂</m:t>
                        </m:r>
                      </m:den>
                    </m:f>
                  </m:oMath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CD47DE-6330-E6E8-8687-D86BFD247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74" y="5485645"/>
                <a:ext cx="15095395" cy="2821991"/>
              </a:xfrm>
              <a:prstGeom prst="rect">
                <a:avLst/>
              </a:prstGeom>
              <a:blipFill>
                <a:blip r:embed="rId5"/>
                <a:stretch>
                  <a:fillRect l="-2181" b="-23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418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FB601-BD92-5F60-512D-C5AC3582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C93402-1D5C-F2A5-F994-49E129DCCCE4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D7CC60-57A2-4E71-1999-11F2DD060B3B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0558518-F46A-C8A4-3C87-0E86D5FEE0C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60CE75-C5F3-4ABC-7399-17A6B81D73CE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CA9C206-5F39-6185-F3BB-BC5BEBD34110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93DF4F5-637C-8860-7BC3-778665DE1410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D458409-23A5-E722-A40E-81D9D04F8C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9950504F-59E4-BDFC-7529-CE96ADAD71AD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226F19FC-3ADE-7BA8-A61F-1A1876B9940D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64E5B54C-4A38-8864-87B0-23B7F69DE6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F25CA24-B29C-1F66-F412-95294E5C0DE5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Sum and Product of Roots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C02A88-73A7-19FA-277C-2B6434928B58}"/>
                  </a:ext>
                </a:extLst>
              </p:cNvPr>
              <p:cNvSpPr txBox="1"/>
              <p:nvPr/>
            </p:nvSpPr>
            <p:spPr>
              <a:xfrm>
                <a:off x="2924521" y="3661155"/>
                <a:ext cx="12438958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𝟒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−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𝟏𝟑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𝟎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C02A88-73A7-19FA-277C-2B6434928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521" y="3661155"/>
                <a:ext cx="12438958" cy="2360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66809F-2B14-5AD7-6D25-2BD1BC7616CA}"/>
                  </a:ext>
                </a:extLst>
              </p:cNvPr>
              <p:cNvSpPr txBox="1"/>
              <p:nvPr/>
            </p:nvSpPr>
            <p:spPr>
              <a:xfrm>
                <a:off x="1143000" y="6008300"/>
                <a:ext cx="12438958" cy="309700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:r>
                  <a:rPr lang="en-US" sz="7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PH" sz="7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7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𝟒</m:t>
                    </m:r>
                  </m:oMath>
                </a14:m>
                <a:endParaRPr lang="en-PH" sz="7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31799" lvl="1">
                  <a:lnSpc>
                    <a:spcPct val="150000"/>
                  </a:lnSpc>
                </a:pPr>
                <a:r>
                  <a:rPr lang="en-US" sz="7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Product of roots: </a:t>
                </a:r>
                <a14:m>
                  <m:oMath xmlns:m="http://schemas.openxmlformats.org/officeDocument/2006/math">
                    <m:r>
                      <a:rPr lang="en-PH" sz="7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7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𝟏𝟑</m:t>
                    </m:r>
                  </m:oMath>
                </a14:m>
                <a:endParaRPr lang="en-US" sz="7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66809F-2B14-5AD7-6D25-2BD1BC761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6008300"/>
                <a:ext cx="12438958" cy="3097002"/>
              </a:xfrm>
              <a:prstGeom prst="rect">
                <a:avLst/>
              </a:prstGeom>
              <a:blipFill>
                <a:blip r:embed="rId5"/>
                <a:stretch>
                  <a:fillRect l="-833" b="-18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868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A18EB-3417-C29D-A509-AD4BB184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FB6C5D-3774-56C4-D3B5-0482A23E48DC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07239D1-05C7-4773-4CA1-B24E7DAD5470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279B41-68F8-5120-2C3F-20EBD2EC37C9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4C766C-88BB-D9E5-1B81-5360E3C2A078}"/>
              </a:ext>
            </a:extLst>
          </p:cNvPr>
          <p:cNvGrpSpPr/>
          <p:nvPr/>
        </p:nvGrpSpPr>
        <p:grpSpPr>
          <a:xfrm>
            <a:off x="838200" y="1177261"/>
            <a:ext cx="16306800" cy="8077138"/>
            <a:chOff x="2133602" y="1177261"/>
            <a:chExt cx="13868398" cy="807713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31BA8AB-34B5-424A-8135-7E1663BC6925}"/>
                </a:ext>
              </a:extLst>
            </p:cNvPr>
            <p:cNvGrpSpPr/>
            <p:nvPr/>
          </p:nvGrpSpPr>
          <p:grpSpPr>
            <a:xfrm>
              <a:off x="2133602" y="1861553"/>
              <a:ext cx="13868398" cy="7392846"/>
              <a:chOff x="-155741" y="-38100"/>
              <a:chExt cx="3652582" cy="19470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6009B82-FD9A-F6E3-B173-CB57D0C54301}"/>
                  </a:ext>
                </a:extLst>
              </p:cNvPr>
              <p:cNvSpPr/>
              <p:nvPr/>
            </p:nvSpPr>
            <p:spPr>
              <a:xfrm>
                <a:off x="-155741" y="0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B4A27F2-B5A2-BE09-E525-C730BCE21C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925B623-DFFE-7879-841A-C2C555CBCEC1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D005CFA8-3CED-ACD9-5BAC-D36ECA932C4E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1B9F9438-909F-D09F-4FA5-563082F7FB2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4B87333-01E9-26A5-9116-1B594429A127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19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5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Try this!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E39D93-EFF9-EE4C-593E-D1DE37E4D23D}"/>
                  </a:ext>
                </a:extLst>
              </p:cNvPr>
              <p:cNvSpPr txBox="1"/>
              <p:nvPr/>
            </p:nvSpPr>
            <p:spPr>
              <a:xfrm>
                <a:off x="2924521" y="3661155"/>
                <a:ext cx="12438958" cy="23604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p>
                          <m:r>
                            <a:rPr lang="en-PH" sz="10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p>
                      </m:sSup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−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𝟏𝟐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𝟐𝟐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10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𝟎</m:t>
                      </m:r>
                    </m:oMath>
                  </m:oMathPara>
                </a14:m>
                <a:endParaRPr lang="en-US" sz="10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E39D93-EFF9-EE4C-593E-D1DE37E4D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521" y="3661155"/>
                <a:ext cx="12438958" cy="2360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96A69-257F-2D56-3758-A6D663F3495E}"/>
                  </a:ext>
                </a:extLst>
              </p:cNvPr>
              <p:cNvSpPr txBox="1"/>
              <p:nvPr/>
            </p:nvSpPr>
            <p:spPr>
              <a:xfrm>
                <a:off x="1143000" y="6008300"/>
                <a:ext cx="12438958" cy="309700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>
                  <a:lnSpc>
                    <a:spcPct val="150000"/>
                  </a:lnSpc>
                </a:pPr>
                <a:r>
                  <a:rPr lang="en-US" sz="7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PH" sz="7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𝟏𝟐</m:t>
                    </m:r>
                  </m:oMath>
                </a14:m>
                <a:endParaRPr lang="en-PH" sz="7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31799" lvl="1">
                  <a:lnSpc>
                    <a:spcPct val="150000"/>
                  </a:lnSpc>
                </a:pPr>
                <a:r>
                  <a:rPr lang="en-US" sz="7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Product of roots: </a:t>
                </a:r>
                <a14:m>
                  <m:oMath xmlns:m="http://schemas.openxmlformats.org/officeDocument/2006/math">
                    <m:r>
                      <a:rPr lang="en-PH" sz="7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𝟐𝟐</m:t>
                    </m:r>
                  </m:oMath>
                </a14:m>
                <a:endParaRPr lang="en-US" sz="7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96A69-257F-2D56-3758-A6D663F34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6008300"/>
                <a:ext cx="12438958" cy="3097002"/>
              </a:xfrm>
              <a:prstGeom prst="rect">
                <a:avLst/>
              </a:prstGeom>
              <a:blipFill>
                <a:blip r:embed="rId5"/>
                <a:stretch>
                  <a:fillRect l="-833" b="-18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20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818B0-E618-06DA-B6BD-69860578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1393A4-3939-957D-26F4-A606C4FDD428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E5E323-B1F2-FC9D-8DC4-1BB03CA058E9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15D96DA-CBAC-D84C-6E00-6DA6A8ABA00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3DC8213-69E1-55C3-11B1-4211B97E0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16346" y="-38100"/>
            <a:ext cx="2018384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62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53C55-B978-82C8-B9F1-5A7A4260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E08F77-7089-7926-05F7-58BB7BBA1B54}"/>
              </a:ext>
            </a:extLst>
          </p:cNvPr>
          <p:cNvGrpSpPr/>
          <p:nvPr/>
        </p:nvGrpSpPr>
        <p:grpSpPr>
          <a:xfrm>
            <a:off x="-10875048" y="-60325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534EDF-A170-97A8-EB96-23239903880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718B42-F8A3-CDA8-E3C1-1C223899218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8C812F-36A1-B295-00F3-E57C215B4865}"/>
              </a:ext>
            </a:extLst>
          </p:cNvPr>
          <p:cNvGrpSpPr/>
          <p:nvPr/>
        </p:nvGrpSpPr>
        <p:grpSpPr>
          <a:xfrm>
            <a:off x="1371600" y="1181100"/>
            <a:ext cx="16078200" cy="8787261"/>
            <a:chOff x="1371600" y="1004439"/>
            <a:chExt cx="14191470" cy="8105299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972F3FA-12A9-0A42-7B38-630182E390AA}"/>
                </a:ext>
              </a:extLst>
            </p:cNvPr>
            <p:cNvGrpSpPr/>
            <p:nvPr/>
          </p:nvGrpSpPr>
          <p:grpSpPr>
            <a:xfrm>
              <a:off x="1371600" y="1004439"/>
              <a:ext cx="14191470" cy="8105299"/>
              <a:chOff x="-356433" y="-263842"/>
              <a:chExt cx="3737671" cy="2134729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B1E1AAC-1AF6-0F03-B5DB-0783009F1848}"/>
                  </a:ext>
                </a:extLst>
              </p:cNvPr>
              <p:cNvSpPr/>
              <p:nvPr/>
            </p:nvSpPr>
            <p:spPr>
              <a:xfrm>
                <a:off x="-356433" y="-263842"/>
                <a:ext cx="3652582" cy="19089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2C1B16E-8C3B-B2BF-9D24-F0AC54B659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DEEC20A-2760-DBB6-6CD8-3A6AEA032D35}"/>
                </a:ext>
              </a:extLst>
            </p:cNvPr>
            <p:cNvSpPr txBox="1"/>
            <p:nvPr/>
          </p:nvSpPr>
          <p:spPr>
            <a:xfrm>
              <a:off x="4057932" y="1032600"/>
              <a:ext cx="10227067" cy="1802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2">
            <a:extLst>
              <a:ext uri="{FF2B5EF4-FFF2-40B4-BE49-F238E27FC236}">
                <a16:creationId xmlns:a16="http://schemas.microsoft.com/office/drawing/2014/main" id="{D3A05EB6-ADAF-340F-9E5E-1AE944828E4C}"/>
              </a:ext>
            </a:extLst>
          </p:cNvPr>
          <p:cNvSpPr txBox="1"/>
          <p:nvPr/>
        </p:nvSpPr>
        <p:spPr>
          <a:xfrm>
            <a:off x="1455579" y="1971591"/>
            <a:ext cx="152400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US" sz="4500" b="1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Solve the equation using the indicated method: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2">
                <a:extLst>
                  <a:ext uri="{FF2B5EF4-FFF2-40B4-BE49-F238E27FC236}">
                    <a16:creationId xmlns:a16="http://schemas.microsoft.com/office/drawing/2014/main" id="{9F99CA64-1B72-DD6C-24E4-C20098ACF158}"/>
                  </a:ext>
                </a:extLst>
              </p:cNvPr>
              <p:cNvSpPr txBox="1"/>
              <p:nvPr/>
            </p:nvSpPr>
            <p:spPr>
              <a:xfrm>
                <a:off x="1851797" y="3167271"/>
                <a:ext cx="15240000" cy="97372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1117599" lvl="1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45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Extracting of Square Roots: </a:t>
                </a:r>
                <a14:m>
                  <m:oMath xmlns:m="http://schemas.openxmlformats.org/officeDocument/2006/math">
                    <m:r>
                      <a:rPr lang="en-PH" sz="4500" b="1" i="0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𝟑</m:t>
                    </m:r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US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9" name="TextBox 12">
                <a:extLst>
                  <a:ext uri="{FF2B5EF4-FFF2-40B4-BE49-F238E27FC236}">
                    <a16:creationId xmlns:a16="http://schemas.microsoft.com/office/drawing/2014/main" id="{9F99CA64-1B72-DD6C-24E4-C20098AC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797" y="3167271"/>
                <a:ext cx="15240000" cy="973728"/>
              </a:xfrm>
              <a:prstGeom prst="rect">
                <a:avLst/>
              </a:prstGeom>
              <a:blipFill>
                <a:blip r:embed="rId3"/>
                <a:stretch>
                  <a:fillRect b="-40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B4FC70E5-D09D-305E-8689-6725D5A5E13A}"/>
                  </a:ext>
                </a:extLst>
              </p:cNvPr>
              <p:cNvSpPr txBox="1"/>
              <p:nvPr/>
            </p:nvSpPr>
            <p:spPr>
              <a:xfrm>
                <a:off x="1843776" y="4146328"/>
                <a:ext cx="15240000" cy="31631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1117599" lvl="1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45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Factoring: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US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117599" lvl="1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45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Completing the Square: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117599" lvl="1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45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Quadratic Formula: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US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B4FC70E5-D09D-305E-8689-6725D5A5E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776" y="4146328"/>
                <a:ext cx="15240000" cy="3163174"/>
              </a:xfrm>
              <a:prstGeom prst="rect">
                <a:avLst/>
              </a:prstGeom>
              <a:blipFill>
                <a:blip r:embed="rId4"/>
                <a:stretch>
                  <a:fillRect b="-9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693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0208" y="2079876"/>
            <a:ext cx="15747584" cy="7178424"/>
            <a:chOff x="0" y="0"/>
            <a:chExt cx="4147512" cy="1890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7512" cy="1890614"/>
            </a:xfrm>
            <a:custGeom>
              <a:avLst/>
              <a:gdLst/>
              <a:ahLst/>
              <a:cxnLst/>
              <a:rect l="l" t="t" r="r" b="b"/>
              <a:pathLst>
                <a:path w="4147512" h="1890614">
                  <a:moveTo>
                    <a:pt x="25073" y="0"/>
                  </a:moveTo>
                  <a:lnTo>
                    <a:pt x="4122439" y="0"/>
                  </a:lnTo>
                  <a:cubicBezTo>
                    <a:pt x="4136286" y="0"/>
                    <a:pt x="4147512" y="11226"/>
                    <a:pt x="4147512" y="25073"/>
                  </a:cubicBezTo>
                  <a:lnTo>
                    <a:pt x="4147512" y="1865541"/>
                  </a:lnTo>
                  <a:cubicBezTo>
                    <a:pt x="4147512" y="1879388"/>
                    <a:pt x="4136286" y="1890614"/>
                    <a:pt x="4122439" y="1890614"/>
                  </a:cubicBezTo>
                  <a:lnTo>
                    <a:pt x="25073" y="1890614"/>
                  </a:lnTo>
                  <a:cubicBezTo>
                    <a:pt x="11226" y="1890614"/>
                    <a:pt x="0" y="1879388"/>
                    <a:pt x="0" y="1865541"/>
                  </a:cubicBezTo>
                  <a:lnTo>
                    <a:pt x="0" y="25073"/>
                  </a:lnTo>
                  <a:cubicBezTo>
                    <a:pt x="0" y="11226"/>
                    <a:pt x="11226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C2B2B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47512" cy="192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66730" y="3268946"/>
            <a:ext cx="14817697" cy="5366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7598" lvl="1" indent="-6858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5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The topic I feel most confident about is ______ because __________. </a:t>
            </a:r>
          </a:p>
          <a:p>
            <a:pPr marL="1117598" lvl="1" indent="-6858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5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The topic I still need to improve is _________because _____________. </a:t>
            </a:r>
          </a:p>
          <a:p>
            <a:pPr marL="1117598" lvl="1" indent="-6858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5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Before taking the Mastery Test, one thing I will do to prepare is_______________________.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56023" y="1401982"/>
            <a:ext cx="11139413" cy="1355789"/>
            <a:chOff x="0" y="0"/>
            <a:chExt cx="2933837" cy="357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33837" cy="357080"/>
            </a:xfrm>
            <a:custGeom>
              <a:avLst/>
              <a:gdLst/>
              <a:ahLst/>
              <a:cxnLst/>
              <a:rect l="l" t="t" r="r" b="b"/>
              <a:pathLst>
                <a:path w="2933837" h="357080">
                  <a:moveTo>
                    <a:pt x="13900" y="0"/>
                  </a:moveTo>
                  <a:lnTo>
                    <a:pt x="2919937" y="0"/>
                  </a:lnTo>
                  <a:cubicBezTo>
                    <a:pt x="2927614" y="0"/>
                    <a:pt x="2933837" y="6223"/>
                    <a:pt x="2933837" y="13900"/>
                  </a:cubicBezTo>
                  <a:lnTo>
                    <a:pt x="2933837" y="343180"/>
                  </a:lnTo>
                  <a:cubicBezTo>
                    <a:pt x="2933837" y="346867"/>
                    <a:pt x="2932373" y="350402"/>
                    <a:pt x="2929766" y="353009"/>
                  </a:cubicBezTo>
                  <a:cubicBezTo>
                    <a:pt x="2927159" y="355616"/>
                    <a:pt x="2923624" y="357080"/>
                    <a:pt x="2919937" y="357080"/>
                  </a:cubicBezTo>
                  <a:lnTo>
                    <a:pt x="13900" y="357080"/>
                  </a:lnTo>
                  <a:cubicBezTo>
                    <a:pt x="10214" y="357080"/>
                    <a:pt x="6678" y="355616"/>
                    <a:pt x="4071" y="353009"/>
                  </a:cubicBezTo>
                  <a:cubicBezTo>
                    <a:pt x="1464" y="350402"/>
                    <a:pt x="0" y="346867"/>
                    <a:pt x="0" y="343180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33837" cy="39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727412" y="1822438"/>
            <a:ext cx="10396634" cy="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10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Reflect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E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CDDE3-52F4-0709-65F9-D7AF0119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02CF52-C3BE-00D3-249A-61D8AC65BA2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7E5A4C8-3D1C-5221-010E-A8495CD1386A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EAD3DC2-CADE-4408-C999-DB04B44ED3E3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9179D98-39D0-0D04-ED70-D67000124F97}"/>
              </a:ext>
            </a:extLst>
          </p:cNvPr>
          <p:cNvGrpSpPr/>
          <p:nvPr/>
        </p:nvGrpSpPr>
        <p:grpSpPr>
          <a:xfrm>
            <a:off x="1270208" y="2079876"/>
            <a:ext cx="15747584" cy="7178424"/>
            <a:chOff x="0" y="0"/>
            <a:chExt cx="4147512" cy="18906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DEE4240-88F8-0646-54B2-73BB440400F6}"/>
                </a:ext>
              </a:extLst>
            </p:cNvPr>
            <p:cNvSpPr/>
            <p:nvPr/>
          </p:nvSpPr>
          <p:spPr>
            <a:xfrm>
              <a:off x="0" y="0"/>
              <a:ext cx="4147512" cy="1890614"/>
            </a:xfrm>
            <a:custGeom>
              <a:avLst/>
              <a:gdLst/>
              <a:ahLst/>
              <a:cxnLst/>
              <a:rect l="l" t="t" r="r" b="b"/>
              <a:pathLst>
                <a:path w="4147512" h="1890614">
                  <a:moveTo>
                    <a:pt x="25073" y="0"/>
                  </a:moveTo>
                  <a:lnTo>
                    <a:pt x="4122439" y="0"/>
                  </a:lnTo>
                  <a:cubicBezTo>
                    <a:pt x="4136286" y="0"/>
                    <a:pt x="4147512" y="11226"/>
                    <a:pt x="4147512" y="25073"/>
                  </a:cubicBezTo>
                  <a:lnTo>
                    <a:pt x="4147512" y="1865541"/>
                  </a:lnTo>
                  <a:cubicBezTo>
                    <a:pt x="4147512" y="1879388"/>
                    <a:pt x="4136286" y="1890614"/>
                    <a:pt x="4122439" y="1890614"/>
                  </a:cubicBezTo>
                  <a:lnTo>
                    <a:pt x="25073" y="1890614"/>
                  </a:lnTo>
                  <a:cubicBezTo>
                    <a:pt x="11226" y="1890614"/>
                    <a:pt x="0" y="1879388"/>
                    <a:pt x="0" y="1865541"/>
                  </a:cubicBezTo>
                  <a:lnTo>
                    <a:pt x="0" y="25073"/>
                  </a:lnTo>
                  <a:cubicBezTo>
                    <a:pt x="0" y="11226"/>
                    <a:pt x="11226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C2B2B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0B0BE3-5C17-F424-124F-403FD910C537}"/>
                </a:ext>
              </a:extLst>
            </p:cNvPr>
            <p:cNvSpPr txBox="1"/>
            <p:nvPr/>
          </p:nvSpPr>
          <p:spPr>
            <a:xfrm>
              <a:off x="0" y="-38100"/>
              <a:ext cx="4147512" cy="192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C377F7C-8E53-3B14-3985-E63F9EE6D435}"/>
              </a:ext>
            </a:extLst>
          </p:cNvPr>
          <p:cNvSpPr/>
          <p:nvPr/>
        </p:nvSpPr>
        <p:spPr>
          <a:xfrm rot="-2029458">
            <a:off x="15231605" y="7265924"/>
            <a:ext cx="4055390" cy="3453841"/>
          </a:xfrm>
          <a:custGeom>
            <a:avLst/>
            <a:gdLst/>
            <a:ahLst/>
            <a:cxnLst/>
            <a:rect l="l" t="t" r="r" b="b"/>
            <a:pathLst>
              <a:path w="4055390" h="3453841">
                <a:moveTo>
                  <a:pt x="0" y="0"/>
                </a:moveTo>
                <a:lnTo>
                  <a:pt x="4055390" y="0"/>
                </a:lnTo>
                <a:lnTo>
                  <a:pt x="4055390" y="3453841"/>
                </a:lnTo>
                <a:lnTo>
                  <a:pt x="0" y="3453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09ECEB4-514D-2386-788F-E12FC65792C1}"/>
              </a:ext>
            </a:extLst>
          </p:cNvPr>
          <p:cNvSpPr/>
          <p:nvPr/>
        </p:nvSpPr>
        <p:spPr>
          <a:xfrm rot="8795828">
            <a:off x="-1149908" y="-324704"/>
            <a:ext cx="4016275" cy="3365304"/>
          </a:xfrm>
          <a:custGeom>
            <a:avLst/>
            <a:gdLst/>
            <a:ahLst/>
            <a:cxnLst/>
            <a:rect l="l" t="t" r="r" b="b"/>
            <a:pathLst>
              <a:path w="4016275" h="3365304">
                <a:moveTo>
                  <a:pt x="0" y="0"/>
                </a:moveTo>
                <a:lnTo>
                  <a:pt x="4016274" y="0"/>
                </a:lnTo>
                <a:lnTo>
                  <a:pt x="4016274" y="3365303"/>
                </a:lnTo>
                <a:lnTo>
                  <a:pt x="0" y="3365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70D1CEB-1A54-ED70-1EB0-7359BE1F08DB}"/>
              </a:ext>
            </a:extLst>
          </p:cNvPr>
          <p:cNvSpPr txBox="1"/>
          <p:nvPr/>
        </p:nvSpPr>
        <p:spPr>
          <a:xfrm>
            <a:off x="1981200" y="2850628"/>
            <a:ext cx="137922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8" lvl="1" algn="just">
              <a:lnSpc>
                <a:spcPct val="150000"/>
              </a:lnSpc>
            </a:pPr>
            <a:r>
              <a:rPr lang="en-US" sz="60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Preparing for a test requires practice, patience, and the willingness to learn from mistakes. Why is it important to respect your own learning pace as well as the progress of your classmates?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2CE4965-7CC5-D283-D557-41AE77F0D7B6}"/>
              </a:ext>
            </a:extLst>
          </p:cNvPr>
          <p:cNvGrpSpPr/>
          <p:nvPr/>
        </p:nvGrpSpPr>
        <p:grpSpPr>
          <a:xfrm>
            <a:off x="4356023" y="1401982"/>
            <a:ext cx="11139413" cy="1355789"/>
            <a:chOff x="0" y="0"/>
            <a:chExt cx="2933837" cy="35708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C4C21E0-0491-5C5A-8703-F6515CACD52D}"/>
                </a:ext>
              </a:extLst>
            </p:cNvPr>
            <p:cNvSpPr/>
            <p:nvPr/>
          </p:nvSpPr>
          <p:spPr>
            <a:xfrm>
              <a:off x="0" y="0"/>
              <a:ext cx="2933837" cy="357080"/>
            </a:xfrm>
            <a:custGeom>
              <a:avLst/>
              <a:gdLst/>
              <a:ahLst/>
              <a:cxnLst/>
              <a:rect l="l" t="t" r="r" b="b"/>
              <a:pathLst>
                <a:path w="2933837" h="357080">
                  <a:moveTo>
                    <a:pt x="13900" y="0"/>
                  </a:moveTo>
                  <a:lnTo>
                    <a:pt x="2919937" y="0"/>
                  </a:lnTo>
                  <a:cubicBezTo>
                    <a:pt x="2927614" y="0"/>
                    <a:pt x="2933837" y="6223"/>
                    <a:pt x="2933837" y="13900"/>
                  </a:cubicBezTo>
                  <a:lnTo>
                    <a:pt x="2933837" y="343180"/>
                  </a:lnTo>
                  <a:cubicBezTo>
                    <a:pt x="2933837" y="346867"/>
                    <a:pt x="2932373" y="350402"/>
                    <a:pt x="2929766" y="353009"/>
                  </a:cubicBezTo>
                  <a:cubicBezTo>
                    <a:pt x="2927159" y="355616"/>
                    <a:pt x="2923624" y="357080"/>
                    <a:pt x="2919937" y="357080"/>
                  </a:cubicBezTo>
                  <a:lnTo>
                    <a:pt x="13900" y="357080"/>
                  </a:lnTo>
                  <a:cubicBezTo>
                    <a:pt x="10214" y="357080"/>
                    <a:pt x="6678" y="355616"/>
                    <a:pt x="4071" y="353009"/>
                  </a:cubicBezTo>
                  <a:cubicBezTo>
                    <a:pt x="1464" y="350402"/>
                    <a:pt x="0" y="346867"/>
                    <a:pt x="0" y="343180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6AC84A4-5803-A811-4041-54B12D1B45B0}"/>
                </a:ext>
              </a:extLst>
            </p:cNvPr>
            <p:cNvSpPr txBox="1"/>
            <p:nvPr/>
          </p:nvSpPr>
          <p:spPr>
            <a:xfrm>
              <a:off x="0" y="-38100"/>
              <a:ext cx="2933837" cy="39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2659AF84-AC38-6614-ACD6-5A83088E52A8}"/>
              </a:ext>
            </a:extLst>
          </p:cNvPr>
          <p:cNvSpPr txBox="1"/>
          <p:nvPr/>
        </p:nvSpPr>
        <p:spPr>
          <a:xfrm>
            <a:off x="4727412" y="1822438"/>
            <a:ext cx="10396634" cy="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10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Respect</a:t>
            </a:r>
          </a:p>
        </p:txBody>
      </p:sp>
    </p:spTree>
    <p:extLst>
      <p:ext uri="{BB962C8B-B14F-4D97-AF65-F5344CB8AC3E}">
        <p14:creationId xmlns:p14="http://schemas.microsoft.com/office/powerpoint/2010/main" val="1929368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30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Sets Theory Presentation</dc:title>
  <dc:creator>Joshua</dc:creator>
  <cp:revision>2</cp:revision>
  <dcterms:created xsi:type="dcterms:W3CDTF">2006-08-16T00:00:00Z</dcterms:created>
  <dcterms:modified xsi:type="dcterms:W3CDTF">2026-08-04T22:28:21Z</dcterms:modified>
  <dc:identifier>DAHN2bCAxp0</dc:identifier>
</cp:coreProperties>
</file>