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75" r:id="rId4"/>
    <p:sldId id="298" r:id="rId5"/>
    <p:sldId id="274" r:id="rId6"/>
    <p:sldId id="299" r:id="rId7"/>
    <p:sldId id="259" r:id="rId8"/>
    <p:sldId id="301" r:id="rId9"/>
    <p:sldId id="289" r:id="rId10"/>
    <p:sldId id="292" r:id="rId11"/>
    <p:sldId id="294" r:id="rId12"/>
    <p:sldId id="297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  <p:sldId id="280" r:id="rId22"/>
    <p:sldId id="281" r:id="rId23"/>
    <p:sldId id="262" r:id="rId24"/>
  </p:sldIdLst>
  <p:sldSz cx="18288000" cy="10287000"/>
  <p:notesSz cx="6858000" cy="9144000"/>
  <p:embeddedFontLst>
    <p:embeddedFont>
      <p:font typeface="Borsok" panose="02000503000000020002" charset="0"/>
      <p:regular r:id="rId25"/>
    </p:embeddedFont>
    <p:embeddedFont>
      <p:font typeface="Bugaki" panose="020B0604020202020204" charset="0"/>
      <p:regular r:id="rId26"/>
    </p:embeddedFont>
    <p:embeddedFont>
      <p:font typeface="Cambria Math" panose="02040503050406030204" pitchFamily="18" charset="0"/>
      <p:regular r:id="rId27"/>
    </p:embeddedFont>
    <p:embeddedFont>
      <p:font typeface="Monterchi" panose="020B0604020202020204" charset="0"/>
      <p:regular r:id="rId28"/>
    </p:embeddedFont>
    <p:embeddedFont>
      <p:font typeface="Monterchi Bold" panose="020B0604020202020204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DE8EFA-5583-4FF4-AC46-04535BFAFC9E}" v="373" dt="2026-07-12T23:50:28.4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466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tableStyles" Target="tableStyles.xml"/><Relationship Id="rId38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37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JARDO, JOSHUA S." userId="10ff038c-ae4c-47c6-aa47-eb9c2b1ee137" providerId="ADAL" clId="{A571E766-ECF9-4ACA-910F-E5F012930532}"/>
    <pc:docChg chg="undo custSel addSld delSld modSld sldOrd">
      <pc:chgData name="FAJARDO, JOSHUA S." userId="10ff038c-ae4c-47c6-aa47-eb9c2b1ee137" providerId="ADAL" clId="{A571E766-ECF9-4ACA-910F-E5F012930532}" dt="2026-07-12T23:51:54.716" v="1808" actId="5793"/>
      <pc:docMkLst>
        <pc:docMk/>
      </pc:docMkLst>
      <pc:sldChg chg="modSp mod">
        <pc:chgData name="FAJARDO, JOSHUA S." userId="10ff038c-ae4c-47c6-aa47-eb9c2b1ee137" providerId="ADAL" clId="{A571E766-ECF9-4ACA-910F-E5F012930532}" dt="2026-07-08T23:01:20.502" v="1759" actId="14100"/>
        <pc:sldMkLst>
          <pc:docMk/>
          <pc:sldMk cId="0" sldId="257"/>
        </pc:sldMkLst>
        <pc:spChg chg="mod">
          <ac:chgData name="FAJARDO, JOSHUA S." userId="10ff038c-ae4c-47c6-aa47-eb9c2b1ee137" providerId="ADAL" clId="{A571E766-ECF9-4ACA-910F-E5F012930532}" dt="2026-07-08T23:01:20.502" v="1759" actId="14100"/>
          <ac:spMkLst>
            <pc:docMk/>
            <pc:sldMk cId="0" sldId="257"/>
            <ac:spMk id="13" creationId="{00000000-0000-0000-0000-000000000000}"/>
          </ac:spMkLst>
        </pc:spChg>
      </pc:sldChg>
      <pc:sldChg chg="addSp modSp mod ord">
        <pc:chgData name="FAJARDO, JOSHUA S." userId="10ff038c-ae4c-47c6-aa47-eb9c2b1ee137" providerId="ADAL" clId="{A571E766-ECF9-4ACA-910F-E5F012930532}" dt="2026-07-08T08:44:13.385" v="917" actId="1076"/>
        <pc:sldMkLst>
          <pc:docMk/>
          <pc:sldMk cId="0" sldId="259"/>
        </pc:sldMkLst>
        <pc:spChg chg="add mod">
          <ac:chgData name="FAJARDO, JOSHUA S." userId="10ff038c-ae4c-47c6-aa47-eb9c2b1ee137" providerId="ADAL" clId="{A571E766-ECF9-4ACA-910F-E5F012930532}" dt="2026-07-08T08:43:32.653" v="891" actId="20577"/>
          <ac:spMkLst>
            <pc:docMk/>
            <pc:sldMk cId="0" sldId="259"/>
            <ac:spMk id="8" creationId="{FF0CDEF3-C0FD-35B3-4F37-9D1128C15631}"/>
          </ac:spMkLst>
        </pc:spChg>
        <pc:spChg chg="mod">
          <ac:chgData name="FAJARDO, JOSHUA S." userId="10ff038c-ae4c-47c6-aa47-eb9c2b1ee137" providerId="ADAL" clId="{A571E766-ECF9-4ACA-910F-E5F012930532}" dt="2026-07-08T08:43:05.600" v="819" actId="255"/>
          <ac:spMkLst>
            <pc:docMk/>
            <pc:sldMk cId="0" sldId="259"/>
            <ac:spMk id="17" creationId="{00000000-0000-0000-0000-000000000000}"/>
          </ac:spMkLst>
        </pc:spChg>
        <pc:spChg chg="mod">
          <ac:chgData name="FAJARDO, JOSHUA S." userId="10ff038c-ae4c-47c6-aa47-eb9c2b1ee137" providerId="ADAL" clId="{A571E766-ECF9-4ACA-910F-E5F012930532}" dt="2026-07-08T08:44:13.385" v="917" actId="1076"/>
          <ac:spMkLst>
            <pc:docMk/>
            <pc:sldMk cId="0" sldId="259"/>
            <ac:spMk id="18" creationId="{00000000-0000-0000-0000-000000000000}"/>
          </ac:spMkLst>
        </pc:spChg>
      </pc:sldChg>
      <pc:sldChg chg="modSp mod">
        <pc:chgData name="FAJARDO, JOSHUA S." userId="10ff038c-ae4c-47c6-aa47-eb9c2b1ee137" providerId="ADAL" clId="{A571E766-ECF9-4ACA-910F-E5F012930532}" dt="2026-07-08T12:14:24.050" v="1756" actId="20577"/>
        <pc:sldMkLst>
          <pc:docMk/>
          <pc:sldMk cId="0" sldId="262"/>
        </pc:sldMkLst>
        <pc:spChg chg="mod">
          <ac:chgData name="FAJARDO, JOSHUA S." userId="10ff038c-ae4c-47c6-aa47-eb9c2b1ee137" providerId="ADAL" clId="{A571E766-ECF9-4ACA-910F-E5F012930532}" dt="2026-07-08T12:14:24.050" v="1756" actId="20577"/>
          <ac:spMkLst>
            <pc:docMk/>
            <pc:sldMk cId="0" sldId="262"/>
            <ac:spMk id="10" creationId="{00000000-0000-0000-0000-000000000000}"/>
          </ac:spMkLst>
        </pc:spChg>
      </pc:sldChg>
      <pc:sldChg chg="addSp delSp modSp mod">
        <pc:chgData name="FAJARDO, JOSHUA S." userId="10ff038c-ae4c-47c6-aa47-eb9c2b1ee137" providerId="ADAL" clId="{A571E766-ECF9-4ACA-910F-E5F012930532}" dt="2026-07-08T08:39:50.177" v="772" actId="166"/>
        <pc:sldMkLst>
          <pc:docMk/>
          <pc:sldMk cId="1248181824" sldId="274"/>
        </pc:sldMkLst>
        <pc:spChg chg="mod ord">
          <ac:chgData name="FAJARDO, JOSHUA S." userId="10ff038c-ae4c-47c6-aa47-eb9c2b1ee137" providerId="ADAL" clId="{A571E766-ECF9-4ACA-910F-E5F012930532}" dt="2026-07-08T08:39:50.177" v="772" actId="166"/>
          <ac:spMkLst>
            <pc:docMk/>
            <pc:sldMk cId="1248181824" sldId="274"/>
            <ac:spMk id="11" creationId="{31EDB1EF-F107-62E5-8D3B-95CF3F30D9C7}"/>
          </ac:spMkLst>
        </pc:spChg>
        <pc:spChg chg="add mod">
          <ac:chgData name="FAJARDO, JOSHUA S." userId="10ff038c-ae4c-47c6-aa47-eb9c2b1ee137" providerId="ADAL" clId="{A571E766-ECF9-4ACA-910F-E5F012930532}" dt="2026-07-08T08:36:25.968" v="576" actId="20577"/>
          <ac:spMkLst>
            <pc:docMk/>
            <pc:sldMk cId="1248181824" sldId="274"/>
            <ac:spMk id="12" creationId="{872EE683-6D77-BA0C-63C1-1F77EA83C9EF}"/>
          </ac:spMkLst>
        </pc:spChg>
        <pc:spChg chg="add mod">
          <ac:chgData name="FAJARDO, JOSHUA S." userId="10ff038c-ae4c-47c6-aa47-eb9c2b1ee137" providerId="ADAL" clId="{A571E766-ECF9-4ACA-910F-E5F012930532}" dt="2026-07-08T08:35:24.741" v="436" actId="1076"/>
          <ac:spMkLst>
            <pc:docMk/>
            <pc:sldMk cId="1248181824" sldId="274"/>
            <ac:spMk id="13" creationId="{41E9B222-1CFB-786C-4835-27B325B5177E}"/>
          </ac:spMkLst>
        </pc:spChg>
        <pc:spChg chg="mod">
          <ac:chgData name="FAJARDO, JOSHUA S." userId="10ff038c-ae4c-47c6-aa47-eb9c2b1ee137" providerId="ADAL" clId="{A571E766-ECF9-4ACA-910F-E5F012930532}" dt="2026-07-08T08:36:45.743" v="584" actId="1076"/>
          <ac:spMkLst>
            <pc:docMk/>
            <pc:sldMk cId="1248181824" sldId="274"/>
            <ac:spMk id="21" creationId="{862DAECE-304B-6629-E22A-93757842CCFD}"/>
          </ac:spMkLst>
        </pc:spChg>
        <pc:grpChg chg="mod">
          <ac:chgData name="FAJARDO, JOSHUA S." userId="10ff038c-ae4c-47c6-aa47-eb9c2b1ee137" providerId="ADAL" clId="{A571E766-ECF9-4ACA-910F-E5F012930532}" dt="2026-07-08T08:36:43.600" v="583" actId="1076"/>
          <ac:grpSpMkLst>
            <pc:docMk/>
            <pc:sldMk cId="1248181824" sldId="274"/>
            <ac:grpSpMk id="5" creationId="{53C567FF-6F06-9037-1B99-C8E11762B5D2}"/>
          </ac:grpSpMkLst>
        </pc:grpChg>
        <pc:grpChg chg="mod ord">
          <ac:chgData name="FAJARDO, JOSHUA S." userId="10ff038c-ae4c-47c6-aa47-eb9c2b1ee137" providerId="ADAL" clId="{A571E766-ECF9-4ACA-910F-E5F012930532}" dt="2026-07-08T08:39:50.177" v="772" actId="166"/>
          <ac:grpSpMkLst>
            <pc:docMk/>
            <pc:sldMk cId="1248181824" sldId="274"/>
            <ac:grpSpMk id="8" creationId="{E425880A-C1B4-AA1F-B435-98A4E9CCA438}"/>
          </ac:grpSpMkLst>
        </pc:grpChg>
        <pc:picChg chg="add mod">
          <ac:chgData name="FAJARDO, JOSHUA S." userId="10ff038c-ae4c-47c6-aa47-eb9c2b1ee137" providerId="ADAL" clId="{A571E766-ECF9-4ACA-910F-E5F012930532}" dt="2026-07-08T08:37:21.584" v="594" actId="1076"/>
          <ac:picMkLst>
            <pc:docMk/>
            <pc:sldMk cId="1248181824" sldId="274"/>
            <ac:picMk id="14" creationId="{6FF5746B-6051-56F5-7433-65C721D65E93}"/>
          </ac:picMkLst>
        </pc:picChg>
      </pc:sldChg>
      <pc:sldChg chg="modSp mod">
        <pc:chgData name="FAJARDO, JOSHUA S." userId="10ff038c-ae4c-47c6-aa47-eb9c2b1ee137" providerId="ADAL" clId="{A571E766-ECF9-4ACA-910F-E5F012930532}" dt="2026-07-08T08:33:45.689" v="352" actId="20577"/>
        <pc:sldMkLst>
          <pc:docMk/>
          <pc:sldMk cId="4165527585" sldId="275"/>
        </pc:sldMkLst>
        <pc:spChg chg="mod">
          <ac:chgData name="FAJARDO, JOSHUA S." userId="10ff038c-ae4c-47c6-aa47-eb9c2b1ee137" providerId="ADAL" clId="{A571E766-ECF9-4ACA-910F-E5F012930532}" dt="2026-07-08T08:33:45.689" v="352" actId="20577"/>
          <ac:spMkLst>
            <pc:docMk/>
            <pc:sldMk cId="4165527585" sldId="275"/>
            <ac:spMk id="12" creationId="{1505514E-67AB-4EB6-F513-6439266CD14B}"/>
          </ac:spMkLst>
        </pc:spChg>
      </pc:sldChg>
      <pc:sldChg chg="addSp delSp modSp mod ord">
        <pc:chgData name="FAJARDO, JOSHUA S." userId="10ff038c-ae4c-47c6-aa47-eb9c2b1ee137" providerId="ADAL" clId="{A571E766-ECF9-4ACA-910F-E5F012930532}" dt="2026-07-12T23:51:54.716" v="1808" actId="5793"/>
        <pc:sldMkLst>
          <pc:docMk/>
          <pc:sldMk cId="832079716" sldId="280"/>
        </pc:sldMkLst>
        <pc:spChg chg="mod">
          <ac:chgData name="FAJARDO, JOSHUA S." userId="10ff038c-ae4c-47c6-aa47-eb9c2b1ee137" providerId="ADAL" clId="{A571E766-ECF9-4ACA-910F-E5F012930532}" dt="2026-07-12T23:49:44.929" v="1781"/>
          <ac:spMkLst>
            <pc:docMk/>
            <pc:sldMk cId="832079716" sldId="280"/>
            <ac:spMk id="6" creationId="{9E555D86-DDA9-4836-7747-0C5E008585B1}"/>
          </ac:spMkLst>
        </pc:spChg>
        <pc:spChg chg="mod">
          <ac:chgData name="FAJARDO, JOSHUA S." userId="10ff038c-ae4c-47c6-aa47-eb9c2b1ee137" providerId="ADAL" clId="{A571E766-ECF9-4ACA-910F-E5F012930532}" dt="2026-07-12T23:49:44.929" v="1781"/>
          <ac:spMkLst>
            <pc:docMk/>
            <pc:sldMk cId="832079716" sldId="280"/>
            <ac:spMk id="7" creationId="{68A64C72-72C3-89DE-41AC-48D65CCE5FBF}"/>
          </ac:spMkLst>
        </pc:spChg>
        <pc:spChg chg="mod">
          <ac:chgData name="FAJARDO, JOSHUA S." userId="10ff038c-ae4c-47c6-aa47-eb9c2b1ee137" providerId="ADAL" clId="{A571E766-ECF9-4ACA-910F-E5F012930532}" dt="2026-07-12T23:49:44.929" v="1781"/>
          <ac:spMkLst>
            <pc:docMk/>
            <pc:sldMk cId="832079716" sldId="280"/>
            <ac:spMk id="9" creationId="{809A2D9D-57B7-676D-531E-0BAE7917D210}"/>
          </ac:spMkLst>
        </pc:spChg>
        <pc:spChg chg="mod">
          <ac:chgData name="FAJARDO, JOSHUA S." userId="10ff038c-ae4c-47c6-aa47-eb9c2b1ee137" providerId="ADAL" clId="{A571E766-ECF9-4ACA-910F-E5F012930532}" dt="2026-07-12T23:49:44.929" v="1781"/>
          <ac:spMkLst>
            <pc:docMk/>
            <pc:sldMk cId="832079716" sldId="280"/>
            <ac:spMk id="10" creationId="{8FE299F3-C007-89D9-5B70-F3EE1B74E2A1}"/>
          </ac:spMkLst>
        </pc:spChg>
        <pc:spChg chg="mod">
          <ac:chgData name="FAJARDO, JOSHUA S." userId="10ff038c-ae4c-47c6-aa47-eb9c2b1ee137" providerId="ADAL" clId="{A571E766-ECF9-4ACA-910F-E5F012930532}" dt="2026-07-08T12:09:53.024" v="1579" actId="14100"/>
          <ac:spMkLst>
            <pc:docMk/>
            <pc:sldMk cId="832079716" sldId="280"/>
            <ac:spMk id="11" creationId="{CB256607-7075-D2E1-DA71-003536170955}"/>
          </ac:spMkLst>
        </pc:spChg>
        <pc:spChg chg="mod">
          <ac:chgData name="FAJARDO, JOSHUA S." userId="10ff038c-ae4c-47c6-aa47-eb9c2b1ee137" providerId="ADAL" clId="{A571E766-ECF9-4ACA-910F-E5F012930532}" dt="2026-07-12T23:50:08.618" v="1784" actId="1076"/>
          <ac:spMkLst>
            <pc:docMk/>
            <pc:sldMk cId="832079716" sldId="280"/>
            <ac:spMk id="12" creationId="{AD3B0328-2B37-534A-048D-64BFA95C5755}"/>
          </ac:spMkLst>
        </pc:spChg>
        <pc:spChg chg="add mod">
          <ac:chgData name="FAJARDO, JOSHUA S." userId="10ff038c-ae4c-47c6-aa47-eb9c2b1ee137" providerId="ADAL" clId="{A571E766-ECF9-4ACA-910F-E5F012930532}" dt="2026-07-12T23:50:28.437" v="1791"/>
          <ac:spMkLst>
            <pc:docMk/>
            <pc:sldMk cId="832079716" sldId="280"/>
            <ac:spMk id="13" creationId="{3EBB7DB4-4421-84DB-FEC6-250CB6062D78}"/>
          </ac:spMkLst>
        </pc:spChg>
        <pc:spChg chg="add del mod">
          <ac:chgData name="FAJARDO, JOSHUA S." userId="10ff038c-ae4c-47c6-aa47-eb9c2b1ee137" providerId="ADAL" clId="{A571E766-ECF9-4ACA-910F-E5F012930532}" dt="2026-07-12T23:51:54.716" v="1808" actId="5793"/>
          <ac:spMkLst>
            <pc:docMk/>
            <pc:sldMk cId="832079716" sldId="280"/>
            <ac:spMk id="19" creationId="{03ED4D44-FE11-B7F9-DF65-3E249F1623E0}"/>
          </ac:spMkLst>
        </pc:spChg>
        <pc:grpChg chg="mod">
          <ac:chgData name="FAJARDO, JOSHUA S." userId="10ff038c-ae4c-47c6-aa47-eb9c2b1ee137" providerId="ADAL" clId="{A571E766-ECF9-4ACA-910F-E5F012930532}" dt="2026-07-12T23:49:44.929" v="1781"/>
          <ac:grpSpMkLst>
            <pc:docMk/>
            <pc:sldMk cId="832079716" sldId="280"/>
            <ac:grpSpMk id="5" creationId="{2514FF2A-585E-8D76-D4AA-36E88C6690BB}"/>
          </ac:grpSpMkLst>
        </pc:grpChg>
        <pc:grpChg chg="mod">
          <ac:chgData name="FAJARDO, JOSHUA S." userId="10ff038c-ae4c-47c6-aa47-eb9c2b1ee137" providerId="ADAL" clId="{A571E766-ECF9-4ACA-910F-E5F012930532}" dt="2026-07-12T23:49:44.929" v="1781"/>
          <ac:grpSpMkLst>
            <pc:docMk/>
            <pc:sldMk cId="832079716" sldId="280"/>
            <ac:grpSpMk id="8" creationId="{8E608459-61E3-2C73-0F3E-07C74BA59AF6}"/>
          </ac:grpSpMkLst>
        </pc:grpChg>
        <pc:grpChg chg="mod">
          <ac:chgData name="FAJARDO, JOSHUA S." userId="10ff038c-ae4c-47c6-aa47-eb9c2b1ee137" providerId="ADAL" clId="{A571E766-ECF9-4ACA-910F-E5F012930532}" dt="2026-07-12T23:49:44.929" v="1781"/>
          <ac:grpSpMkLst>
            <pc:docMk/>
            <pc:sldMk cId="832079716" sldId="280"/>
            <ac:grpSpMk id="22" creationId="{3883BF1F-B3F2-B999-A2DC-41FC5D47F32A}"/>
          </ac:grpSpMkLst>
        </pc:grpChg>
      </pc:sldChg>
      <pc:sldChg chg="modSp mod">
        <pc:chgData name="FAJARDO, JOSHUA S." userId="10ff038c-ae4c-47c6-aa47-eb9c2b1ee137" providerId="ADAL" clId="{A571E766-ECF9-4ACA-910F-E5F012930532}" dt="2026-07-08T12:13:42.371" v="1746" actId="14100"/>
        <pc:sldMkLst>
          <pc:docMk/>
          <pc:sldMk cId="3839828529" sldId="281"/>
        </pc:sldMkLst>
        <pc:spChg chg="mod">
          <ac:chgData name="FAJARDO, JOSHUA S." userId="10ff038c-ae4c-47c6-aa47-eb9c2b1ee137" providerId="ADAL" clId="{A571E766-ECF9-4ACA-910F-E5F012930532}" dt="2026-07-08T12:13:31.565" v="1745" actId="20577"/>
          <ac:spMkLst>
            <pc:docMk/>
            <pc:sldMk cId="3839828529" sldId="281"/>
            <ac:spMk id="11" creationId="{BB492340-B1E0-B36C-F919-A59CE5A4DBED}"/>
          </ac:spMkLst>
        </pc:spChg>
        <pc:spChg chg="mod">
          <ac:chgData name="FAJARDO, JOSHUA S." userId="10ff038c-ae4c-47c6-aa47-eb9c2b1ee137" providerId="ADAL" clId="{A571E766-ECF9-4ACA-910F-E5F012930532}" dt="2026-07-08T12:13:04.903" v="1632" actId="20577"/>
          <ac:spMkLst>
            <pc:docMk/>
            <pc:sldMk cId="3839828529" sldId="281"/>
            <ac:spMk id="12" creationId="{498175F6-7D8A-8CEA-E301-AF906551403D}"/>
          </ac:spMkLst>
        </pc:spChg>
        <pc:spChg chg="mod">
          <ac:chgData name="FAJARDO, JOSHUA S." userId="10ff038c-ae4c-47c6-aa47-eb9c2b1ee137" providerId="ADAL" clId="{A571E766-ECF9-4ACA-910F-E5F012930532}" dt="2026-07-08T12:12:48.942" v="1589" actId="20577"/>
          <ac:spMkLst>
            <pc:docMk/>
            <pc:sldMk cId="3839828529" sldId="281"/>
            <ac:spMk id="19" creationId="{EF743E79-1584-8205-92BE-415B8DDE5808}"/>
          </ac:spMkLst>
        </pc:spChg>
        <pc:grpChg chg="mod">
          <ac:chgData name="FAJARDO, JOSHUA S." userId="10ff038c-ae4c-47c6-aa47-eb9c2b1ee137" providerId="ADAL" clId="{A571E766-ECF9-4ACA-910F-E5F012930532}" dt="2026-07-08T12:13:42.371" v="1746" actId="14100"/>
          <ac:grpSpMkLst>
            <pc:docMk/>
            <pc:sldMk cId="3839828529" sldId="281"/>
            <ac:grpSpMk id="5" creationId="{5BE4C466-268C-0B4D-E706-6BE14BA94BF7}"/>
          </ac:grpSpMkLst>
        </pc:grpChg>
      </pc:sldChg>
      <pc:sldChg chg="modSp add del mod">
        <pc:chgData name="FAJARDO, JOSHUA S." userId="10ff038c-ae4c-47c6-aa47-eb9c2b1ee137" providerId="ADAL" clId="{A571E766-ECF9-4ACA-910F-E5F012930532}" dt="2026-07-08T07:40:58.823" v="225" actId="47"/>
        <pc:sldMkLst>
          <pc:docMk/>
          <pc:sldMk cId="1214928884" sldId="283"/>
        </pc:sldMkLst>
      </pc:sldChg>
      <pc:sldChg chg="delSp modSp mod ord">
        <pc:chgData name="FAJARDO, JOSHUA S." userId="10ff038c-ae4c-47c6-aa47-eb9c2b1ee137" providerId="ADAL" clId="{A571E766-ECF9-4ACA-910F-E5F012930532}" dt="2026-07-08T08:48:14.692" v="1108" actId="20577"/>
        <pc:sldMkLst>
          <pc:docMk/>
          <pc:sldMk cId="4256328002" sldId="289"/>
        </pc:sldMkLst>
        <pc:spChg chg="mod">
          <ac:chgData name="FAJARDO, JOSHUA S." userId="10ff038c-ae4c-47c6-aa47-eb9c2b1ee137" providerId="ADAL" clId="{A571E766-ECF9-4ACA-910F-E5F012930532}" dt="2026-07-08T08:48:14.692" v="1108" actId="20577"/>
          <ac:spMkLst>
            <pc:docMk/>
            <pc:sldMk cId="4256328002" sldId="289"/>
            <ac:spMk id="17" creationId="{CD504C0A-CE9F-D7FF-9211-359A55E91413}"/>
          </ac:spMkLst>
        </pc:spChg>
      </pc:sldChg>
      <pc:sldChg chg="addSp delSp modSp mod">
        <pc:chgData name="FAJARDO, JOSHUA S." userId="10ff038c-ae4c-47c6-aa47-eb9c2b1ee137" providerId="ADAL" clId="{A571E766-ECF9-4ACA-910F-E5F012930532}" dt="2026-07-08T08:51:23.224" v="1307" actId="122"/>
        <pc:sldMkLst>
          <pc:docMk/>
          <pc:sldMk cId="1930874960" sldId="292"/>
        </pc:sldMkLst>
        <pc:spChg chg="mod">
          <ac:chgData name="FAJARDO, JOSHUA S." userId="10ff038c-ae4c-47c6-aa47-eb9c2b1ee137" providerId="ADAL" clId="{A571E766-ECF9-4ACA-910F-E5F012930532}" dt="2026-07-08T08:49:36.067" v="1169" actId="20577"/>
          <ac:spMkLst>
            <pc:docMk/>
            <pc:sldMk cId="1930874960" sldId="292"/>
            <ac:spMk id="11" creationId="{B7C3B563-426F-9771-B368-6896D09A280A}"/>
          </ac:spMkLst>
        </pc:spChg>
        <pc:spChg chg="add mod">
          <ac:chgData name="FAJARDO, JOSHUA S." userId="10ff038c-ae4c-47c6-aa47-eb9c2b1ee137" providerId="ADAL" clId="{A571E766-ECF9-4ACA-910F-E5F012930532}" dt="2026-07-08T08:51:23.224" v="1307" actId="122"/>
          <ac:spMkLst>
            <pc:docMk/>
            <pc:sldMk cId="1930874960" sldId="292"/>
            <ac:spMk id="13" creationId="{C5FF8845-90D5-56BE-8CF0-C1B88145C2E6}"/>
          </ac:spMkLst>
        </pc:spChg>
        <pc:grpChg chg="mod">
          <ac:chgData name="FAJARDO, JOSHUA S." userId="10ff038c-ae4c-47c6-aa47-eb9c2b1ee137" providerId="ADAL" clId="{A571E766-ECF9-4ACA-910F-E5F012930532}" dt="2026-07-08T08:49:40.733" v="1170" actId="14100"/>
          <ac:grpSpMkLst>
            <pc:docMk/>
            <pc:sldMk cId="1930874960" sldId="292"/>
            <ac:grpSpMk id="8" creationId="{6033B2AB-051A-0010-C690-DF9F1E2D46CA}"/>
          </ac:grpSpMkLst>
        </pc:grpChg>
      </pc:sldChg>
      <pc:sldChg chg="modSp mod">
        <pc:chgData name="FAJARDO, JOSHUA S." userId="10ff038c-ae4c-47c6-aa47-eb9c2b1ee137" providerId="ADAL" clId="{A571E766-ECF9-4ACA-910F-E5F012930532}" dt="2026-07-08T08:52:03.671" v="1323" actId="20577"/>
        <pc:sldMkLst>
          <pc:docMk/>
          <pc:sldMk cId="2738994981" sldId="294"/>
        </pc:sldMkLst>
        <pc:spChg chg="mod">
          <ac:chgData name="FAJARDO, JOSHUA S." userId="10ff038c-ae4c-47c6-aa47-eb9c2b1ee137" providerId="ADAL" clId="{A571E766-ECF9-4ACA-910F-E5F012930532}" dt="2026-07-08T08:52:03.671" v="1323" actId="20577"/>
          <ac:spMkLst>
            <pc:docMk/>
            <pc:sldMk cId="2738994981" sldId="294"/>
            <ac:spMk id="12" creationId="{9C9C4FC2-AA5A-B74A-1748-FCF8FE6D7D8B}"/>
          </ac:spMkLst>
        </pc:spChg>
      </pc:sldChg>
      <pc:sldChg chg="del">
        <pc:chgData name="FAJARDO, JOSHUA S." userId="10ff038c-ae4c-47c6-aa47-eb9c2b1ee137" providerId="ADAL" clId="{A571E766-ECF9-4ACA-910F-E5F012930532}" dt="2026-07-08T12:13:54.560" v="1747" actId="47"/>
        <pc:sldMkLst>
          <pc:docMk/>
          <pc:sldMk cId="831463608" sldId="295"/>
        </pc:sldMkLst>
      </pc:sldChg>
      <pc:sldChg chg="modSp mod ord">
        <pc:chgData name="FAJARDO, JOSHUA S." userId="10ff038c-ae4c-47c6-aa47-eb9c2b1ee137" providerId="ADAL" clId="{A571E766-ECF9-4ACA-910F-E5F012930532}" dt="2026-07-08T08:52:29.395" v="1356" actId="20577"/>
        <pc:sldMkLst>
          <pc:docMk/>
          <pc:sldMk cId="2558713095" sldId="297"/>
        </pc:sldMkLst>
        <pc:spChg chg="mod">
          <ac:chgData name="FAJARDO, JOSHUA S." userId="10ff038c-ae4c-47c6-aa47-eb9c2b1ee137" providerId="ADAL" clId="{A571E766-ECF9-4ACA-910F-E5F012930532}" dt="2026-07-08T08:52:18.102" v="1347" actId="20577"/>
          <ac:spMkLst>
            <pc:docMk/>
            <pc:sldMk cId="2558713095" sldId="297"/>
            <ac:spMk id="11" creationId="{3639B5B2-F2C8-39FF-F058-D2F458290D6B}"/>
          </ac:spMkLst>
        </pc:spChg>
        <pc:spChg chg="mod">
          <ac:chgData name="FAJARDO, JOSHUA S." userId="10ff038c-ae4c-47c6-aa47-eb9c2b1ee137" providerId="ADAL" clId="{A571E766-ECF9-4ACA-910F-E5F012930532}" dt="2026-07-08T08:52:29.395" v="1356" actId="20577"/>
          <ac:spMkLst>
            <pc:docMk/>
            <pc:sldMk cId="2558713095" sldId="297"/>
            <ac:spMk id="12" creationId="{BE418897-B99D-64F3-DD73-2609948EB49E}"/>
          </ac:spMkLst>
        </pc:spChg>
        <pc:grpChg chg="mod">
          <ac:chgData name="FAJARDO, JOSHUA S." userId="10ff038c-ae4c-47c6-aa47-eb9c2b1ee137" providerId="ADAL" clId="{A571E766-ECF9-4ACA-910F-E5F012930532}" dt="2026-07-08T08:52:21.771" v="1348" actId="14100"/>
          <ac:grpSpMkLst>
            <pc:docMk/>
            <pc:sldMk cId="2558713095" sldId="297"/>
            <ac:grpSpMk id="8" creationId="{66883786-33C6-6B50-818B-4BC51B27B36C}"/>
          </ac:grpSpMkLst>
        </pc:grpChg>
      </pc:sldChg>
      <pc:sldChg chg="add del">
        <pc:chgData name="FAJARDO, JOSHUA S." userId="10ff038c-ae4c-47c6-aa47-eb9c2b1ee137" providerId="ADAL" clId="{A571E766-ECF9-4ACA-910F-E5F012930532}" dt="2026-07-08T07:40:59.818" v="226" actId="47"/>
        <pc:sldMkLst>
          <pc:docMk/>
          <pc:sldMk cId="294145342" sldId="298"/>
        </pc:sldMkLst>
      </pc:sldChg>
      <pc:sldChg chg="addSp delSp modSp add mod">
        <pc:chgData name="FAJARDO, JOSHUA S." userId="10ff038c-ae4c-47c6-aa47-eb9c2b1ee137" providerId="ADAL" clId="{A571E766-ECF9-4ACA-910F-E5F012930532}" dt="2026-07-08T08:34:22.555" v="381" actId="1076"/>
        <pc:sldMkLst>
          <pc:docMk/>
          <pc:sldMk cId="1009533631" sldId="298"/>
        </pc:sldMkLst>
        <pc:spChg chg="add mod">
          <ac:chgData name="FAJARDO, JOSHUA S." userId="10ff038c-ae4c-47c6-aa47-eb9c2b1ee137" providerId="ADAL" clId="{A571E766-ECF9-4ACA-910F-E5F012930532}" dt="2026-07-08T08:34:20.356" v="380" actId="1076"/>
          <ac:spMkLst>
            <pc:docMk/>
            <pc:sldMk cId="1009533631" sldId="298"/>
            <ac:spMk id="10" creationId="{821EB5A3-6EA0-4B7E-68C2-B288F736412C}"/>
          </ac:spMkLst>
        </pc:spChg>
        <pc:spChg chg="mod">
          <ac:chgData name="FAJARDO, JOSHUA S." userId="10ff038c-ae4c-47c6-aa47-eb9c2b1ee137" providerId="ADAL" clId="{A571E766-ECF9-4ACA-910F-E5F012930532}" dt="2026-07-08T08:34:22.555" v="381" actId="1076"/>
          <ac:spMkLst>
            <pc:docMk/>
            <pc:sldMk cId="1009533631" sldId="298"/>
            <ac:spMk id="12" creationId="{64661BF4-823C-4F66-FE85-0870CDD7F3D2}"/>
          </ac:spMkLst>
        </pc:spChg>
      </pc:sldChg>
      <pc:sldChg chg="modSp add mod">
        <pc:chgData name="FAJARDO, JOSHUA S." userId="10ff038c-ae4c-47c6-aa47-eb9c2b1ee137" providerId="ADAL" clId="{A571E766-ECF9-4ACA-910F-E5F012930532}" dt="2026-07-08T08:40:27.365" v="777" actId="1076"/>
        <pc:sldMkLst>
          <pc:docMk/>
          <pc:sldMk cId="3895606470" sldId="299"/>
        </pc:sldMkLst>
        <pc:spChg chg="mod ord">
          <ac:chgData name="FAJARDO, JOSHUA S." userId="10ff038c-ae4c-47c6-aa47-eb9c2b1ee137" providerId="ADAL" clId="{A571E766-ECF9-4ACA-910F-E5F012930532}" dt="2026-07-08T08:40:27.365" v="777" actId="1076"/>
          <ac:spMkLst>
            <pc:docMk/>
            <pc:sldMk cId="3895606470" sldId="299"/>
            <ac:spMk id="11" creationId="{F14B1C03-584C-8728-D56A-BD48B3B7B568}"/>
          </ac:spMkLst>
        </pc:spChg>
        <pc:spChg chg="mod">
          <ac:chgData name="FAJARDO, JOSHUA S." userId="10ff038c-ae4c-47c6-aa47-eb9c2b1ee137" providerId="ADAL" clId="{A571E766-ECF9-4ACA-910F-E5F012930532}" dt="2026-07-08T08:38:56.634" v="758" actId="1076"/>
          <ac:spMkLst>
            <pc:docMk/>
            <pc:sldMk cId="3895606470" sldId="299"/>
            <ac:spMk id="12" creationId="{14F08B82-B4E0-35F2-B57D-CC350FEE0028}"/>
          </ac:spMkLst>
        </pc:spChg>
        <pc:spChg chg="mod">
          <ac:chgData name="FAJARDO, JOSHUA S." userId="10ff038c-ae4c-47c6-aa47-eb9c2b1ee137" providerId="ADAL" clId="{A571E766-ECF9-4ACA-910F-E5F012930532}" dt="2026-07-08T08:37:51.691" v="647" actId="1076"/>
          <ac:spMkLst>
            <pc:docMk/>
            <pc:sldMk cId="3895606470" sldId="299"/>
            <ac:spMk id="13" creationId="{17A58035-29A2-2E03-8FB9-3FCAB2574B95}"/>
          </ac:spMkLst>
        </pc:spChg>
        <pc:grpChg chg="mod ord">
          <ac:chgData name="FAJARDO, JOSHUA S." userId="10ff038c-ae4c-47c6-aa47-eb9c2b1ee137" providerId="ADAL" clId="{A571E766-ECF9-4ACA-910F-E5F012930532}" dt="2026-07-08T08:40:27.365" v="777" actId="1076"/>
          <ac:grpSpMkLst>
            <pc:docMk/>
            <pc:sldMk cId="3895606470" sldId="299"/>
            <ac:grpSpMk id="8" creationId="{98AF89D9-8EB3-3494-9A49-AF13DE8F5BF7}"/>
          </ac:grpSpMkLst>
        </pc:grpChg>
        <pc:picChg chg="mod">
          <ac:chgData name="FAJARDO, JOSHUA S." userId="10ff038c-ae4c-47c6-aa47-eb9c2b1ee137" providerId="ADAL" clId="{A571E766-ECF9-4ACA-910F-E5F012930532}" dt="2026-07-08T08:40:20.921" v="776" actId="1076"/>
          <ac:picMkLst>
            <pc:docMk/>
            <pc:sldMk cId="3895606470" sldId="299"/>
            <ac:picMk id="14" creationId="{13E6F6E8-D028-D495-F169-FAF629FADCF9}"/>
          </ac:picMkLst>
        </pc:picChg>
      </pc:sldChg>
      <pc:sldChg chg="delSp modSp add del mod ord">
        <pc:chgData name="FAJARDO, JOSHUA S." userId="10ff038c-ae4c-47c6-aa47-eb9c2b1ee137" providerId="ADAL" clId="{A571E766-ECF9-4ACA-910F-E5F012930532}" dt="2026-07-08T08:42:43.258" v="794" actId="47"/>
        <pc:sldMkLst>
          <pc:docMk/>
          <pc:sldMk cId="887895538" sldId="300"/>
        </pc:sldMkLst>
      </pc:sldChg>
      <pc:sldChg chg="add del ord">
        <pc:chgData name="FAJARDO, JOSHUA S." userId="10ff038c-ae4c-47c6-aa47-eb9c2b1ee137" providerId="ADAL" clId="{A571E766-ECF9-4ACA-910F-E5F012930532}" dt="2026-07-08T08:52:12.259" v="1328" actId="47"/>
        <pc:sldMkLst>
          <pc:docMk/>
          <pc:sldMk cId="1372185449" sldId="300"/>
        </pc:sldMkLst>
      </pc:sldChg>
      <pc:sldChg chg="addSp delSp modSp add mod">
        <pc:chgData name="FAJARDO, JOSHUA S." userId="10ff038c-ae4c-47c6-aa47-eb9c2b1ee137" providerId="ADAL" clId="{A571E766-ECF9-4ACA-910F-E5F012930532}" dt="2026-07-08T08:47:52.512" v="1080" actId="1076"/>
        <pc:sldMkLst>
          <pc:docMk/>
          <pc:sldMk cId="883918779" sldId="301"/>
        </pc:sldMkLst>
        <pc:spChg chg="add mod">
          <ac:chgData name="FAJARDO, JOSHUA S." userId="10ff038c-ae4c-47c6-aa47-eb9c2b1ee137" providerId="ADAL" clId="{A571E766-ECF9-4ACA-910F-E5F012930532}" dt="2026-07-08T08:47:45.169" v="1078" actId="1076"/>
          <ac:spMkLst>
            <pc:docMk/>
            <pc:sldMk cId="883918779" sldId="301"/>
            <ac:spMk id="10" creationId="{5E8A9987-4D9C-326F-2559-BFAF178C32EF}"/>
          </ac:spMkLst>
        </pc:spChg>
        <pc:spChg chg="add mod">
          <ac:chgData name="FAJARDO, JOSHUA S." userId="10ff038c-ae4c-47c6-aa47-eb9c2b1ee137" providerId="ADAL" clId="{A571E766-ECF9-4ACA-910F-E5F012930532}" dt="2026-07-08T08:47:52.512" v="1080" actId="1076"/>
          <ac:spMkLst>
            <pc:docMk/>
            <pc:sldMk cId="883918779" sldId="301"/>
            <ac:spMk id="14" creationId="{C6860C7E-57FA-F24A-7947-0D0A9795A0A9}"/>
          </ac:spMkLst>
        </pc:spChg>
        <pc:grpChg chg="mod">
          <ac:chgData name="FAJARDO, JOSHUA S." userId="10ff038c-ae4c-47c6-aa47-eb9c2b1ee137" providerId="ADAL" clId="{A571E766-ECF9-4ACA-910F-E5F012930532}" dt="2026-07-08T08:46:44.497" v="1005" actId="1076"/>
          <ac:grpSpMkLst>
            <pc:docMk/>
            <pc:sldMk cId="883918779" sldId="301"/>
            <ac:grpSpMk id="5" creationId="{6DB319E5-B978-58D7-DE1B-F090FEAD0E9E}"/>
          </ac:grpSpMkLst>
        </pc:grpChg>
      </pc:sldChg>
      <pc:sldChg chg="addSp modSp add mod">
        <pc:chgData name="FAJARDO, JOSHUA S." userId="10ff038c-ae4c-47c6-aa47-eb9c2b1ee137" providerId="ADAL" clId="{A571E766-ECF9-4ACA-910F-E5F012930532}" dt="2026-07-08T12:01:57.993" v="1367" actId="207"/>
        <pc:sldMkLst>
          <pc:docMk/>
          <pc:sldMk cId="1620417554" sldId="302"/>
        </pc:sldMkLst>
        <pc:spChg chg="mod">
          <ac:chgData name="FAJARDO, JOSHUA S." userId="10ff038c-ae4c-47c6-aa47-eb9c2b1ee137" providerId="ADAL" clId="{A571E766-ECF9-4ACA-910F-E5F012930532}" dt="2026-07-08T12:01:39.919" v="1358" actId="1076"/>
          <ac:spMkLst>
            <pc:docMk/>
            <pc:sldMk cId="1620417554" sldId="302"/>
            <ac:spMk id="12" creationId="{5B0345E1-E5F2-3D14-6D93-764E4C934FE4}"/>
          </ac:spMkLst>
        </pc:spChg>
        <pc:spChg chg="add mod">
          <ac:chgData name="FAJARDO, JOSHUA S." userId="10ff038c-ae4c-47c6-aa47-eb9c2b1ee137" providerId="ADAL" clId="{A571E766-ECF9-4ACA-910F-E5F012930532}" dt="2026-07-08T12:01:57.993" v="1367" actId="207"/>
          <ac:spMkLst>
            <pc:docMk/>
            <pc:sldMk cId="1620417554" sldId="302"/>
            <ac:spMk id="13" creationId="{633C45B2-4A7A-17DF-4922-F67AEDFB2F7F}"/>
          </ac:spMkLst>
        </pc:spChg>
      </pc:sldChg>
      <pc:sldChg chg="modSp add ord">
        <pc:chgData name="FAJARDO, JOSHUA S." userId="10ff038c-ae4c-47c6-aa47-eb9c2b1ee137" providerId="ADAL" clId="{A571E766-ECF9-4ACA-910F-E5F012930532}" dt="2026-07-08T12:02:12.970" v="1371" actId="20577"/>
        <pc:sldMkLst>
          <pc:docMk/>
          <pc:sldMk cId="983670178" sldId="303"/>
        </pc:sldMkLst>
        <pc:spChg chg="mod">
          <ac:chgData name="FAJARDO, JOSHUA S." userId="10ff038c-ae4c-47c6-aa47-eb9c2b1ee137" providerId="ADAL" clId="{A571E766-ECF9-4ACA-910F-E5F012930532}" dt="2026-07-08T12:02:12.970" v="1371" actId="20577"/>
          <ac:spMkLst>
            <pc:docMk/>
            <pc:sldMk cId="983670178" sldId="303"/>
            <ac:spMk id="12" creationId="{F417375F-EF1E-5871-FAFC-75165BC64496}"/>
          </ac:spMkLst>
        </pc:spChg>
      </pc:sldChg>
      <pc:sldChg chg="addSp modSp add mod">
        <pc:chgData name="FAJARDO, JOSHUA S." userId="10ff038c-ae4c-47c6-aa47-eb9c2b1ee137" providerId="ADAL" clId="{A571E766-ECF9-4ACA-910F-E5F012930532}" dt="2026-07-08T12:02:43.934" v="1381" actId="207"/>
        <pc:sldMkLst>
          <pc:docMk/>
          <pc:sldMk cId="3395436634" sldId="304"/>
        </pc:sldMkLst>
        <pc:spChg chg="mod">
          <ac:chgData name="FAJARDO, JOSHUA S." userId="10ff038c-ae4c-47c6-aa47-eb9c2b1ee137" providerId="ADAL" clId="{A571E766-ECF9-4ACA-910F-E5F012930532}" dt="2026-07-08T12:02:24.267" v="1373" actId="1076"/>
          <ac:spMkLst>
            <pc:docMk/>
            <pc:sldMk cId="3395436634" sldId="304"/>
            <ac:spMk id="12" creationId="{0AD6C3DF-6380-D0F7-A55D-C89963E1ACBB}"/>
          </ac:spMkLst>
        </pc:spChg>
        <pc:spChg chg="add mod">
          <ac:chgData name="FAJARDO, JOSHUA S." userId="10ff038c-ae4c-47c6-aa47-eb9c2b1ee137" providerId="ADAL" clId="{A571E766-ECF9-4ACA-910F-E5F012930532}" dt="2026-07-08T12:02:43.934" v="1381" actId="207"/>
          <ac:spMkLst>
            <pc:docMk/>
            <pc:sldMk cId="3395436634" sldId="304"/>
            <ac:spMk id="13" creationId="{BC595FBE-446E-FD7C-2F25-593BE63DA730}"/>
          </ac:spMkLst>
        </pc:spChg>
      </pc:sldChg>
      <pc:sldChg chg="modSp add ord">
        <pc:chgData name="FAJARDO, JOSHUA S." userId="10ff038c-ae4c-47c6-aa47-eb9c2b1ee137" providerId="ADAL" clId="{A571E766-ECF9-4ACA-910F-E5F012930532}" dt="2026-07-08T12:03:04.297" v="1391" actId="20577"/>
        <pc:sldMkLst>
          <pc:docMk/>
          <pc:sldMk cId="1392472657" sldId="305"/>
        </pc:sldMkLst>
        <pc:spChg chg="mod">
          <ac:chgData name="FAJARDO, JOSHUA S." userId="10ff038c-ae4c-47c6-aa47-eb9c2b1ee137" providerId="ADAL" clId="{A571E766-ECF9-4ACA-910F-E5F012930532}" dt="2026-07-08T12:03:04.297" v="1391" actId="20577"/>
          <ac:spMkLst>
            <pc:docMk/>
            <pc:sldMk cId="1392472657" sldId="305"/>
            <ac:spMk id="12" creationId="{F3295AE2-9730-6E8A-7AED-B6B2CFFA8260}"/>
          </ac:spMkLst>
        </pc:spChg>
      </pc:sldChg>
      <pc:sldChg chg="addSp modSp add mod">
        <pc:chgData name="FAJARDO, JOSHUA S." userId="10ff038c-ae4c-47c6-aa47-eb9c2b1ee137" providerId="ADAL" clId="{A571E766-ECF9-4ACA-910F-E5F012930532}" dt="2026-07-08T12:03:38.853" v="1404" actId="207"/>
        <pc:sldMkLst>
          <pc:docMk/>
          <pc:sldMk cId="2945155084" sldId="306"/>
        </pc:sldMkLst>
        <pc:spChg chg="mod">
          <ac:chgData name="FAJARDO, JOSHUA S." userId="10ff038c-ae4c-47c6-aa47-eb9c2b1ee137" providerId="ADAL" clId="{A571E766-ECF9-4ACA-910F-E5F012930532}" dt="2026-07-08T12:03:12.934" v="1393" actId="1076"/>
          <ac:spMkLst>
            <pc:docMk/>
            <pc:sldMk cId="2945155084" sldId="306"/>
            <ac:spMk id="12" creationId="{E239B0C2-5A23-5091-7354-5523FA975120}"/>
          </ac:spMkLst>
        </pc:spChg>
        <pc:spChg chg="add mod">
          <ac:chgData name="FAJARDO, JOSHUA S." userId="10ff038c-ae4c-47c6-aa47-eb9c2b1ee137" providerId="ADAL" clId="{A571E766-ECF9-4ACA-910F-E5F012930532}" dt="2026-07-08T12:03:38.853" v="1404" actId="207"/>
          <ac:spMkLst>
            <pc:docMk/>
            <pc:sldMk cId="2945155084" sldId="306"/>
            <ac:spMk id="13" creationId="{BA425CFD-3AB0-DD9F-348F-71D8EA0B8976}"/>
          </ac:spMkLst>
        </pc:spChg>
      </pc:sldChg>
      <pc:sldChg chg="delSp modSp add mod ord">
        <pc:chgData name="FAJARDO, JOSHUA S." userId="10ff038c-ae4c-47c6-aa47-eb9c2b1ee137" providerId="ADAL" clId="{A571E766-ECF9-4ACA-910F-E5F012930532}" dt="2026-07-08T12:07:35.405" v="1511" actId="207"/>
        <pc:sldMkLst>
          <pc:docMk/>
          <pc:sldMk cId="3399435865" sldId="307"/>
        </pc:sldMkLst>
        <pc:spChg chg="mod">
          <ac:chgData name="FAJARDO, JOSHUA S." userId="10ff038c-ae4c-47c6-aa47-eb9c2b1ee137" providerId="ADAL" clId="{A571E766-ECF9-4ACA-910F-E5F012930532}" dt="2026-07-08T12:04:58.495" v="1446" actId="1076"/>
          <ac:spMkLst>
            <pc:docMk/>
            <pc:sldMk cId="3399435865" sldId="307"/>
            <ac:spMk id="11" creationId="{D4EEF3B7-B0F8-4170-5202-9DE22F4D676C}"/>
          </ac:spMkLst>
        </pc:spChg>
        <pc:spChg chg="mod">
          <ac:chgData name="FAJARDO, JOSHUA S." userId="10ff038c-ae4c-47c6-aa47-eb9c2b1ee137" providerId="ADAL" clId="{A571E766-ECF9-4ACA-910F-E5F012930532}" dt="2026-07-08T12:07:35.405" v="1511" actId="207"/>
          <ac:spMkLst>
            <pc:docMk/>
            <pc:sldMk cId="3399435865" sldId="307"/>
            <ac:spMk id="13" creationId="{5F424405-188C-C7D8-F651-2A4289CA618C}"/>
          </ac:spMkLst>
        </pc:spChg>
        <pc:grpChg chg="mod">
          <ac:chgData name="FAJARDO, JOSHUA S." userId="10ff038c-ae4c-47c6-aa47-eb9c2b1ee137" providerId="ADAL" clId="{A571E766-ECF9-4ACA-910F-E5F012930532}" dt="2026-07-08T12:05:08.445" v="1448" actId="14100"/>
          <ac:grpSpMkLst>
            <pc:docMk/>
            <pc:sldMk cId="3399435865" sldId="307"/>
            <ac:grpSpMk id="5" creationId="{8555EF7C-E120-F49F-F0E1-216C9F548105}"/>
          </ac:grpSpMkLst>
        </pc:grpChg>
        <pc:grpChg chg="mod">
          <ac:chgData name="FAJARDO, JOSHUA S." userId="10ff038c-ae4c-47c6-aa47-eb9c2b1ee137" providerId="ADAL" clId="{A571E766-ECF9-4ACA-910F-E5F012930532}" dt="2026-07-08T12:04:55.281" v="1445" actId="1076"/>
          <ac:grpSpMkLst>
            <pc:docMk/>
            <pc:sldMk cId="3399435865" sldId="307"/>
            <ac:grpSpMk id="8" creationId="{E5D90604-86DD-3EB2-1F31-2BE0F2B33EC5}"/>
          </ac:grpSpMkLst>
        </pc:grpChg>
      </pc:sldChg>
      <pc:sldChg chg="delSp modSp add mod ord">
        <pc:chgData name="FAJARDO, JOSHUA S." userId="10ff038c-ae4c-47c6-aa47-eb9c2b1ee137" providerId="ADAL" clId="{A571E766-ECF9-4ACA-910F-E5F012930532}" dt="2026-07-08T12:11:32.623" v="1580" actId="1076"/>
        <pc:sldMkLst>
          <pc:docMk/>
          <pc:sldMk cId="2927415140" sldId="308"/>
        </pc:sldMkLst>
        <pc:spChg chg="mod">
          <ac:chgData name="FAJARDO, JOSHUA S." userId="10ff038c-ae4c-47c6-aa47-eb9c2b1ee137" providerId="ADAL" clId="{A571E766-ECF9-4ACA-910F-E5F012930532}" dt="2026-07-08T12:11:32.623" v="1580" actId="1076"/>
          <ac:spMkLst>
            <pc:docMk/>
            <pc:sldMk cId="2927415140" sldId="308"/>
            <ac:spMk id="18" creationId="{4ADE086A-5B7F-56F0-78CB-0F1C7F67BCC6}"/>
          </ac:spMkLst>
        </pc:spChg>
      </pc:sldChg>
      <pc:sldChg chg="modSp add mod ord">
        <pc:chgData name="FAJARDO, JOSHUA S." userId="10ff038c-ae4c-47c6-aa47-eb9c2b1ee137" providerId="ADAL" clId="{A571E766-ECF9-4ACA-910F-E5F012930532}" dt="2026-07-08T12:08:54.564" v="1547" actId="20577"/>
        <pc:sldMkLst>
          <pc:docMk/>
          <pc:sldMk cId="1473240559" sldId="309"/>
        </pc:sldMkLst>
        <pc:spChg chg="mod">
          <ac:chgData name="FAJARDO, JOSHUA S." userId="10ff038c-ae4c-47c6-aa47-eb9c2b1ee137" providerId="ADAL" clId="{A571E766-ECF9-4ACA-910F-E5F012930532}" dt="2026-07-08T12:08:54.564" v="1547" actId="20577"/>
          <ac:spMkLst>
            <pc:docMk/>
            <pc:sldMk cId="1473240559" sldId="309"/>
            <ac:spMk id="12" creationId="{4F2D3369-19A5-53FF-33F4-2E055450161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g"/><Relationship Id="rId5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11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11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11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3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212277" y="0"/>
            <a:ext cx="34712554" cy="8772618"/>
            <a:chOff x="0" y="0"/>
            <a:chExt cx="46283405" cy="116968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219500" cy="11696823"/>
            </a:xfrm>
            <a:custGeom>
              <a:avLst/>
              <a:gdLst/>
              <a:ahLst/>
              <a:cxnLst/>
              <a:rect l="l" t="t" r="r" b="b"/>
              <a:pathLst>
                <a:path w="23219500" h="11696823">
                  <a:moveTo>
                    <a:pt x="0" y="0"/>
                  </a:moveTo>
                  <a:lnTo>
                    <a:pt x="23219500" y="0"/>
                  </a:lnTo>
                  <a:lnTo>
                    <a:pt x="23219500" y="11696823"/>
                  </a:lnTo>
                  <a:lnTo>
                    <a:pt x="0" y="11696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23063905" y="0"/>
              <a:ext cx="23219500" cy="11696823"/>
            </a:xfrm>
            <a:custGeom>
              <a:avLst/>
              <a:gdLst/>
              <a:ahLst/>
              <a:cxnLst/>
              <a:rect l="l" t="t" r="r" b="b"/>
              <a:pathLst>
                <a:path w="23219500" h="11696823">
                  <a:moveTo>
                    <a:pt x="0" y="0"/>
                  </a:moveTo>
                  <a:lnTo>
                    <a:pt x="23219500" y="0"/>
                  </a:lnTo>
                  <a:lnTo>
                    <a:pt x="23219500" y="11696823"/>
                  </a:lnTo>
                  <a:lnTo>
                    <a:pt x="0" y="11696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8229603"/>
            <a:ext cx="18288000" cy="2057397"/>
            <a:chOff x="0" y="0"/>
            <a:chExt cx="4816593" cy="54186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541866"/>
            </a:xfrm>
            <a:custGeom>
              <a:avLst/>
              <a:gdLst/>
              <a:ahLst/>
              <a:cxnLst/>
              <a:rect l="l" t="t" r="r" b="b"/>
              <a:pathLst>
                <a:path w="4816592" h="541866">
                  <a:moveTo>
                    <a:pt x="0" y="0"/>
                  </a:moveTo>
                  <a:lnTo>
                    <a:pt x="4816592" y="0"/>
                  </a:lnTo>
                  <a:lnTo>
                    <a:pt x="4816592" y="541866"/>
                  </a:lnTo>
                  <a:lnTo>
                    <a:pt x="0" y="541866"/>
                  </a:lnTo>
                  <a:close/>
                </a:path>
              </a:pathLst>
            </a:custGeom>
            <a:solidFill>
              <a:srgbClr val="1C2B2B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816593" cy="579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1044510">
            <a:off x="432583" y="5509725"/>
            <a:ext cx="2278479" cy="2204428"/>
          </a:xfrm>
          <a:custGeom>
            <a:avLst/>
            <a:gdLst/>
            <a:ahLst/>
            <a:cxnLst/>
            <a:rect l="l" t="t" r="r" b="b"/>
            <a:pathLst>
              <a:path w="2278479" h="2204428">
                <a:moveTo>
                  <a:pt x="0" y="0"/>
                </a:moveTo>
                <a:lnTo>
                  <a:pt x="2278479" y="0"/>
                </a:lnTo>
                <a:lnTo>
                  <a:pt x="2278479" y="2204428"/>
                </a:lnTo>
                <a:lnTo>
                  <a:pt x="0" y="22044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9" name="Freeform 9"/>
          <p:cNvSpPr/>
          <p:nvPr/>
        </p:nvSpPr>
        <p:spPr>
          <a:xfrm>
            <a:off x="15830566" y="498475"/>
            <a:ext cx="1948919" cy="2057400"/>
          </a:xfrm>
          <a:custGeom>
            <a:avLst/>
            <a:gdLst/>
            <a:ahLst/>
            <a:cxnLst/>
            <a:rect l="l" t="t" r="r" b="b"/>
            <a:pathLst>
              <a:path w="1948919" h="2057400">
                <a:moveTo>
                  <a:pt x="0" y="0"/>
                </a:moveTo>
                <a:lnTo>
                  <a:pt x="1948919" y="0"/>
                </a:lnTo>
                <a:lnTo>
                  <a:pt x="1948919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0" name="Freeform 10"/>
          <p:cNvSpPr/>
          <p:nvPr/>
        </p:nvSpPr>
        <p:spPr>
          <a:xfrm rot="-1252704">
            <a:off x="15906129" y="6843307"/>
            <a:ext cx="2107469" cy="812334"/>
          </a:xfrm>
          <a:custGeom>
            <a:avLst/>
            <a:gdLst/>
            <a:ahLst/>
            <a:cxnLst/>
            <a:rect l="l" t="t" r="r" b="b"/>
            <a:pathLst>
              <a:path w="2107469" h="812334">
                <a:moveTo>
                  <a:pt x="0" y="0"/>
                </a:moveTo>
                <a:lnTo>
                  <a:pt x="2107469" y="0"/>
                </a:lnTo>
                <a:lnTo>
                  <a:pt x="2107469" y="812333"/>
                </a:lnTo>
                <a:lnTo>
                  <a:pt x="0" y="8123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1" name="Freeform 11"/>
          <p:cNvSpPr/>
          <p:nvPr/>
        </p:nvSpPr>
        <p:spPr>
          <a:xfrm rot="-2612862">
            <a:off x="2194794" y="2267616"/>
            <a:ext cx="553303" cy="792492"/>
          </a:xfrm>
          <a:custGeom>
            <a:avLst/>
            <a:gdLst/>
            <a:ahLst/>
            <a:cxnLst/>
            <a:rect l="l" t="t" r="r" b="b"/>
            <a:pathLst>
              <a:path w="553303" h="792492">
                <a:moveTo>
                  <a:pt x="0" y="0"/>
                </a:moveTo>
                <a:lnTo>
                  <a:pt x="553303" y="0"/>
                </a:lnTo>
                <a:lnTo>
                  <a:pt x="553303" y="792492"/>
                </a:lnTo>
                <a:lnTo>
                  <a:pt x="0" y="7924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2" name="TextBox 12"/>
          <p:cNvSpPr txBox="1"/>
          <p:nvPr/>
        </p:nvSpPr>
        <p:spPr>
          <a:xfrm>
            <a:off x="1885294" y="3001962"/>
            <a:ext cx="14517412" cy="2600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0"/>
              </a:lnSpc>
            </a:pPr>
            <a:r>
              <a:rPr lang="en-US" sz="15000" dirty="0">
                <a:solidFill>
                  <a:srgbClr val="223939"/>
                </a:solidFill>
                <a:latin typeface="Borsok"/>
                <a:ea typeface="Borsok"/>
                <a:cs typeface="Borsok"/>
                <a:sym typeface="Borsok"/>
              </a:rPr>
              <a:t>MATHEMATICS</a:t>
            </a:r>
          </a:p>
        </p:txBody>
      </p:sp>
      <p:sp>
        <p:nvSpPr>
          <p:cNvPr id="13" name="Freeform 13"/>
          <p:cNvSpPr/>
          <p:nvPr/>
        </p:nvSpPr>
        <p:spPr>
          <a:xfrm rot="7796296">
            <a:off x="15806891" y="5011824"/>
            <a:ext cx="553303" cy="792492"/>
          </a:xfrm>
          <a:custGeom>
            <a:avLst/>
            <a:gdLst/>
            <a:ahLst/>
            <a:cxnLst/>
            <a:rect l="l" t="t" r="r" b="b"/>
            <a:pathLst>
              <a:path w="553303" h="792492">
                <a:moveTo>
                  <a:pt x="0" y="0"/>
                </a:moveTo>
                <a:lnTo>
                  <a:pt x="553303" y="0"/>
                </a:lnTo>
                <a:lnTo>
                  <a:pt x="553303" y="792491"/>
                </a:lnTo>
                <a:lnTo>
                  <a:pt x="0" y="79249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4" name="Freeform 14"/>
          <p:cNvSpPr/>
          <p:nvPr/>
        </p:nvSpPr>
        <p:spPr>
          <a:xfrm flipH="1">
            <a:off x="389691" y="325554"/>
            <a:ext cx="2081754" cy="2055732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5" name="TextBox 15"/>
          <p:cNvSpPr txBox="1"/>
          <p:nvPr/>
        </p:nvSpPr>
        <p:spPr>
          <a:xfrm>
            <a:off x="4887415" y="8757604"/>
            <a:ext cx="8817969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E1E1E1"/>
                </a:solidFill>
                <a:latin typeface="Monterchi Bold"/>
                <a:ea typeface="Monterchi Bold"/>
                <a:cs typeface="Monterchi Bold"/>
                <a:sym typeface="Monterchi Bold"/>
              </a:rPr>
              <a:t>Prepared by: Mr. Fajardo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988644" y="2468999"/>
            <a:ext cx="11868503" cy="95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dirty="0">
                <a:solidFill>
                  <a:srgbClr val="2F4F4F"/>
                </a:solidFill>
                <a:latin typeface="Bugaki"/>
                <a:ea typeface="Bugaki"/>
                <a:cs typeface="Bugaki"/>
                <a:sym typeface="Bugaki"/>
              </a:rPr>
              <a:t>Welcome to our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364463" y="5180779"/>
            <a:ext cx="11868503" cy="95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dirty="0">
                <a:solidFill>
                  <a:srgbClr val="2F4F4F"/>
                </a:solidFill>
                <a:latin typeface="Bugaki"/>
                <a:ea typeface="Bugaki"/>
                <a:cs typeface="Bugaki"/>
                <a:sym typeface="Bugaki"/>
              </a:rPr>
              <a:t>Class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95400" y="1559280"/>
            <a:ext cx="16497199" cy="7607883"/>
            <a:chOff x="0" y="0"/>
            <a:chExt cx="4344941" cy="20037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44941" cy="2003722"/>
            </a:xfrm>
            <a:custGeom>
              <a:avLst/>
              <a:gdLst/>
              <a:ahLst/>
              <a:cxnLst/>
              <a:rect l="l" t="t" r="r" b="b"/>
              <a:pathLst>
                <a:path w="4344941" h="2003722">
                  <a:moveTo>
                    <a:pt x="23934" y="0"/>
                  </a:moveTo>
                  <a:lnTo>
                    <a:pt x="4321008" y="0"/>
                  </a:lnTo>
                  <a:cubicBezTo>
                    <a:pt x="4327355" y="0"/>
                    <a:pt x="4333443" y="2522"/>
                    <a:pt x="4337931" y="7010"/>
                  </a:cubicBezTo>
                  <a:cubicBezTo>
                    <a:pt x="4342420" y="11498"/>
                    <a:pt x="4344941" y="17586"/>
                    <a:pt x="4344941" y="23934"/>
                  </a:cubicBezTo>
                  <a:lnTo>
                    <a:pt x="4344941" y="1979789"/>
                  </a:lnTo>
                  <a:cubicBezTo>
                    <a:pt x="4344941" y="1993007"/>
                    <a:pt x="4334226" y="2003722"/>
                    <a:pt x="4321008" y="2003722"/>
                  </a:cubicBezTo>
                  <a:lnTo>
                    <a:pt x="23934" y="2003722"/>
                  </a:lnTo>
                  <a:cubicBezTo>
                    <a:pt x="10715" y="2003722"/>
                    <a:pt x="0" y="1993007"/>
                    <a:pt x="0" y="1979789"/>
                  </a:cubicBezTo>
                  <a:lnTo>
                    <a:pt x="0" y="23934"/>
                  </a:lnTo>
                  <a:cubicBezTo>
                    <a:pt x="0" y="10715"/>
                    <a:pt x="10715" y="0"/>
                    <a:pt x="23934" y="0"/>
                  </a:cubicBezTo>
                  <a:close/>
                </a:path>
              </a:pathLst>
            </a:custGeom>
            <a:solidFill>
              <a:srgbClr val="FFFFFF"/>
            </a:solidFill>
            <a:ln w="123825" cap="rnd">
              <a:solidFill>
                <a:srgbClr val="223939"/>
              </a:solidFill>
              <a:prstDash val="lgDash"/>
              <a:round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344941" cy="20418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6611354" y="2541957"/>
            <a:ext cx="3353292" cy="1060479"/>
          </a:xfrm>
          <a:custGeom>
            <a:avLst/>
            <a:gdLst/>
            <a:ahLst/>
            <a:cxnLst/>
            <a:rect l="l" t="t" r="r" b="b"/>
            <a:pathLst>
              <a:path w="3353292" h="1060479">
                <a:moveTo>
                  <a:pt x="0" y="0"/>
                </a:moveTo>
                <a:lnTo>
                  <a:pt x="3353292" y="0"/>
                </a:lnTo>
                <a:lnTo>
                  <a:pt x="3353292" y="1060479"/>
                </a:lnTo>
                <a:lnTo>
                  <a:pt x="0" y="10604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E6EA8F9-BF56-FA78-4D74-C4F71062B50B}"/>
              </a:ext>
            </a:extLst>
          </p:cNvPr>
          <p:cNvGrpSpPr/>
          <p:nvPr/>
        </p:nvGrpSpPr>
        <p:grpSpPr>
          <a:xfrm>
            <a:off x="2213733" y="730327"/>
            <a:ext cx="10740267" cy="1657907"/>
            <a:chOff x="2213733" y="730327"/>
            <a:chExt cx="10740267" cy="1657907"/>
          </a:xfrm>
        </p:grpSpPr>
        <p:grpSp>
          <p:nvGrpSpPr>
            <p:cNvPr id="8" name="Group 8"/>
            <p:cNvGrpSpPr/>
            <p:nvPr/>
          </p:nvGrpSpPr>
          <p:grpSpPr>
            <a:xfrm>
              <a:off x="2213733" y="730327"/>
              <a:ext cx="10740267" cy="1657907"/>
              <a:chOff x="0" y="0"/>
              <a:chExt cx="2693549" cy="43665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693549" cy="436650"/>
              </a:xfrm>
              <a:custGeom>
                <a:avLst/>
                <a:gdLst/>
                <a:ahLst/>
                <a:cxnLst/>
                <a:rect l="l" t="t" r="r" b="b"/>
                <a:pathLst>
                  <a:path w="2693549" h="436650">
                    <a:moveTo>
                      <a:pt x="15140" y="0"/>
                    </a:moveTo>
                    <a:lnTo>
                      <a:pt x="2678409" y="0"/>
                    </a:lnTo>
                    <a:cubicBezTo>
                      <a:pt x="2686770" y="0"/>
                      <a:pt x="2693549" y="6778"/>
                      <a:pt x="2693549" y="15140"/>
                    </a:cubicBezTo>
                    <a:lnTo>
                      <a:pt x="2693549" y="421510"/>
                    </a:lnTo>
                    <a:cubicBezTo>
                      <a:pt x="2693549" y="429872"/>
                      <a:pt x="2686770" y="436650"/>
                      <a:pt x="2678409" y="436650"/>
                    </a:cubicBezTo>
                    <a:lnTo>
                      <a:pt x="15140" y="436650"/>
                    </a:lnTo>
                    <a:cubicBezTo>
                      <a:pt x="6778" y="436650"/>
                      <a:pt x="0" y="429872"/>
                      <a:pt x="0" y="421510"/>
                    </a:cubicBezTo>
                    <a:lnTo>
                      <a:pt x="0" y="15140"/>
                    </a:lnTo>
                    <a:cubicBezTo>
                      <a:pt x="0" y="6778"/>
                      <a:pt x="6778" y="0"/>
                      <a:pt x="15140" y="0"/>
                    </a:cubicBezTo>
                    <a:close/>
                  </a:path>
                </a:pathLst>
              </a:custGeom>
              <a:solidFill>
                <a:srgbClr val="223939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2693549" cy="4747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2362200" y="1020671"/>
              <a:ext cx="10227067" cy="107721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8399"/>
                </a:lnSpc>
              </a:pPr>
              <a:r>
                <a:rPr lang="en-US" sz="7000" dirty="0">
                  <a:solidFill>
                    <a:srgbClr val="E1E1E1"/>
                  </a:solidFill>
                  <a:latin typeface="Bugaki"/>
                  <a:ea typeface="Bugaki"/>
                  <a:cs typeface="Bugaki"/>
                  <a:sym typeface="Bugaki"/>
                </a:rPr>
                <a:t>Learning Objectives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673664" y="2738251"/>
            <a:ext cx="14400603" cy="5078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079501" lvl="1" indent="-539750" algn="l">
              <a:lnSpc>
                <a:spcPct val="150000"/>
              </a:lnSpc>
              <a:buFont typeface="Arial"/>
              <a:buChar char="•"/>
            </a:pPr>
            <a:r>
              <a:rPr lang="en-US" sz="5500" dirty="0">
                <a:solidFill>
                  <a:srgbClr val="1C2B2B"/>
                </a:solidFill>
                <a:latin typeface="Monterchi"/>
                <a:ea typeface="Monterchi"/>
                <a:cs typeface="Monterchi"/>
                <a:sym typeface="Monterchi"/>
              </a:rPr>
              <a:t>Demonstrate the process of completing the square to transform a quadratic expression into a perfect square trinomial.</a:t>
            </a:r>
          </a:p>
          <a:p>
            <a:pPr marL="1079501" lvl="1" indent="-539750" algn="l">
              <a:lnSpc>
                <a:spcPct val="150000"/>
              </a:lnSpc>
              <a:buFont typeface="Arial"/>
              <a:buChar char="•"/>
            </a:pPr>
            <a:r>
              <a:rPr lang="en-US" sz="5500" dirty="0">
                <a:solidFill>
                  <a:srgbClr val="1C2B2B"/>
                </a:solidFill>
                <a:latin typeface="Monterchi"/>
                <a:ea typeface="Monterchi"/>
                <a:cs typeface="Monterchi"/>
                <a:sym typeface="Monterchi"/>
              </a:rPr>
              <a:t>Solve quadratic equations by completing the square.</a:t>
            </a:r>
          </a:p>
        </p:txBody>
      </p:sp>
      <p:sp>
        <p:nvSpPr>
          <p:cNvPr id="14" name="Freeform 14"/>
          <p:cNvSpPr/>
          <p:nvPr/>
        </p:nvSpPr>
        <p:spPr>
          <a:xfrm>
            <a:off x="-1573188" y="7256692"/>
            <a:ext cx="3353292" cy="1060479"/>
          </a:xfrm>
          <a:custGeom>
            <a:avLst/>
            <a:gdLst/>
            <a:ahLst/>
            <a:cxnLst/>
            <a:rect l="l" t="t" r="r" b="b"/>
            <a:pathLst>
              <a:path w="3353292" h="1060479">
                <a:moveTo>
                  <a:pt x="0" y="0"/>
                </a:moveTo>
                <a:lnTo>
                  <a:pt x="3353292" y="0"/>
                </a:lnTo>
                <a:lnTo>
                  <a:pt x="3353292" y="1060479"/>
                </a:lnTo>
                <a:lnTo>
                  <a:pt x="0" y="10604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78275-9BAF-2C09-6ADD-D8E5FA67E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2DF82CD-8848-2CA9-81FA-E2694D999A8E}"/>
              </a:ext>
            </a:extLst>
          </p:cNvPr>
          <p:cNvGrpSpPr/>
          <p:nvPr/>
        </p:nvGrpSpPr>
        <p:grpSpPr>
          <a:xfrm>
            <a:off x="-8212277" y="0"/>
            <a:ext cx="34712554" cy="8772618"/>
            <a:chOff x="0" y="0"/>
            <a:chExt cx="46283405" cy="1169682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C2BF88E-410C-16E0-DDC8-167CAD809708}"/>
                </a:ext>
              </a:extLst>
            </p:cNvPr>
            <p:cNvSpPr/>
            <p:nvPr/>
          </p:nvSpPr>
          <p:spPr>
            <a:xfrm>
              <a:off x="0" y="0"/>
              <a:ext cx="23219500" cy="11696823"/>
            </a:xfrm>
            <a:custGeom>
              <a:avLst/>
              <a:gdLst/>
              <a:ahLst/>
              <a:cxnLst/>
              <a:rect l="l" t="t" r="r" b="b"/>
              <a:pathLst>
                <a:path w="23219500" h="11696823">
                  <a:moveTo>
                    <a:pt x="0" y="0"/>
                  </a:moveTo>
                  <a:lnTo>
                    <a:pt x="23219500" y="0"/>
                  </a:lnTo>
                  <a:lnTo>
                    <a:pt x="23219500" y="11696823"/>
                  </a:lnTo>
                  <a:lnTo>
                    <a:pt x="0" y="11696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8B7F9FD-F128-DA19-3A1D-7FEB6C12F36E}"/>
                </a:ext>
              </a:extLst>
            </p:cNvPr>
            <p:cNvSpPr/>
            <p:nvPr/>
          </p:nvSpPr>
          <p:spPr>
            <a:xfrm>
              <a:off x="23063905" y="0"/>
              <a:ext cx="23219500" cy="11696823"/>
            </a:xfrm>
            <a:custGeom>
              <a:avLst/>
              <a:gdLst/>
              <a:ahLst/>
              <a:cxnLst/>
              <a:rect l="l" t="t" r="r" b="b"/>
              <a:pathLst>
                <a:path w="23219500" h="11696823">
                  <a:moveTo>
                    <a:pt x="0" y="0"/>
                  </a:moveTo>
                  <a:lnTo>
                    <a:pt x="23219500" y="0"/>
                  </a:lnTo>
                  <a:lnTo>
                    <a:pt x="23219500" y="11696823"/>
                  </a:lnTo>
                  <a:lnTo>
                    <a:pt x="0" y="11696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51B3F330-21DE-D6A7-B713-40EE0BCD9100}"/>
              </a:ext>
            </a:extLst>
          </p:cNvPr>
          <p:cNvGrpSpPr/>
          <p:nvPr/>
        </p:nvGrpSpPr>
        <p:grpSpPr>
          <a:xfrm>
            <a:off x="0" y="8710751"/>
            <a:ext cx="18288000" cy="1015907"/>
            <a:chOff x="0" y="0"/>
            <a:chExt cx="4816593" cy="54186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C44A3D1-74BB-7F2D-02DC-95663ADF8C04}"/>
                </a:ext>
              </a:extLst>
            </p:cNvPr>
            <p:cNvSpPr/>
            <p:nvPr/>
          </p:nvSpPr>
          <p:spPr>
            <a:xfrm>
              <a:off x="0" y="0"/>
              <a:ext cx="4816592" cy="541866"/>
            </a:xfrm>
            <a:custGeom>
              <a:avLst/>
              <a:gdLst/>
              <a:ahLst/>
              <a:cxnLst/>
              <a:rect l="l" t="t" r="r" b="b"/>
              <a:pathLst>
                <a:path w="4816592" h="541866">
                  <a:moveTo>
                    <a:pt x="0" y="0"/>
                  </a:moveTo>
                  <a:lnTo>
                    <a:pt x="4816592" y="0"/>
                  </a:lnTo>
                  <a:lnTo>
                    <a:pt x="4816592" y="541866"/>
                  </a:lnTo>
                  <a:lnTo>
                    <a:pt x="0" y="541866"/>
                  </a:lnTo>
                  <a:close/>
                </a:path>
              </a:pathLst>
            </a:custGeom>
            <a:solidFill>
              <a:srgbClr val="1C2B2B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F52A3FD-9C82-A51F-62F0-2474842CFDE6}"/>
                </a:ext>
              </a:extLst>
            </p:cNvPr>
            <p:cNvSpPr txBox="1"/>
            <p:nvPr/>
          </p:nvSpPr>
          <p:spPr>
            <a:xfrm>
              <a:off x="0" y="-38100"/>
              <a:ext cx="4816593" cy="579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E6E94B45-F696-705E-341F-A1481875CDD0}"/>
              </a:ext>
            </a:extLst>
          </p:cNvPr>
          <p:cNvSpPr/>
          <p:nvPr/>
        </p:nvSpPr>
        <p:spPr>
          <a:xfrm>
            <a:off x="15958052" y="7149589"/>
            <a:ext cx="2081754" cy="2261641"/>
          </a:xfrm>
          <a:custGeom>
            <a:avLst/>
            <a:gdLst/>
            <a:ahLst/>
            <a:cxnLst/>
            <a:rect l="l" t="t" r="r" b="b"/>
            <a:pathLst>
              <a:path w="1948919" h="2057400">
                <a:moveTo>
                  <a:pt x="0" y="0"/>
                </a:moveTo>
                <a:lnTo>
                  <a:pt x="1948919" y="0"/>
                </a:lnTo>
                <a:lnTo>
                  <a:pt x="1948919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505514E-67AB-4EB6-F513-6439266CD14B}"/>
              </a:ext>
            </a:extLst>
          </p:cNvPr>
          <p:cNvSpPr txBox="1"/>
          <p:nvPr/>
        </p:nvSpPr>
        <p:spPr>
          <a:xfrm>
            <a:off x="1943642" y="2255613"/>
            <a:ext cx="14517412" cy="4616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5000" dirty="0">
                <a:solidFill>
                  <a:srgbClr val="223939"/>
                </a:solidFill>
                <a:latin typeface="Borsok"/>
                <a:ea typeface="Borsok"/>
                <a:cs typeface="Borsok"/>
                <a:sym typeface="Borsok"/>
              </a:rPr>
              <a:t>Exploration activity</a:t>
            </a:r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88CDA47D-9B78-C7F7-4479-8BECF410D08E}"/>
              </a:ext>
            </a:extLst>
          </p:cNvPr>
          <p:cNvSpPr/>
          <p:nvPr/>
        </p:nvSpPr>
        <p:spPr>
          <a:xfrm flipH="1">
            <a:off x="228600" y="7326878"/>
            <a:ext cx="2081754" cy="2055732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41655275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50259-75D6-BD21-6533-218FA116C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DF180FC-BA89-333C-A363-EC05F47CD8FA}"/>
              </a:ext>
            </a:extLst>
          </p:cNvPr>
          <p:cNvGrpSpPr/>
          <p:nvPr/>
        </p:nvGrpSpPr>
        <p:grpSpPr>
          <a:xfrm>
            <a:off x="-8212277" y="0"/>
            <a:ext cx="34712554" cy="8772618"/>
            <a:chOff x="0" y="0"/>
            <a:chExt cx="46283405" cy="1169682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EEE7C50-1F06-8D3C-93BE-F2C6C711B5C4}"/>
                </a:ext>
              </a:extLst>
            </p:cNvPr>
            <p:cNvSpPr/>
            <p:nvPr/>
          </p:nvSpPr>
          <p:spPr>
            <a:xfrm>
              <a:off x="0" y="0"/>
              <a:ext cx="23219500" cy="11696823"/>
            </a:xfrm>
            <a:custGeom>
              <a:avLst/>
              <a:gdLst/>
              <a:ahLst/>
              <a:cxnLst/>
              <a:rect l="l" t="t" r="r" b="b"/>
              <a:pathLst>
                <a:path w="23219500" h="11696823">
                  <a:moveTo>
                    <a:pt x="0" y="0"/>
                  </a:moveTo>
                  <a:lnTo>
                    <a:pt x="23219500" y="0"/>
                  </a:lnTo>
                  <a:lnTo>
                    <a:pt x="23219500" y="11696823"/>
                  </a:lnTo>
                  <a:lnTo>
                    <a:pt x="0" y="11696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6E3FCB0-C275-A214-E97B-57408F529A7D}"/>
                </a:ext>
              </a:extLst>
            </p:cNvPr>
            <p:cNvSpPr/>
            <p:nvPr/>
          </p:nvSpPr>
          <p:spPr>
            <a:xfrm>
              <a:off x="23063905" y="0"/>
              <a:ext cx="23219500" cy="11696823"/>
            </a:xfrm>
            <a:custGeom>
              <a:avLst/>
              <a:gdLst/>
              <a:ahLst/>
              <a:cxnLst/>
              <a:rect l="l" t="t" r="r" b="b"/>
              <a:pathLst>
                <a:path w="23219500" h="11696823">
                  <a:moveTo>
                    <a:pt x="0" y="0"/>
                  </a:moveTo>
                  <a:lnTo>
                    <a:pt x="23219500" y="0"/>
                  </a:lnTo>
                  <a:lnTo>
                    <a:pt x="23219500" y="11696823"/>
                  </a:lnTo>
                  <a:lnTo>
                    <a:pt x="0" y="11696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52F0F40A-5749-F2E2-F614-D2908A00C3CC}"/>
              </a:ext>
            </a:extLst>
          </p:cNvPr>
          <p:cNvGrpSpPr/>
          <p:nvPr/>
        </p:nvGrpSpPr>
        <p:grpSpPr>
          <a:xfrm>
            <a:off x="0" y="8710751"/>
            <a:ext cx="18288000" cy="1015907"/>
            <a:chOff x="0" y="0"/>
            <a:chExt cx="4816593" cy="54186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0048BCB-D8EB-443E-C16C-96C8605E1CAB}"/>
                </a:ext>
              </a:extLst>
            </p:cNvPr>
            <p:cNvSpPr/>
            <p:nvPr/>
          </p:nvSpPr>
          <p:spPr>
            <a:xfrm>
              <a:off x="0" y="0"/>
              <a:ext cx="4816592" cy="541866"/>
            </a:xfrm>
            <a:custGeom>
              <a:avLst/>
              <a:gdLst/>
              <a:ahLst/>
              <a:cxnLst/>
              <a:rect l="l" t="t" r="r" b="b"/>
              <a:pathLst>
                <a:path w="4816592" h="541866">
                  <a:moveTo>
                    <a:pt x="0" y="0"/>
                  </a:moveTo>
                  <a:lnTo>
                    <a:pt x="4816592" y="0"/>
                  </a:lnTo>
                  <a:lnTo>
                    <a:pt x="4816592" y="541866"/>
                  </a:lnTo>
                  <a:lnTo>
                    <a:pt x="0" y="541866"/>
                  </a:lnTo>
                  <a:close/>
                </a:path>
              </a:pathLst>
            </a:custGeom>
            <a:solidFill>
              <a:srgbClr val="1C2B2B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7B936E9-99ED-2313-945E-7B271B2F1C18}"/>
                </a:ext>
              </a:extLst>
            </p:cNvPr>
            <p:cNvSpPr txBox="1"/>
            <p:nvPr/>
          </p:nvSpPr>
          <p:spPr>
            <a:xfrm>
              <a:off x="0" y="-38100"/>
              <a:ext cx="4816593" cy="579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E1D2502D-F351-477B-9041-2459C1AEC05A}"/>
              </a:ext>
            </a:extLst>
          </p:cNvPr>
          <p:cNvSpPr/>
          <p:nvPr/>
        </p:nvSpPr>
        <p:spPr>
          <a:xfrm>
            <a:off x="15958052" y="7149589"/>
            <a:ext cx="2081754" cy="2261641"/>
          </a:xfrm>
          <a:custGeom>
            <a:avLst/>
            <a:gdLst/>
            <a:ahLst/>
            <a:cxnLst/>
            <a:rect l="l" t="t" r="r" b="b"/>
            <a:pathLst>
              <a:path w="1948919" h="2057400">
                <a:moveTo>
                  <a:pt x="0" y="0"/>
                </a:moveTo>
                <a:lnTo>
                  <a:pt x="1948919" y="0"/>
                </a:lnTo>
                <a:lnTo>
                  <a:pt x="1948919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4661BF4-823C-4F66-FE85-0870CDD7F3D2}"/>
              </a:ext>
            </a:extLst>
          </p:cNvPr>
          <p:cNvSpPr txBox="1"/>
          <p:nvPr/>
        </p:nvSpPr>
        <p:spPr>
          <a:xfrm>
            <a:off x="1943642" y="920637"/>
            <a:ext cx="14517412" cy="4616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5000" dirty="0">
                <a:solidFill>
                  <a:srgbClr val="223939"/>
                </a:solidFill>
                <a:latin typeface="Borsok"/>
                <a:ea typeface="Borsok"/>
                <a:cs typeface="Borsok"/>
                <a:sym typeface="Borsok"/>
              </a:rPr>
              <a:t>Exploration activity</a:t>
            </a:r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2EB14973-D74E-C6FE-3499-B873F53184D0}"/>
              </a:ext>
            </a:extLst>
          </p:cNvPr>
          <p:cNvSpPr/>
          <p:nvPr/>
        </p:nvSpPr>
        <p:spPr>
          <a:xfrm flipH="1">
            <a:off x="228600" y="7326878"/>
            <a:ext cx="2081754" cy="2055732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10" name="TextBox 16">
            <a:extLst>
              <a:ext uri="{FF2B5EF4-FFF2-40B4-BE49-F238E27FC236}">
                <a16:creationId xmlns:a16="http://schemas.microsoft.com/office/drawing/2014/main" id="{821EB5A3-6EA0-4B7E-68C2-B288F736412C}"/>
              </a:ext>
            </a:extLst>
          </p:cNvPr>
          <p:cNvSpPr txBox="1"/>
          <p:nvPr/>
        </p:nvSpPr>
        <p:spPr>
          <a:xfrm>
            <a:off x="3151400" y="5581625"/>
            <a:ext cx="11868503" cy="865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dirty="0">
                <a:solidFill>
                  <a:srgbClr val="2F4F4F"/>
                </a:solidFill>
                <a:latin typeface="Bugaki"/>
                <a:ea typeface="Bugaki"/>
                <a:cs typeface="Bugaki"/>
                <a:sym typeface="Bugaki"/>
              </a:rPr>
              <a:t>Complete the Square</a:t>
            </a:r>
          </a:p>
        </p:txBody>
      </p:sp>
    </p:spTree>
    <p:extLst>
      <p:ext uri="{BB962C8B-B14F-4D97-AF65-F5344CB8AC3E}">
        <p14:creationId xmlns:p14="http://schemas.microsoft.com/office/powerpoint/2010/main" val="10095336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92D4BE-0F6B-74FB-A511-D551B803C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8AF2D09-11ED-D13C-6AB3-FF39F700DBB2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9A55C4B-6FD4-3741-1367-59A037BA4986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8E11BF4-8A00-0C6B-F985-517666EB3753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53C567FF-6F06-9037-1B99-C8E11762B5D2}"/>
              </a:ext>
            </a:extLst>
          </p:cNvPr>
          <p:cNvGrpSpPr/>
          <p:nvPr/>
        </p:nvGrpSpPr>
        <p:grpSpPr>
          <a:xfrm>
            <a:off x="204296" y="2006214"/>
            <a:ext cx="15087599" cy="7103524"/>
            <a:chOff x="0" y="0"/>
            <a:chExt cx="3381238" cy="187088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ED24DFB-CF09-70C4-8EE6-CDAF7FD8AD61}"/>
                </a:ext>
              </a:extLst>
            </p:cNvPr>
            <p:cNvSpPr/>
            <p:nvPr/>
          </p:nvSpPr>
          <p:spPr>
            <a:xfrm>
              <a:off x="0" y="0"/>
              <a:ext cx="3381238" cy="1870887"/>
            </a:xfrm>
            <a:custGeom>
              <a:avLst/>
              <a:gdLst/>
              <a:ahLst/>
              <a:cxnLst/>
              <a:rect l="l" t="t" r="r" b="b"/>
              <a:pathLst>
                <a:path w="3381238" h="1870887">
                  <a:moveTo>
                    <a:pt x="12061" y="0"/>
                  </a:moveTo>
                  <a:lnTo>
                    <a:pt x="3369177" y="0"/>
                  </a:lnTo>
                  <a:cubicBezTo>
                    <a:pt x="3375839" y="0"/>
                    <a:pt x="3381238" y="5400"/>
                    <a:pt x="3381238" y="12061"/>
                  </a:cubicBezTo>
                  <a:lnTo>
                    <a:pt x="3381238" y="1858826"/>
                  </a:lnTo>
                  <a:cubicBezTo>
                    <a:pt x="3381238" y="1862025"/>
                    <a:pt x="3379967" y="1865093"/>
                    <a:pt x="3377706" y="1867355"/>
                  </a:cubicBezTo>
                  <a:cubicBezTo>
                    <a:pt x="3375444" y="1869617"/>
                    <a:pt x="3372376" y="1870887"/>
                    <a:pt x="3369177" y="1870887"/>
                  </a:cubicBezTo>
                  <a:lnTo>
                    <a:pt x="12061" y="1870887"/>
                  </a:lnTo>
                  <a:cubicBezTo>
                    <a:pt x="8862" y="1870887"/>
                    <a:pt x="5794" y="1869617"/>
                    <a:pt x="3533" y="1867355"/>
                  </a:cubicBezTo>
                  <a:cubicBezTo>
                    <a:pt x="1271" y="1865093"/>
                    <a:pt x="0" y="1862025"/>
                    <a:pt x="0" y="1858826"/>
                  </a:cubicBezTo>
                  <a:lnTo>
                    <a:pt x="0" y="12061"/>
                  </a:lnTo>
                  <a:cubicBezTo>
                    <a:pt x="0" y="8862"/>
                    <a:pt x="1271" y="5794"/>
                    <a:pt x="3533" y="3533"/>
                  </a:cubicBezTo>
                  <a:cubicBezTo>
                    <a:pt x="5794" y="1271"/>
                    <a:pt x="8862" y="0"/>
                    <a:pt x="1206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H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51CDEC8-52E6-E08B-1B5D-3DA7902349F4}"/>
                </a:ext>
              </a:extLst>
            </p:cNvPr>
            <p:cNvSpPr txBox="1"/>
            <p:nvPr/>
          </p:nvSpPr>
          <p:spPr>
            <a:xfrm>
              <a:off x="0" y="-38100"/>
              <a:ext cx="3381238" cy="1908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Freeform 14">
            <a:extLst>
              <a:ext uri="{FF2B5EF4-FFF2-40B4-BE49-F238E27FC236}">
                <a16:creationId xmlns:a16="http://schemas.microsoft.com/office/drawing/2014/main" id="{862DAECE-304B-6629-E22A-93757842CCFD}"/>
              </a:ext>
            </a:extLst>
          </p:cNvPr>
          <p:cNvSpPr/>
          <p:nvPr/>
        </p:nvSpPr>
        <p:spPr>
          <a:xfrm flipH="1">
            <a:off x="198885" y="8373258"/>
            <a:ext cx="1618229" cy="1741748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E9B222-1CFB-786C-4835-27B325B5177E}"/>
              </a:ext>
            </a:extLst>
          </p:cNvPr>
          <p:cNvSpPr txBox="1"/>
          <p:nvPr/>
        </p:nvSpPr>
        <p:spPr>
          <a:xfrm>
            <a:off x="1783628" y="2450854"/>
            <a:ext cx="5867399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799" lvl="1" algn="just">
              <a:lnSpc>
                <a:spcPct val="150000"/>
              </a:lnSpc>
            </a:pPr>
            <a:r>
              <a:rPr lang="en-PH" sz="4500" dirty="0">
                <a:solidFill>
                  <a:srgbClr val="1C2B2B"/>
                </a:solidFill>
                <a:latin typeface="Monterchi"/>
                <a:ea typeface="Monterchi"/>
                <a:cs typeface="Monterchi"/>
                <a:sym typeface="Monterchi"/>
              </a:rPr>
              <a:t>Consider the figure: </a:t>
            </a:r>
            <a:endParaRPr lang="en-US" sz="4500" dirty="0">
              <a:solidFill>
                <a:srgbClr val="1C2B2B"/>
              </a:solidFill>
              <a:latin typeface="Monterchi"/>
              <a:ea typeface="Monterchi"/>
              <a:cs typeface="Monterchi"/>
              <a:sym typeface="Monterch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72EE683-6D77-BA0C-63C1-1F77EA83C9EF}"/>
                  </a:ext>
                </a:extLst>
              </p:cNvPr>
              <p:cNvSpPr txBox="1"/>
              <p:nvPr/>
            </p:nvSpPr>
            <p:spPr>
              <a:xfrm>
                <a:off x="1811702" y="3456122"/>
                <a:ext cx="8094298" cy="5107167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ct val="150000"/>
                  </a:lnSpc>
                </a:pPr>
                <a:r>
                  <a:rPr lang="en-PH" sz="4500" dirty="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Find the areas of: </a:t>
                </a:r>
              </a:p>
              <a:p>
                <a:pPr marL="431799" lvl="1" algn="just">
                  <a:lnSpc>
                    <a:spcPct val="150000"/>
                  </a:lnSpc>
                </a:pPr>
                <a:r>
                  <a:rPr lang="en-PH" sz="4500" dirty="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a) Square </a:t>
                </a:r>
                <a14:m>
                  <m:oMath xmlns:m="http://schemas.openxmlformats.org/officeDocument/2006/math">
                    <m:r>
                      <a:rPr lang="en-PH" sz="4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𝐴</m:t>
                    </m:r>
                  </m:oMath>
                </a14:m>
                <a:r>
                  <a:rPr lang="en-US" sz="4500" dirty="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:</a:t>
                </a:r>
              </a:p>
              <a:p>
                <a:pPr marL="431799" lvl="1" algn="just">
                  <a:lnSpc>
                    <a:spcPct val="150000"/>
                  </a:lnSpc>
                </a:pPr>
                <a:r>
                  <a:rPr lang="en-US" sz="4500" dirty="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b) Rectangle </a:t>
                </a:r>
                <a14:m>
                  <m:oMath xmlns:m="http://schemas.openxmlformats.org/officeDocument/2006/math">
                    <m:r>
                      <a:rPr lang="en-PH" sz="4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𝐵</m:t>
                    </m:r>
                  </m:oMath>
                </a14:m>
                <a:r>
                  <a:rPr lang="en-US" sz="4500" dirty="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: </a:t>
                </a:r>
              </a:p>
              <a:p>
                <a:pPr marL="431799" lvl="1" algn="just">
                  <a:lnSpc>
                    <a:spcPct val="150000"/>
                  </a:lnSpc>
                </a:pPr>
                <a:r>
                  <a:rPr lang="en-US" sz="4500" dirty="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c) Rectangle </a:t>
                </a:r>
                <a14:m>
                  <m:oMath xmlns:m="http://schemas.openxmlformats.org/officeDocument/2006/math">
                    <m:r>
                      <a:rPr lang="en-PH" sz="4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𝐶</m:t>
                    </m:r>
                  </m:oMath>
                </a14:m>
                <a:r>
                  <a:rPr lang="en-US" sz="4500" dirty="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: </a:t>
                </a:r>
              </a:p>
              <a:p>
                <a:pPr marL="431799" lvl="1" algn="just">
                  <a:lnSpc>
                    <a:spcPct val="150000"/>
                  </a:lnSpc>
                </a:pPr>
                <a:r>
                  <a:rPr lang="en-US" sz="4500" dirty="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d) Sum of the Areas of </a:t>
                </a:r>
                <a14:m>
                  <m:oMath xmlns:m="http://schemas.openxmlformats.org/officeDocument/2006/math">
                    <m:r>
                      <a:rPr lang="en-PH" sz="4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𝐴</m:t>
                    </m:r>
                    <m:r>
                      <a:rPr lang="en-PH" sz="4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, </m:t>
                    </m:r>
                    <m:r>
                      <a:rPr lang="en-PH" sz="4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𝐵</m:t>
                    </m:r>
                    <m:r>
                      <a:rPr lang="en-PH" sz="4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, </m:t>
                    </m:r>
                  </m:oMath>
                </a14:m>
                <a:r>
                  <a:rPr lang="en-US" sz="4500" dirty="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and </a:t>
                </a:r>
                <a14:m>
                  <m:oMath xmlns:m="http://schemas.openxmlformats.org/officeDocument/2006/math">
                    <m:r>
                      <a:rPr lang="en-PH" sz="4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𝐶</m:t>
                    </m:r>
                    <m:r>
                      <a:rPr lang="en-PH" sz="4500" b="0" i="0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:</m:t>
                    </m:r>
                  </m:oMath>
                </a14:m>
                <a:r>
                  <a:rPr lang="en-US" sz="4500" dirty="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72EE683-6D77-BA0C-63C1-1F77EA83C9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1702" y="3456122"/>
                <a:ext cx="8094298" cy="5107167"/>
              </a:xfrm>
              <a:prstGeom prst="rect">
                <a:avLst/>
              </a:prstGeom>
              <a:blipFill>
                <a:blip r:embed="rId5"/>
                <a:stretch>
                  <a:fillRect b="-6683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 descr="A diagram of a rectangle with different colored squares&#10;&#10;AI-generated content may be incorrect.">
            <a:extLst>
              <a:ext uri="{FF2B5EF4-FFF2-40B4-BE49-F238E27FC236}">
                <a16:creationId xmlns:a16="http://schemas.microsoft.com/office/drawing/2014/main" id="{6FF5746B-6051-56F5-7433-65C721D65E9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7967" y="2008218"/>
            <a:ext cx="6221779" cy="7101520"/>
          </a:xfrm>
          <a:prstGeom prst="rect">
            <a:avLst/>
          </a:prstGeom>
        </p:spPr>
      </p:pic>
      <p:grpSp>
        <p:nvGrpSpPr>
          <p:cNvPr id="8" name="Group 8">
            <a:extLst>
              <a:ext uri="{FF2B5EF4-FFF2-40B4-BE49-F238E27FC236}">
                <a16:creationId xmlns:a16="http://schemas.microsoft.com/office/drawing/2014/main" id="{E425880A-C1B4-AA1F-B435-98A4E9CCA438}"/>
              </a:ext>
            </a:extLst>
          </p:cNvPr>
          <p:cNvGrpSpPr/>
          <p:nvPr/>
        </p:nvGrpSpPr>
        <p:grpSpPr>
          <a:xfrm>
            <a:off x="3962400" y="1433612"/>
            <a:ext cx="8990186" cy="1217909"/>
            <a:chOff x="0" y="0"/>
            <a:chExt cx="2693549" cy="43665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2879302-BA12-A896-45D2-E182D622A2AF}"/>
                </a:ext>
              </a:extLst>
            </p:cNvPr>
            <p:cNvSpPr/>
            <p:nvPr/>
          </p:nvSpPr>
          <p:spPr>
            <a:xfrm>
              <a:off x="0" y="0"/>
              <a:ext cx="2693549" cy="436650"/>
            </a:xfrm>
            <a:custGeom>
              <a:avLst/>
              <a:gdLst/>
              <a:ahLst/>
              <a:cxnLst/>
              <a:rect l="l" t="t" r="r" b="b"/>
              <a:pathLst>
                <a:path w="2693549" h="436650">
                  <a:moveTo>
                    <a:pt x="15140" y="0"/>
                  </a:moveTo>
                  <a:lnTo>
                    <a:pt x="2678409" y="0"/>
                  </a:lnTo>
                  <a:cubicBezTo>
                    <a:pt x="2686770" y="0"/>
                    <a:pt x="2693549" y="6778"/>
                    <a:pt x="2693549" y="15140"/>
                  </a:cubicBezTo>
                  <a:lnTo>
                    <a:pt x="2693549" y="421510"/>
                  </a:lnTo>
                  <a:cubicBezTo>
                    <a:pt x="2693549" y="429872"/>
                    <a:pt x="2686770" y="436650"/>
                    <a:pt x="2678409" y="436650"/>
                  </a:cubicBezTo>
                  <a:lnTo>
                    <a:pt x="15140" y="436650"/>
                  </a:lnTo>
                  <a:cubicBezTo>
                    <a:pt x="6778" y="436650"/>
                    <a:pt x="0" y="429872"/>
                    <a:pt x="0" y="421510"/>
                  </a:cubicBezTo>
                  <a:lnTo>
                    <a:pt x="0" y="15140"/>
                  </a:lnTo>
                  <a:cubicBezTo>
                    <a:pt x="0" y="6778"/>
                    <a:pt x="6778" y="0"/>
                    <a:pt x="15140" y="0"/>
                  </a:cubicBezTo>
                  <a:close/>
                </a:path>
              </a:pathLst>
            </a:custGeom>
            <a:solidFill>
              <a:srgbClr val="223939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FC5DFFA8-CC8E-A3F9-9367-0E62FCF82FF0}"/>
                </a:ext>
              </a:extLst>
            </p:cNvPr>
            <p:cNvSpPr txBox="1"/>
            <p:nvPr/>
          </p:nvSpPr>
          <p:spPr>
            <a:xfrm>
              <a:off x="0" y="-38100"/>
              <a:ext cx="2693549" cy="474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9">
            <a:extLst>
              <a:ext uri="{FF2B5EF4-FFF2-40B4-BE49-F238E27FC236}">
                <a16:creationId xmlns:a16="http://schemas.microsoft.com/office/drawing/2014/main" id="{31EDB1EF-F107-62E5-8D3B-95CF3F30D9C7}"/>
              </a:ext>
            </a:extLst>
          </p:cNvPr>
          <p:cNvSpPr txBox="1"/>
          <p:nvPr/>
        </p:nvSpPr>
        <p:spPr>
          <a:xfrm>
            <a:off x="3938337" y="1588326"/>
            <a:ext cx="8990186" cy="1000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000" dirty="0">
                <a:solidFill>
                  <a:srgbClr val="E1E1E1"/>
                </a:solidFill>
                <a:latin typeface="Bugaki"/>
                <a:ea typeface="Bugaki"/>
                <a:cs typeface="Bugaki"/>
                <a:sym typeface="Bugaki"/>
              </a:rPr>
              <a:t>Complete the Square</a:t>
            </a:r>
          </a:p>
        </p:txBody>
      </p:sp>
    </p:spTree>
    <p:extLst>
      <p:ext uri="{BB962C8B-B14F-4D97-AF65-F5344CB8AC3E}">
        <p14:creationId xmlns:p14="http://schemas.microsoft.com/office/powerpoint/2010/main" val="12481818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71BD3A-4A8A-FCA9-41C5-17324AD8D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566B249-608A-9F6E-F3AE-A3F9E128567B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C334F1C-B5E2-4026-2AEA-05EBDA54DEE3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63C9C3F-6668-6B22-61BA-16EACD456F9B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5B4D6B8F-CF30-06D2-C3D8-2080B9EE79A2}"/>
              </a:ext>
            </a:extLst>
          </p:cNvPr>
          <p:cNvGrpSpPr/>
          <p:nvPr/>
        </p:nvGrpSpPr>
        <p:grpSpPr>
          <a:xfrm>
            <a:off x="204296" y="2006214"/>
            <a:ext cx="15087599" cy="7103524"/>
            <a:chOff x="0" y="0"/>
            <a:chExt cx="3381238" cy="187088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AD27A0C-9832-43DC-2869-E558582E9934}"/>
                </a:ext>
              </a:extLst>
            </p:cNvPr>
            <p:cNvSpPr/>
            <p:nvPr/>
          </p:nvSpPr>
          <p:spPr>
            <a:xfrm>
              <a:off x="0" y="0"/>
              <a:ext cx="3381238" cy="1870887"/>
            </a:xfrm>
            <a:custGeom>
              <a:avLst/>
              <a:gdLst/>
              <a:ahLst/>
              <a:cxnLst/>
              <a:rect l="l" t="t" r="r" b="b"/>
              <a:pathLst>
                <a:path w="3381238" h="1870887">
                  <a:moveTo>
                    <a:pt x="12061" y="0"/>
                  </a:moveTo>
                  <a:lnTo>
                    <a:pt x="3369177" y="0"/>
                  </a:lnTo>
                  <a:cubicBezTo>
                    <a:pt x="3375839" y="0"/>
                    <a:pt x="3381238" y="5400"/>
                    <a:pt x="3381238" y="12061"/>
                  </a:cubicBezTo>
                  <a:lnTo>
                    <a:pt x="3381238" y="1858826"/>
                  </a:lnTo>
                  <a:cubicBezTo>
                    <a:pt x="3381238" y="1862025"/>
                    <a:pt x="3379967" y="1865093"/>
                    <a:pt x="3377706" y="1867355"/>
                  </a:cubicBezTo>
                  <a:cubicBezTo>
                    <a:pt x="3375444" y="1869617"/>
                    <a:pt x="3372376" y="1870887"/>
                    <a:pt x="3369177" y="1870887"/>
                  </a:cubicBezTo>
                  <a:lnTo>
                    <a:pt x="12061" y="1870887"/>
                  </a:lnTo>
                  <a:cubicBezTo>
                    <a:pt x="8862" y="1870887"/>
                    <a:pt x="5794" y="1869617"/>
                    <a:pt x="3533" y="1867355"/>
                  </a:cubicBezTo>
                  <a:cubicBezTo>
                    <a:pt x="1271" y="1865093"/>
                    <a:pt x="0" y="1862025"/>
                    <a:pt x="0" y="1858826"/>
                  </a:cubicBezTo>
                  <a:lnTo>
                    <a:pt x="0" y="12061"/>
                  </a:lnTo>
                  <a:cubicBezTo>
                    <a:pt x="0" y="8862"/>
                    <a:pt x="1271" y="5794"/>
                    <a:pt x="3533" y="3533"/>
                  </a:cubicBezTo>
                  <a:cubicBezTo>
                    <a:pt x="5794" y="1271"/>
                    <a:pt x="8862" y="0"/>
                    <a:pt x="1206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H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74FBABE-AB11-FC29-705C-2119C1579B9A}"/>
                </a:ext>
              </a:extLst>
            </p:cNvPr>
            <p:cNvSpPr txBox="1"/>
            <p:nvPr/>
          </p:nvSpPr>
          <p:spPr>
            <a:xfrm>
              <a:off x="0" y="-38100"/>
              <a:ext cx="3381238" cy="1908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Freeform 14">
            <a:extLst>
              <a:ext uri="{FF2B5EF4-FFF2-40B4-BE49-F238E27FC236}">
                <a16:creationId xmlns:a16="http://schemas.microsoft.com/office/drawing/2014/main" id="{581024E6-678B-4B48-388C-204E00E8B7A1}"/>
              </a:ext>
            </a:extLst>
          </p:cNvPr>
          <p:cNvSpPr/>
          <p:nvPr/>
        </p:nvSpPr>
        <p:spPr>
          <a:xfrm flipH="1">
            <a:off x="198885" y="8373258"/>
            <a:ext cx="1618229" cy="1741748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A58035-29A2-2E03-8FB9-3FCAB2574B95}"/>
              </a:ext>
            </a:extLst>
          </p:cNvPr>
          <p:cNvSpPr txBox="1"/>
          <p:nvPr/>
        </p:nvSpPr>
        <p:spPr>
          <a:xfrm>
            <a:off x="430542" y="2666358"/>
            <a:ext cx="11551372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799" lvl="1" algn="just">
              <a:lnSpc>
                <a:spcPct val="150000"/>
              </a:lnSpc>
            </a:pPr>
            <a:r>
              <a:rPr lang="en-PH" sz="4500" dirty="0">
                <a:solidFill>
                  <a:srgbClr val="1C2B2B"/>
                </a:solidFill>
                <a:latin typeface="Monterchi"/>
                <a:ea typeface="Monterchi"/>
                <a:cs typeface="Monterchi"/>
                <a:sym typeface="Monterchi"/>
              </a:rPr>
              <a:t>Complete the big square by adding a figure.  </a:t>
            </a:r>
            <a:endParaRPr lang="en-US" sz="4500" dirty="0">
              <a:solidFill>
                <a:srgbClr val="1C2B2B"/>
              </a:solidFill>
              <a:latin typeface="Monterchi"/>
              <a:ea typeface="Monterchi"/>
              <a:cs typeface="Monterchi"/>
              <a:sym typeface="Monterch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4F08B82-B4E0-35F2-B57D-CC350FEE0028}"/>
                  </a:ext>
                </a:extLst>
              </p:cNvPr>
              <p:cNvSpPr txBox="1"/>
              <p:nvPr/>
            </p:nvSpPr>
            <p:spPr>
              <a:xfrm>
                <a:off x="1161571" y="3849765"/>
                <a:ext cx="9499808" cy="311623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ct val="150000"/>
                  </a:lnSpc>
                </a:pPr>
                <a:r>
                  <a:rPr lang="en-PH" sz="4500" dirty="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a) What is the area of square </a:t>
                </a:r>
                <a14:m>
                  <m:oMath xmlns:m="http://schemas.openxmlformats.org/officeDocument/2006/math">
                    <m:r>
                      <a:rPr lang="en-PH" sz="4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𝐷</m:t>
                    </m:r>
                  </m:oMath>
                </a14:m>
                <a:r>
                  <a:rPr lang="en-US" sz="4500" dirty="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?</a:t>
                </a:r>
              </a:p>
              <a:p>
                <a:pPr marL="431799" lvl="1" algn="just">
                  <a:lnSpc>
                    <a:spcPct val="150000"/>
                  </a:lnSpc>
                </a:pPr>
                <a:r>
                  <a:rPr lang="en-US" sz="4500" dirty="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b) </a:t>
                </a:r>
                <a:r>
                  <a:rPr lang="en-PH" sz="4500" dirty="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What is the area of the big square? </a:t>
                </a:r>
                <a:endParaRPr lang="en-US" sz="4500" dirty="0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  <a:p>
                <a:pPr marL="431799" lvl="1" algn="just">
                  <a:lnSpc>
                    <a:spcPct val="150000"/>
                  </a:lnSpc>
                </a:pPr>
                <a:r>
                  <a:rPr lang="en-US" sz="4500" dirty="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c) </a:t>
                </a:r>
                <a:r>
                  <a:rPr lang="en-PH" sz="4500" dirty="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What are the sides of the big square?</a:t>
                </a:r>
                <a:endParaRPr lang="en-US" sz="4500" dirty="0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4F08B82-B4E0-35F2-B57D-CC350FEE00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1571" y="3849765"/>
                <a:ext cx="9499808" cy="3116238"/>
              </a:xfrm>
              <a:prstGeom prst="rect">
                <a:avLst/>
              </a:prstGeom>
              <a:blipFill>
                <a:blip r:embed="rId5"/>
                <a:stretch>
                  <a:fillRect b="-1037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13E6F6E8-D028-D495-F169-FAF629FADCF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49863" y="1839505"/>
            <a:ext cx="6842241" cy="7247373"/>
          </a:xfrm>
          <a:prstGeom prst="rect">
            <a:avLst/>
          </a:prstGeom>
        </p:spPr>
      </p:pic>
      <p:grpSp>
        <p:nvGrpSpPr>
          <p:cNvPr id="8" name="Group 8">
            <a:extLst>
              <a:ext uri="{FF2B5EF4-FFF2-40B4-BE49-F238E27FC236}">
                <a16:creationId xmlns:a16="http://schemas.microsoft.com/office/drawing/2014/main" id="{98AF89D9-8EB3-3494-9A49-AF13DE8F5BF7}"/>
              </a:ext>
            </a:extLst>
          </p:cNvPr>
          <p:cNvGrpSpPr/>
          <p:nvPr/>
        </p:nvGrpSpPr>
        <p:grpSpPr>
          <a:xfrm>
            <a:off x="2978738" y="1349966"/>
            <a:ext cx="8990186" cy="1217909"/>
            <a:chOff x="0" y="0"/>
            <a:chExt cx="2693549" cy="43665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531CA89A-E091-5CF9-2108-F68E10EDBCD4}"/>
                </a:ext>
              </a:extLst>
            </p:cNvPr>
            <p:cNvSpPr/>
            <p:nvPr/>
          </p:nvSpPr>
          <p:spPr>
            <a:xfrm>
              <a:off x="0" y="0"/>
              <a:ext cx="2693549" cy="436650"/>
            </a:xfrm>
            <a:custGeom>
              <a:avLst/>
              <a:gdLst/>
              <a:ahLst/>
              <a:cxnLst/>
              <a:rect l="l" t="t" r="r" b="b"/>
              <a:pathLst>
                <a:path w="2693549" h="436650">
                  <a:moveTo>
                    <a:pt x="15140" y="0"/>
                  </a:moveTo>
                  <a:lnTo>
                    <a:pt x="2678409" y="0"/>
                  </a:lnTo>
                  <a:cubicBezTo>
                    <a:pt x="2686770" y="0"/>
                    <a:pt x="2693549" y="6778"/>
                    <a:pt x="2693549" y="15140"/>
                  </a:cubicBezTo>
                  <a:lnTo>
                    <a:pt x="2693549" y="421510"/>
                  </a:lnTo>
                  <a:cubicBezTo>
                    <a:pt x="2693549" y="429872"/>
                    <a:pt x="2686770" y="436650"/>
                    <a:pt x="2678409" y="436650"/>
                  </a:cubicBezTo>
                  <a:lnTo>
                    <a:pt x="15140" y="436650"/>
                  </a:lnTo>
                  <a:cubicBezTo>
                    <a:pt x="6778" y="436650"/>
                    <a:pt x="0" y="429872"/>
                    <a:pt x="0" y="421510"/>
                  </a:cubicBezTo>
                  <a:lnTo>
                    <a:pt x="0" y="15140"/>
                  </a:lnTo>
                  <a:cubicBezTo>
                    <a:pt x="0" y="6778"/>
                    <a:pt x="6778" y="0"/>
                    <a:pt x="15140" y="0"/>
                  </a:cubicBezTo>
                  <a:close/>
                </a:path>
              </a:pathLst>
            </a:custGeom>
            <a:solidFill>
              <a:srgbClr val="223939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2BB535C5-2ECE-D98D-B68D-30BBBD442830}"/>
                </a:ext>
              </a:extLst>
            </p:cNvPr>
            <p:cNvSpPr txBox="1"/>
            <p:nvPr/>
          </p:nvSpPr>
          <p:spPr>
            <a:xfrm>
              <a:off x="0" y="-38100"/>
              <a:ext cx="2693549" cy="474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9">
            <a:extLst>
              <a:ext uri="{FF2B5EF4-FFF2-40B4-BE49-F238E27FC236}">
                <a16:creationId xmlns:a16="http://schemas.microsoft.com/office/drawing/2014/main" id="{F14B1C03-584C-8728-D56A-BD48B3B7B568}"/>
              </a:ext>
            </a:extLst>
          </p:cNvPr>
          <p:cNvSpPr txBox="1"/>
          <p:nvPr/>
        </p:nvSpPr>
        <p:spPr>
          <a:xfrm>
            <a:off x="3087233" y="1440800"/>
            <a:ext cx="8990186" cy="1000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000" dirty="0">
                <a:solidFill>
                  <a:srgbClr val="E1E1E1"/>
                </a:solidFill>
                <a:latin typeface="Bugaki"/>
                <a:ea typeface="Bugaki"/>
                <a:cs typeface="Bugaki"/>
                <a:sym typeface="Bugaki"/>
              </a:rPr>
              <a:t>Complete the Square</a:t>
            </a:r>
          </a:p>
        </p:txBody>
      </p:sp>
    </p:spTree>
    <p:extLst>
      <p:ext uri="{BB962C8B-B14F-4D97-AF65-F5344CB8AC3E}">
        <p14:creationId xmlns:p14="http://schemas.microsoft.com/office/powerpoint/2010/main" val="3895606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94233" y="1797727"/>
            <a:ext cx="16358720" cy="7917773"/>
            <a:chOff x="0" y="0"/>
            <a:chExt cx="2137363" cy="17479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37363" cy="1747915"/>
            </a:xfrm>
            <a:custGeom>
              <a:avLst/>
              <a:gdLst/>
              <a:ahLst/>
              <a:cxnLst/>
              <a:rect l="l" t="t" r="r" b="b"/>
              <a:pathLst>
                <a:path w="2137363" h="1747915">
                  <a:moveTo>
                    <a:pt x="19080" y="0"/>
                  </a:moveTo>
                  <a:lnTo>
                    <a:pt x="2118283" y="0"/>
                  </a:lnTo>
                  <a:cubicBezTo>
                    <a:pt x="2123343" y="0"/>
                    <a:pt x="2128196" y="2010"/>
                    <a:pt x="2131775" y="5588"/>
                  </a:cubicBezTo>
                  <a:cubicBezTo>
                    <a:pt x="2135353" y="9167"/>
                    <a:pt x="2137363" y="14020"/>
                    <a:pt x="2137363" y="19080"/>
                  </a:cubicBezTo>
                  <a:lnTo>
                    <a:pt x="2137363" y="1728835"/>
                  </a:lnTo>
                  <a:cubicBezTo>
                    <a:pt x="2137363" y="1739373"/>
                    <a:pt x="2128821" y="1747915"/>
                    <a:pt x="2118283" y="1747915"/>
                  </a:cubicBezTo>
                  <a:lnTo>
                    <a:pt x="19080" y="1747915"/>
                  </a:lnTo>
                  <a:cubicBezTo>
                    <a:pt x="8542" y="1747915"/>
                    <a:pt x="0" y="1739373"/>
                    <a:pt x="0" y="1728835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FDFCFB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137363" cy="178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352800" y="1181100"/>
            <a:ext cx="11793534" cy="1798097"/>
            <a:chOff x="0" y="0"/>
            <a:chExt cx="4075175" cy="75493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075175" cy="754931"/>
            </a:xfrm>
            <a:custGeom>
              <a:avLst/>
              <a:gdLst/>
              <a:ahLst/>
              <a:cxnLst/>
              <a:rect l="l" t="t" r="r" b="b"/>
              <a:pathLst>
                <a:path w="4075175" h="754931">
                  <a:moveTo>
                    <a:pt x="10007" y="0"/>
                  </a:moveTo>
                  <a:lnTo>
                    <a:pt x="4065168" y="0"/>
                  </a:lnTo>
                  <a:cubicBezTo>
                    <a:pt x="4067822" y="0"/>
                    <a:pt x="4070367" y="1054"/>
                    <a:pt x="4072244" y="2931"/>
                  </a:cubicBezTo>
                  <a:cubicBezTo>
                    <a:pt x="4074121" y="4808"/>
                    <a:pt x="4075175" y="7353"/>
                    <a:pt x="4075175" y="10007"/>
                  </a:cubicBezTo>
                  <a:lnTo>
                    <a:pt x="4075175" y="744924"/>
                  </a:lnTo>
                  <a:cubicBezTo>
                    <a:pt x="4075175" y="750451"/>
                    <a:pt x="4070695" y="754931"/>
                    <a:pt x="4065168" y="754931"/>
                  </a:cubicBezTo>
                  <a:lnTo>
                    <a:pt x="10007" y="754931"/>
                  </a:lnTo>
                  <a:cubicBezTo>
                    <a:pt x="4480" y="754931"/>
                    <a:pt x="0" y="750451"/>
                    <a:pt x="0" y="744924"/>
                  </a:cubicBezTo>
                  <a:lnTo>
                    <a:pt x="0" y="10007"/>
                  </a:lnTo>
                  <a:cubicBezTo>
                    <a:pt x="0" y="4480"/>
                    <a:pt x="4480" y="0"/>
                    <a:pt x="10007" y="0"/>
                  </a:cubicBezTo>
                  <a:close/>
                </a:path>
              </a:pathLst>
            </a:custGeom>
            <a:solidFill>
              <a:srgbClr val="A8BDA0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075175" cy="7930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3073245" y="1867178"/>
            <a:ext cx="12141509" cy="884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PH" sz="9000" b="1" dirty="0">
                <a:solidFill>
                  <a:srgbClr val="1C2B2B"/>
                </a:solidFill>
                <a:latin typeface="Monterchi"/>
                <a:ea typeface="Monterchi"/>
                <a:cs typeface="Monterchi"/>
                <a:sym typeface="Monterchi"/>
              </a:rPr>
              <a:t>Let’s Try This!</a:t>
            </a:r>
            <a:endParaRPr lang="en-US" sz="9000" b="1" dirty="0">
              <a:solidFill>
                <a:srgbClr val="1C2B2B"/>
              </a:solidFill>
              <a:latin typeface="Monterchi"/>
              <a:ea typeface="Monterchi"/>
              <a:cs typeface="Monterchi"/>
              <a:sym typeface="Monterch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8"/>
              <p:cNvSpPr txBox="1"/>
              <p:nvPr/>
            </p:nvSpPr>
            <p:spPr>
              <a:xfrm>
                <a:off x="2560932" y="4106093"/>
                <a:ext cx="9618446" cy="2875787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971545" lvl="1" indent="-485773" algn="l">
                  <a:lnSpc>
                    <a:spcPct val="150000"/>
                  </a:lnSpc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PH" sz="6500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</m:ctrlPr>
                      </m:sSupPr>
                      <m:e>
                        <m:r>
                          <a:rPr lang="en-PH" sz="6500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𝑥</m:t>
                        </m:r>
                      </m:e>
                      <m:sup>
                        <m:r>
                          <a:rPr lang="en-PH" sz="6500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2</m:t>
                        </m:r>
                      </m:sup>
                    </m:sSup>
                    <m:r>
                      <a:rPr lang="en-PH" sz="6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−4</m:t>
                    </m:r>
                    <m:r>
                      <a:rPr lang="en-PH" sz="6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𝑥</m:t>
                    </m:r>
                    <m:r>
                      <a:rPr lang="en-PH" sz="6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−5=0</m:t>
                    </m:r>
                  </m:oMath>
                </a14:m>
                <a:endParaRPr lang="en-PH" sz="6500" b="0" dirty="0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  <a:p>
                <a:pPr marL="971545" lvl="1" indent="-485773" algn="l">
                  <a:lnSpc>
                    <a:spcPct val="150000"/>
                  </a:lnSpc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PH" sz="6500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</m:ctrlPr>
                      </m:sSupPr>
                      <m:e>
                        <m:r>
                          <a:rPr lang="en-PH" sz="6500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𝑥</m:t>
                        </m:r>
                      </m:e>
                      <m:sup>
                        <m:r>
                          <a:rPr lang="en-PH" sz="6500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2</m:t>
                        </m:r>
                      </m:sup>
                    </m:sSup>
                    <m:r>
                      <a:rPr lang="en-PH" sz="6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+4</m:t>
                    </m:r>
                    <m:r>
                      <a:rPr lang="en-PH" sz="6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𝑥</m:t>
                    </m:r>
                    <m:r>
                      <a:rPr lang="en-PH" sz="6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+1=0</m:t>
                    </m:r>
                  </m:oMath>
                </a14:m>
                <a:endParaRPr lang="en-PH" sz="6500" b="0" dirty="0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 xmlns="">
          <p:sp>
            <p:nvSpPr>
              <p:cNvPr id="18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0932" y="4106093"/>
                <a:ext cx="9618446" cy="28757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FF0CDEF3-C0FD-35B3-4F37-9D1128C15631}"/>
              </a:ext>
            </a:extLst>
          </p:cNvPr>
          <p:cNvSpPr txBox="1"/>
          <p:nvPr/>
        </p:nvSpPr>
        <p:spPr>
          <a:xfrm>
            <a:off x="794233" y="2924623"/>
            <a:ext cx="11551372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799" lvl="1" algn="just">
              <a:lnSpc>
                <a:spcPct val="150000"/>
              </a:lnSpc>
            </a:pPr>
            <a:r>
              <a:rPr lang="en-PH" sz="4500" dirty="0">
                <a:solidFill>
                  <a:srgbClr val="1C2B2B"/>
                </a:solidFill>
                <a:latin typeface="Monterchi"/>
                <a:ea typeface="Monterchi"/>
                <a:cs typeface="Monterchi"/>
                <a:sym typeface="Monterchi"/>
              </a:rPr>
              <a:t>Solve the quadratic equations by factoring. </a:t>
            </a:r>
            <a:endParaRPr lang="en-US" sz="4500" dirty="0">
              <a:solidFill>
                <a:srgbClr val="1C2B2B"/>
              </a:solidFill>
              <a:latin typeface="Monterchi"/>
              <a:ea typeface="Monterchi"/>
              <a:cs typeface="Monterchi"/>
              <a:sym typeface="Monterch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74245C-2226-91CC-0595-784664839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C12BCAC-733A-3370-044C-B88BA9FCE775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883C1B7-AD8D-6B08-F879-D1FE2958257F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2E4AED6-D0BB-BC13-4C9D-C030DB78371C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6DB319E5-B978-58D7-DE1B-F090FEAD0E9E}"/>
              </a:ext>
            </a:extLst>
          </p:cNvPr>
          <p:cNvGrpSpPr/>
          <p:nvPr/>
        </p:nvGrpSpPr>
        <p:grpSpPr>
          <a:xfrm>
            <a:off x="794233" y="1797727"/>
            <a:ext cx="16358720" cy="7917773"/>
            <a:chOff x="0" y="0"/>
            <a:chExt cx="2137363" cy="174791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6ADDC30-C81D-C361-A569-DA62A41B328C}"/>
                </a:ext>
              </a:extLst>
            </p:cNvPr>
            <p:cNvSpPr/>
            <p:nvPr/>
          </p:nvSpPr>
          <p:spPr>
            <a:xfrm>
              <a:off x="0" y="0"/>
              <a:ext cx="2137363" cy="1747915"/>
            </a:xfrm>
            <a:custGeom>
              <a:avLst/>
              <a:gdLst/>
              <a:ahLst/>
              <a:cxnLst/>
              <a:rect l="l" t="t" r="r" b="b"/>
              <a:pathLst>
                <a:path w="2137363" h="1747915">
                  <a:moveTo>
                    <a:pt x="19080" y="0"/>
                  </a:moveTo>
                  <a:lnTo>
                    <a:pt x="2118283" y="0"/>
                  </a:lnTo>
                  <a:cubicBezTo>
                    <a:pt x="2123343" y="0"/>
                    <a:pt x="2128196" y="2010"/>
                    <a:pt x="2131775" y="5588"/>
                  </a:cubicBezTo>
                  <a:cubicBezTo>
                    <a:pt x="2135353" y="9167"/>
                    <a:pt x="2137363" y="14020"/>
                    <a:pt x="2137363" y="19080"/>
                  </a:cubicBezTo>
                  <a:lnTo>
                    <a:pt x="2137363" y="1728835"/>
                  </a:lnTo>
                  <a:cubicBezTo>
                    <a:pt x="2137363" y="1739373"/>
                    <a:pt x="2128821" y="1747915"/>
                    <a:pt x="2118283" y="1747915"/>
                  </a:cubicBezTo>
                  <a:lnTo>
                    <a:pt x="19080" y="1747915"/>
                  </a:lnTo>
                  <a:cubicBezTo>
                    <a:pt x="8542" y="1747915"/>
                    <a:pt x="0" y="1739373"/>
                    <a:pt x="0" y="1728835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FDFCFB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4C5006B-719F-D3C5-6B43-F67570C0FF45}"/>
                </a:ext>
              </a:extLst>
            </p:cNvPr>
            <p:cNvSpPr txBox="1"/>
            <p:nvPr/>
          </p:nvSpPr>
          <p:spPr>
            <a:xfrm>
              <a:off x="0" y="-38100"/>
              <a:ext cx="2137363" cy="178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B49DB5CC-CC54-FDBC-7E01-3C12755E9326}"/>
              </a:ext>
            </a:extLst>
          </p:cNvPr>
          <p:cNvGrpSpPr/>
          <p:nvPr/>
        </p:nvGrpSpPr>
        <p:grpSpPr>
          <a:xfrm>
            <a:off x="3352800" y="1181100"/>
            <a:ext cx="11793534" cy="1798097"/>
            <a:chOff x="0" y="0"/>
            <a:chExt cx="4075175" cy="754931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C5ED9134-E23D-EDDB-0BD8-AF423648AAD4}"/>
                </a:ext>
              </a:extLst>
            </p:cNvPr>
            <p:cNvSpPr/>
            <p:nvPr/>
          </p:nvSpPr>
          <p:spPr>
            <a:xfrm>
              <a:off x="0" y="0"/>
              <a:ext cx="4075175" cy="754931"/>
            </a:xfrm>
            <a:custGeom>
              <a:avLst/>
              <a:gdLst/>
              <a:ahLst/>
              <a:cxnLst/>
              <a:rect l="l" t="t" r="r" b="b"/>
              <a:pathLst>
                <a:path w="4075175" h="754931">
                  <a:moveTo>
                    <a:pt x="10007" y="0"/>
                  </a:moveTo>
                  <a:lnTo>
                    <a:pt x="4065168" y="0"/>
                  </a:lnTo>
                  <a:cubicBezTo>
                    <a:pt x="4067822" y="0"/>
                    <a:pt x="4070367" y="1054"/>
                    <a:pt x="4072244" y="2931"/>
                  </a:cubicBezTo>
                  <a:cubicBezTo>
                    <a:pt x="4074121" y="4808"/>
                    <a:pt x="4075175" y="7353"/>
                    <a:pt x="4075175" y="10007"/>
                  </a:cubicBezTo>
                  <a:lnTo>
                    <a:pt x="4075175" y="744924"/>
                  </a:lnTo>
                  <a:cubicBezTo>
                    <a:pt x="4075175" y="750451"/>
                    <a:pt x="4070695" y="754931"/>
                    <a:pt x="4065168" y="754931"/>
                  </a:cubicBezTo>
                  <a:lnTo>
                    <a:pt x="10007" y="754931"/>
                  </a:lnTo>
                  <a:cubicBezTo>
                    <a:pt x="4480" y="754931"/>
                    <a:pt x="0" y="750451"/>
                    <a:pt x="0" y="744924"/>
                  </a:cubicBezTo>
                  <a:lnTo>
                    <a:pt x="0" y="10007"/>
                  </a:lnTo>
                  <a:cubicBezTo>
                    <a:pt x="0" y="4480"/>
                    <a:pt x="4480" y="0"/>
                    <a:pt x="10007" y="0"/>
                  </a:cubicBezTo>
                  <a:close/>
                </a:path>
              </a:pathLst>
            </a:custGeom>
            <a:solidFill>
              <a:srgbClr val="A8BDA0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CEAB101D-5D1A-AB72-0B32-C2CA2C5563CB}"/>
                </a:ext>
              </a:extLst>
            </p:cNvPr>
            <p:cNvSpPr txBox="1"/>
            <p:nvPr/>
          </p:nvSpPr>
          <p:spPr>
            <a:xfrm>
              <a:off x="0" y="-38100"/>
              <a:ext cx="4075175" cy="7930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A164CE72-C1F6-C524-41C1-402C2203D5E6}"/>
              </a:ext>
            </a:extLst>
          </p:cNvPr>
          <p:cNvSpPr txBox="1"/>
          <p:nvPr/>
        </p:nvSpPr>
        <p:spPr>
          <a:xfrm>
            <a:off x="3073245" y="1867178"/>
            <a:ext cx="12141509" cy="884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PH" sz="9000" b="1" dirty="0">
                <a:solidFill>
                  <a:srgbClr val="1C2B2B"/>
                </a:solidFill>
                <a:latin typeface="Monterchi"/>
                <a:ea typeface="Monterchi"/>
                <a:cs typeface="Monterchi"/>
                <a:sym typeface="Monterchi"/>
              </a:rPr>
              <a:t>Let’s Try This!</a:t>
            </a:r>
            <a:endParaRPr lang="en-US" sz="9000" b="1" dirty="0">
              <a:solidFill>
                <a:srgbClr val="1C2B2B"/>
              </a:solidFill>
              <a:latin typeface="Monterchi"/>
              <a:ea typeface="Monterchi"/>
              <a:cs typeface="Monterchi"/>
              <a:sym typeface="Monterch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84938FEE-D364-AC1D-1CF6-1FE54FD749B5}"/>
                  </a:ext>
                </a:extLst>
              </p:cNvPr>
              <p:cNvSpPr txBox="1"/>
              <p:nvPr/>
            </p:nvSpPr>
            <p:spPr>
              <a:xfrm>
                <a:off x="2560932" y="4106093"/>
                <a:ext cx="9618446" cy="2875787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971545" lvl="1" indent="-485773" algn="l">
                  <a:lnSpc>
                    <a:spcPct val="150000"/>
                  </a:lnSpc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PH" sz="6500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</m:ctrlPr>
                      </m:sSupPr>
                      <m:e>
                        <m:r>
                          <a:rPr lang="en-PH" sz="6500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𝑥</m:t>
                        </m:r>
                      </m:e>
                      <m:sup>
                        <m:r>
                          <a:rPr lang="en-PH" sz="6500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2</m:t>
                        </m:r>
                      </m:sup>
                    </m:sSup>
                    <m:r>
                      <a:rPr lang="en-PH" sz="6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−4</m:t>
                    </m:r>
                    <m:r>
                      <a:rPr lang="en-PH" sz="6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𝑥</m:t>
                    </m:r>
                    <m:r>
                      <a:rPr lang="en-PH" sz="6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−5=0</m:t>
                    </m:r>
                  </m:oMath>
                </a14:m>
                <a:endParaRPr lang="en-PH" sz="6500" b="0" dirty="0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  <a:p>
                <a:pPr marL="971545" lvl="1" indent="-485773" algn="l">
                  <a:lnSpc>
                    <a:spcPct val="150000"/>
                  </a:lnSpc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PH" sz="6500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</m:ctrlPr>
                      </m:sSupPr>
                      <m:e>
                        <m:r>
                          <a:rPr lang="en-PH" sz="6500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𝑥</m:t>
                        </m:r>
                      </m:e>
                      <m:sup>
                        <m:r>
                          <a:rPr lang="en-PH" sz="6500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2</m:t>
                        </m:r>
                      </m:sup>
                    </m:sSup>
                    <m:r>
                      <a:rPr lang="en-PH" sz="6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+4</m:t>
                    </m:r>
                    <m:r>
                      <a:rPr lang="en-PH" sz="6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𝑥</m:t>
                    </m:r>
                    <m:r>
                      <a:rPr lang="en-PH" sz="6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+1=0</m:t>
                    </m:r>
                  </m:oMath>
                </a14:m>
                <a:endParaRPr lang="en-PH" sz="6500" b="0" dirty="0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 xmlns=""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84938FEE-D364-AC1D-1CF6-1FE54FD749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0932" y="4106093"/>
                <a:ext cx="9618446" cy="28757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728E1D9-92A5-C5E6-244D-9A43C79ACEDE}"/>
              </a:ext>
            </a:extLst>
          </p:cNvPr>
          <p:cNvSpPr txBox="1"/>
          <p:nvPr/>
        </p:nvSpPr>
        <p:spPr>
          <a:xfrm>
            <a:off x="794233" y="2924623"/>
            <a:ext cx="11551372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799" lvl="1" algn="just">
              <a:lnSpc>
                <a:spcPct val="150000"/>
              </a:lnSpc>
            </a:pPr>
            <a:r>
              <a:rPr lang="en-PH" sz="4500" dirty="0">
                <a:solidFill>
                  <a:srgbClr val="1C2B2B"/>
                </a:solidFill>
                <a:latin typeface="Monterchi"/>
                <a:ea typeface="Monterchi"/>
                <a:cs typeface="Monterchi"/>
                <a:sym typeface="Monterchi"/>
              </a:rPr>
              <a:t>Solve the quadratic equations by factoring. </a:t>
            </a:r>
            <a:endParaRPr lang="en-US" sz="4500" dirty="0">
              <a:solidFill>
                <a:srgbClr val="1C2B2B"/>
              </a:solidFill>
              <a:latin typeface="Monterchi"/>
              <a:ea typeface="Monterchi"/>
              <a:cs typeface="Monterchi"/>
              <a:sym typeface="Monterchi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E8A9987-4D9C-326F-2559-BFAF178C32EF}"/>
              </a:ext>
            </a:extLst>
          </p:cNvPr>
          <p:cNvSpPr/>
          <p:nvPr/>
        </p:nvSpPr>
        <p:spPr>
          <a:xfrm>
            <a:off x="6285829" y="7215992"/>
            <a:ext cx="10227067" cy="1657907"/>
          </a:xfrm>
          <a:custGeom>
            <a:avLst/>
            <a:gdLst/>
            <a:ahLst/>
            <a:cxnLst/>
            <a:rect l="l" t="t" r="r" b="b"/>
            <a:pathLst>
              <a:path w="2693549" h="436650">
                <a:moveTo>
                  <a:pt x="15140" y="0"/>
                </a:moveTo>
                <a:lnTo>
                  <a:pt x="2678409" y="0"/>
                </a:lnTo>
                <a:cubicBezTo>
                  <a:pt x="2686770" y="0"/>
                  <a:pt x="2693549" y="6778"/>
                  <a:pt x="2693549" y="15140"/>
                </a:cubicBezTo>
                <a:lnTo>
                  <a:pt x="2693549" y="421510"/>
                </a:lnTo>
                <a:cubicBezTo>
                  <a:pt x="2693549" y="429872"/>
                  <a:pt x="2686770" y="436650"/>
                  <a:pt x="2678409" y="436650"/>
                </a:cubicBezTo>
                <a:lnTo>
                  <a:pt x="15140" y="436650"/>
                </a:lnTo>
                <a:cubicBezTo>
                  <a:pt x="6778" y="436650"/>
                  <a:pt x="0" y="429872"/>
                  <a:pt x="0" y="421510"/>
                </a:cubicBezTo>
                <a:lnTo>
                  <a:pt x="0" y="15140"/>
                </a:lnTo>
                <a:cubicBezTo>
                  <a:pt x="0" y="6778"/>
                  <a:pt x="6778" y="0"/>
                  <a:pt x="15140" y="0"/>
                </a:cubicBezTo>
                <a:close/>
              </a:path>
            </a:pathLst>
          </a:custGeom>
          <a:solidFill>
            <a:srgbClr val="223939"/>
          </a:solidFill>
        </p:spPr>
        <p:txBody>
          <a:bodyPr/>
          <a:lstStyle/>
          <a:p>
            <a:endParaRPr lang="en-PH"/>
          </a:p>
        </p:txBody>
      </p:sp>
      <p:sp>
        <p:nvSpPr>
          <p:cNvPr id="14" name="TextBox 19">
            <a:extLst>
              <a:ext uri="{FF2B5EF4-FFF2-40B4-BE49-F238E27FC236}">
                <a16:creationId xmlns:a16="http://schemas.microsoft.com/office/drawing/2014/main" id="{C6860C7E-57FA-F24A-7947-0D0A9795A0A9}"/>
              </a:ext>
            </a:extLst>
          </p:cNvPr>
          <p:cNvSpPr txBox="1"/>
          <p:nvPr/>
        </p:nvSpPr>
        <p:spPr>
          <a:xfrm>
            <a:off x="6928114" y="7215992"/>
            <a:ext cx="8747767" cy="15485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500" dirty="0">
                <a:solidFill>
                  <a:srgbClr val="E1E1E1"/>
                </a:solidFill>
                <a:latin typeface="Bugaki"/>
                <a:ea typeface="Bugaki"/>
                <a:cs typeface="Bugaki"/>
                <a:sym typeface="Bugaki"/>
              </a:rPr>
              <a:t>How to solve a quadratic equation that is not factorable?</a:t>
            </a:r>
          </a:p>
        </p:txBody>
      </p:sp>
    </p:spTree>
    <p:extLst>
      <p:ext uri="{BB962C8B-B14F-4D97-AF65-F5344CB8AC3E}">
        <p14:creationId xmlns:p14="http://schemas.microsoft.com/office/powerpoint/2010/main" val="883918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D2254-7799-1D7E-3F51-E9E10D007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C3B732F-94F7-9EF9-9441-7716ADBA7EF6}"/>
              </a:ext>
            </a:extLst>
          </p:cNvPr>
          <p:cNvGrpSpPr/>
          <p:nvPr/>
        </p:nvGrpSpPr>
        <p:grpSpPr>
          <a:xfrm>
            <a:off x="-8212277" y="0"/>
            <a:ext cx="34712554" cy="8772618"/>
            <a:chOff x="0" y="0"/>
            <a:chExt cx="46283405" cy="1169682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8C7C39E-D6C8-64F7-56DC-C6FCF62E7BC9}"/>
                </a:ext>
              </a:extLst>
            </p:cNvPr>
            <p:cNvSpPr/>
            <p:nvPr/>
          </p:nvSpPr>
          <p:spPr>
            <a:xfrm>
              <a:off x="0" y="0"/>
              <a:ext cx="23219500" cy="11696823"/>
            </a:xfrm>
            <a:custGeom>
              <a:avLst/>
              <a:gdLst/>
              <a:ahLst/>
              <a:cxnLst/>
              <a:rect l="l" t="t" r="r" b="b"/>
              <a:pathLst>
                <a:path w="23219500" h="11696823">
                  <a:moveTo>
                    <a:pt x="0" y="0"/>
                  </a:moveTo>
                  <a:lnTo>
                    <a:pt x="23219500" y="0"/>
                  </a:lnTo>
                  <a:lnTo>
                    <a:pt x="23219500" y="11696823"/>
                  </a:lnTo>
                  <a:lnTo>
                    <a:pt x="0" y="11696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E0CC267-64C3-442B-C05C-8DE52DDA76A8}"/>
                </a:ext>
              </a:extLst>
            </p:cNvPr>
            <p:cNvSpPr/>
            <p:nvPr/>
          </p:nvSpPr>
          <p:spPr>
            <a:xfrm>
              <a:off x="23063905" y="0"/>
              <a:ext cx="23219500" cy="11696823"/>
            </a:xfrm>
            <a:custGeom>
              <a:avLst/>
              <a:gdLst/>
              <a:ahLst/>
              <a:cxnLst/>
              <a:rect l="l" t="t" r="r" b="b"/>
              <a:pathLst>
                <a:path w="23219500" h="11696823">
                  <a:moveTo>
                    <a:pt x="0" y="0"/>
                  </a:moveTo>
                  <a:lnTo>
                    <a:pt x="23219500" y="0"/>
                  </a:lnTo>
                  <a:lnTo>
                    <a:pt x="23219500" y="11696823"/>
                  </a:lnTo>
                  <a:lnTo>
                    <a:pt x="0" y="11696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E8B8BAFF-B5F6-28B5-8792-30952C1AC8E3}"/>
              </a:ext>
            </a:extLst>
          </p:cNvPr>
          <p:cNvGrpSpPr/>
          <p:nvPr/>
        </p:nvGrpSpPr>
        <p:grpSpPr>
          <a:xfrm>
            <a:off x="0" y="8229603"/>
            <a:ext cx="18288000" cy="2057397"/>
            <a:chOff x="0" y="0"/>
            <a:chExt cx="4816593" cy="54186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6950B06-1816-B65E-187D-6C9A94A073DF}"/>
                </a:ext>
              </a:extLst>
            </p:cNvPr>
            <p:cNvSpPr/>
            <p:nvPr/>
          </p:nvSpPr>
          <p:spPr>
            <a:xfrm>
              <a:off x="0" y="0"/>
              <a:ext cx="4816592" cy="541866"/>
            </a:xfrm>
            <a:custGeom>
              <a:avLst/>
              <a:gdLst/>
              <a:ahLst/>
              <a:cxnLst/>
              <a:rect l="l" t="t" r="r" b="b"/>
              <a:pathLst>
                <a:path w="4816592" h="541866">
                  <a:moveTo>
                    <a:pt x="0" y="0"/>
                  </a:moveTo>
                  <a:lnTo>
                    <a:pt x="4816592" y="0"/>
                  </a:lnTo>
                  <a:lnTo>
                    <a:pt x="4816592" y="541866"/>
                  </a:lnTo>
                  <a:lnTo>
                    <a:pt x="0" y="541866"/>
                  </a:lnTo>
                  <a:close/>
                </a:path>
              </a:pathLst>
            </a:custGeom>
            <a:solidFill>
              <a:srgbClr val="1C2B2B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00C322E-B8B8-D3F7-8903-E47EE8701480}"/>
                </a:ext>
              </a:extLst>
            </p:cNvPr>
            <p:cNvSpPr txBox="1"/>
            <p:nvPr/>
          </p:nvSpPr>
          <p:spPr>
            <a:xfrm>
              <a:off x="0" y="-38100"/>
              <a:ext cx="4816593" cy="579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9D5418A0-3C4E-1ACD-2507-43B65FD14BDD}"/>
              </a:ext>
            </a:extLst>
          </p:cNvPr>
          <p:cNvSpPr/>
          <p:nvPr/>
        </p:nvSpPr>
        <p:spPr>
          <a:xfrm rot="-1044510">
            <a:off x="432583" y="5509725"/>
            <a:ext cx="2278479" cy="2204428"/>
          </a:xfrm>
          <a:custGeom>
            <a:avLst/>
            <a:gdLst/>
            <a:ahLst/>
            <a:cxnLst/>
            <a:rect l="l" t="t" r="r" b="b"/>
            <a:pathLst>
              <a:path w="2278479" h="2204428">
                <a:moveTo>
                  <a:pt x="0" y="0"/>
                </a:moveTo>
                <a:lnTo>
                  <a:pt x="2278479" y="0"/>
                </a:lnTo>
                <a:lnTo>
                  <a:pt x="2278479" y="2204428"/>
                </a:lnTo>
                <a:lnTo>
                  <a:pt x="0" y="22044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548126AD-B92F-FE69-6B05-871D56A2715D}"/>
              </a:ext>
            </a:extLst>
          </p:cNvPr>
          <p:cNvSpPr/>
          <p:nvPr/>
        </p:nvSpPr>
        <p:spPr>
          <a:xfrm>
            <a:off x="15830566" y="498475"/>
            <a:ext cx="1948919" cy="2057400"/>
          </a:xfrm>
          <a:custGeom>
            <a:avLst/>
            <a:gdLst/>
            <a:ahLst/>
            <a:cxnLst/>
            <a:rect l="l" t="t" r="r" b="b"/>
            <a:pathLst>
              <a:path w="1948919" h="2057400">
                <a:moveTo>
                  <a:pt x="0" y="0"/>
                </a:moveTo>
                <a:lnTo>
                  <a:pt x="1948919" y="0"/>
                </a:lnTo>
                <a:lnTo>
                  <a:pt x="1948919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29FBD77E-5BC7-B964-A44D-568684269591}"/>
              </a:ext>
            </a:extLst>
          </p:cNvPr>
          <p:cNvSpPr/>
          <p:nvPr/>
        </p:nvSpPr>
        <p:spPr>
          <a:xfrm rot="-1252704">
            <a:off x="15906129" y="6843307"/>
            <a:ext cx="2107469" cy="812334"/>
          </a:xfrm>
          <a:custGeom>
            <a:avLst/>
            <a:gdLst/>
            <a:ahLst/>
            <a:cxnLst/>
            <a:rect l="l" t="t" r="r" b="b"/>
            <a:pathLst>
              <a:path w="2107469" h="812334">
                <a:moveTo>
                  <a:pt x="0" y="0"/>
                </a:moveTo>
                <a:lnTo>
                  <a:pt x="2107469" y="0"/>
                </a:lnTo>
                <a:lnTo>
                  <a:pt x="2107469" y="812333"/>
                </a:lnTo>
                <a:lnTo>
                  <a:pt x="0" y="8123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60589321-FB9E-609C-11C3-B262F1815A2C}"/>
              </a:ext>
            </a:extLst>
          </p:cNvPr>
          <p:cNvSpPr/>
          <p:nvPr/>
        </p:nvSpPr>
        <p:spPr>
          <a:xfrm rot="-2612862">
            <a:off x="2194794" y="2267616"/>
            <a:ext cx="553303" cy="792492"/>
          </a:xfrm>
          <a:custGeom>
            <a:avLst/>
            <a:gdLst/>
            <a:ahLst/>
            <a:cxnLst/>
            <a:rect l="l" t="t" r="r" b="b"/>
            <a:pathLst>
              <a:path w="553303" h="792492">
                <a:moveTo>
                  <a:pt x="0" y="0"/>
                </a:moveTo>
                <a:lnTo>
                  <a:pt x="553303" y="0"/>
                </a:lnTo>
                <a:lnTo>
                  <a:pt x="553303" y="792492"/>
                </a:lnTo>
                <a:lnTo>
                  <a:pt x="0" y="7924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4D18DB6-E84B-8564-814B-4C3D4D301780}"/>
              </a:ext>
            </a:extLst>
          </p:cNvPr>
          <p:cNvSpPr txBox="1"/>
          <p:nvPr/>
        </p:nvSpPr>
        <p:spPr>
          <a:xfrm>
            <a:off x="1885294" y="3001962"/>
            <a:ext cx="14517412" cy="2295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0"/>
              </a:lnSpc>
            </a:pPr>
            <a:r>
              <a:rPr lang="en-US" sz="10000" dirty="0">
                <a:solidFill>
                  <a:srgbClr val="223939"/>
                </a:solidFill>
                <a:latin typeface="Borsok"/>
                <a:ea typeface="Borsok"/>
                <a:cs typeface="Borsok"/>
                <a:sym typeface="Borsok"/>
              </a:rPr>
              <a:t>Quadratic equations</a:t>
            </a: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42C66633-CB93-BF6F-33CB-96B93F0EA3B0}"/>
              </a:ext>
            </a:extLst>
          </p:cNvPr>
          <p:cNvSpPr/>
          <p:nvPr/>
        </p:nvSpPr>
        <p:spPr>
          <a:xfrm rot="7796296">
            <a:off x="15806891" y="5011824"/>
            <a:ext cx="553303" cy="792492"/>
          </a:xfrm>
          <a:custGeom>
            <a:avLst/>
            <a:gdLst/>
            <a:ahLst/>
            <a:cxnLst/>
            <a:rect l="l" t="t" r="r" b="b"/>
            <a:pathLst>
              <a:path w="553303" h="792492">
                <a:moveTo>
                  <a:pt x="0" y="0"/>
                </a:moveTo>
                <a:lnTo>
                  <a:pt x="553303" y="0"/>
                </a:lnTo>
                <a:lnTo>
                  <a:pt x="553303" y="792491"/>
                </a:lnTo>
                <a:lnTo>
                  <a:pt x="0" y="79249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BEA684B8-8BA1-D706-892B-535C2A60D4EF}"/>
              </a:ext>
            </a:extLst>
          </p:cNvPr>
          <p:cNvSpPr/>
          <p:nvPr/>
        </p:nvSpPr>
        <p:spPr>
          <a:xfrm flipH="1">
            <a:off x="389691" y="325554"/>
            <a:ext cx="2081754" cy="2055732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5DFB259E-3933-47A7-32BC-3D5B68BE3149}"/>
              </a:ext>
            </a:extLst>
          </p:cNvPr>
          <p:cNvSpPr txBox="1"/>
          <p:nvPr/>
        </p:nvSpPr>
        <p:spPr>
          <a:xfrm>
            <a:off x="3151400" y="3176849"/>
            <a:ext cx="11868503" cy="865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dirty="0">
                <a:solidFill>
                  <a:srgbClr val="2F4F4F"/>
                </a:solidFill>
                <a:latin typeface="Bugaki"/>
                <a:ea typeface="Bugaki"/>
                <a:cs typeface="Bugaki"/>
                <a:sym typeface="Bugaki"/>
              </a:rPr>
              <a:t>Solving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CD504C0A-CE9F-D7FF-9211-359A55E91413}"/>
              </a:ext>
            </a:extLst>
          </p:cNvPr>
          <p:cNvSpPr txBox="1"/>
          <p:nvPr/>
        </p:nvSpPr>
        <p:spPr>
          <a:xfrm>
            <a:off x="3268097" y="5318210"/>
            <a:ext cx="11868503" cy="865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dirty="0">
                <a:solidFill>
                  <a:srgbClr val="2F4F4F"/>
                </a:solidFill>
                <a:latin typeface="Bugaki"/>
                <a:ea typeface="Bugaki"/>
                <a:cs typeface="Bugaki"/>
                <a:sym typeface="Bugaki"/>
              </a:rPr>
              <a:t>by Completing the Square</a:t>
            </a:r>
          </a:p>
        </p:txBody>
      </p:sp>
    </p:spTree>
    <p:extLst>
      <p:ext uri="{BB962C8B-B14F-4D97-AF65-F5344CB8AC3E}">
        <p14:creationId xmlns:p14="http://schemas.microsoft.com/office/powerpoint/2010/main" val="42563280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0AF13B-16C4-7E02-F2DD-F80A38CF9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4D18EB2-7F8C-CF86-2901-37B217C71533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E83C4A2-D4F1-AC05-1239-8A40BF803A93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4790603-E245-EAEC-0AB2-9E6013A44B0B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034E038-63AB-461C-7666-85DD9139E0BC}"/>
              </a:ext>
            </a:extLst>
          </p:cNvPr>
          <p:cNvGrpSpPr/>
          <p:nvPr/>
        </p:nvGrpSpPr>
        <p:grpSpPr>
          <a:xfrm>
            <a:off x="2724931" y="2006214"/>
            <a:ext cx="12838139" cy="7103524"/>
            <a:chOff x="0" y="0"/>
            <a:chExt cx="3381238" cy="187088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C5EE243-3A75-7D4A-AE85-D6DA9899194E}"/>
                </a:ext>
              </a:extLst>
            </p:cNvPr>
            <p:cNvSpPr/>
            <p:nvPr/>
          </p:nvSpPr>
          <p:spPr>
            <a:xfrm>
              <a:off x="0" y="0"/>
              <a:ext cx="3381238" cy="1870887"/>
            </a:xfrm>
            <a:custGeom>
              <a:avLst/>
              <a:gdLst/>
              <a:ahLst/>
              <a:cxnLst/>
              <a:rect l="l" t="t" r="r" b="b"/>
              <a:pathLst>
                <a:path w="3381238" h="1870887">
                  <a:moveTo>
                    <a:pt x="12061" y="0"/>
                  </a:moveTo>
                  <a:lnTo>
                    <a:pt x="3369177" y="0"/>
                  </a:lnTo>
                  <a:cubicBezTo>
                    <a:pt x="3375839" y="0"/>
                    <a:pt x="3381238" y="5400"/>
                    <a:pt x="3381238" y="12061"/>
                  </a:cubicBezTo>
                  <a:lnTo>
                    <a:pt x="3381238" y="1858826"/>
                  </a:lnTo>
                  <a:cubicBezTo>
                    <a:pt x="3381238" y="1862025"/>
                    <a:pt x="3379967" y="1865093"/>
                    <a:pt x="3377706" y="1867355"/>
                  </a:cubicBezTo>
                  <a:cubicBezTo>
                    <a:pt x="3375444" y="1869617"/>
                    <a:pt x="3372376" y="1870887"/>
                    <a:pt x="3369177" y="1870887"/>
                  </a:cubicBezTo>
                  <a:lnTo>
                    <a:pt x="12061" y="1870887"/>
                  </a:lnTo>
                  <a:cubicBezTo>
                    <a:pt x="8862" y="1870887"/>
                    <a:pt x="5794" y="1869617"/>
                    <a:pt x="3533" y="1867355"/>
                  </a:cubicBezTo>
                  <a:cubicBezTo>
                    <a:pt x="1271" y="1865093"/>
                    <a:pt x="0" y="1862025"/>
                    <a:pt x="0" y="1858826"/>
                  </a:cubicBezTo>
                  <a:lnTo>
                    <a:pt x="0" y="12061"/>
                  </a:lnTo>
                  <a:cubicBezTo>
                    <a:pt x="0" y="8862"/>
                    <a:pt x="1271" y="5794"/>
                    <a:pt x="3533" y="3533"/>
                  </a:cubicBezTo>
                  <a:cubicBezTo>
                    <a:pt x="5794" y="1271"/>
                    <a:pt x="8862" y="0"/>
                    <a:pt x="1206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H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20D27AB-03A0-BDCE-A561-F8196F05224D}"/>
                </a:ext>
              </a:extLst>
            </p:cNvPr>
            <p:cNvSpPr txBox="1"/>
            <p:nvPr/>
          </p:nvSpPr>
          <p:spPr>
            <a:xfrm>
              <a:off x="0" y="-38100"/>
              <a:ext cx="3381238" cy="1908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033B2AB-051A-0010-C690-DF9F1E2D46CA}"/>
              </a:ext>
            </a:extLst>
          </p:cNvPr>
          <p:cNvGrpSpPr/>
          <p:nvPr/>
        </p:nvGrpSpPr>
        <p:grpSpPr>
          <a:xfrm>
            <a:off x="4057932" y="1177262"/>
            <a:ext cx="10227067" cy="1527838"/>
            <a:chOff x="0" y="0"/>
            <a:chExt cx="2693549" cy="43665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EF4157E2-0FA7-DF5F-38FD-3B474FE31F39}"/>
                </a:ext>
              </a:extLst>
            </p:cNvPr>
            <p:cNvSpPr/>
            <p:nvPr/>
          </p:nvSpPr>
          <p:spPr>
            <a:xfrm>
              <a:off x="0" y="0"/>
              <a:ext cx="2693549" cy="436650"/>
            </a:xfrm>
            <a:custGeom>
              <a:avLst/>
              <a:gdLst/>
              <a:ahLst/>
              <a:cxnLst/>
              <a:rect l="l" t="t" r="r" b="b"/>
              <a:pathLst>
                <a:path w="2693549" h="436650">
                  <a:moveTo>
                    <a:pt x="15140" y="0"/>
                  </a:moveTo>
                  <a:lnTo>
                    <a:pt x="2678409" y="0"/>
                  </a:lnTo>
                  <a:cubicBezTo>
                    <a:pt x="2686770" y="0"/>
                    <a:pt x="2693549" y="6778"/>
                    <a:pt x="2693549" y="15140"/>
                  </a:cubicBezTo>
                  <a:lnTo>
                    <a:pt x="2693549" y="421510"/>
                  </a:lnTo>
                  <a:cubicBezTo>
                    <a:pt x="2693549" y="429872"/>
                    <a:pt x="2686770" y="436650"/>
                    <a:pt x="2678409" y="436650"/>
                  </a:cubicBezTo>
                  <a:lnTo>
                    <a:pt x="15140" y="436650"/>
                  </a:lnTo>
                  <a:cubicBezTo>
                    <a:pt x="6778" y="436650"/>
                    <a:pt x="0" y="429872"/>
                    <a:pt x="0" y="421510"/>
                  </a:cubicBezTo>
                  <a:lnTo>
                    <a:pt x="0" y="15140"/>
                  </a:lnTo>
                  <a:cubicBezTo>
                    <a:pt x="0" y="6778"/>
                    <a:pt x="6778" y="0"/>
                    <a:pt x="15140" y="0"/>
                  </a:cubicBezTo>
                  <a:close/>
                </a:path>
              </a:pathLst>
            </a:custGeom>
            <a:solidFill>
              <a:srgbClr val="223939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7996C6B8-3E6A-14DD-3E75-77EF766C6E7B}"/>
                </a:ext>
              </a:extLst>
            </p:cNvPr>
            <p:cNvSpPr txBox="1"/>
            <p:nvPr/>
          </p:nvSpPr>
          <p:spPr>
            <a:xfrm>
              <a:off x="0" y="-38100"/>
              <a:ext cx="2693549" cy="474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Freeform 14">
            <a:extLst>
              <a:ext uri="{FF2B5EF4-FFF2-40B4-BE49-F238E27FC236}">
                <a16:creationId xmlns:a16="http://schemas.microsoft.com/office/drawing/2014/main" id="{2F09BD9A-FC70-C181-C6A5-29AEEEBBA89F}"/>
              </a:ext>
            </a:extLst>
          </p:cNvPr>
          <p:cNvSpPr/>
          <p:nvPr/>
        </p:nvSpPr>
        <p:spPr>
          <a:xfrm flipH="1">
            <a:off x="591571" y="7621139"/>
            <a:ext cx="2206441" cy="2312109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11" name="TextBox 19">
            <a:extLst>
              <a:ext uri="{FF2B5EF4-FFF2-40B4-BE49-F238E27FC236}">
                <a16:creationId xmlns:a16="http://schemas.microsoft.com/office/drawing/2014/main" id="{B7C3B563-426F-9771-B368-6896D09A280A}"/>
              </a:ext>
            </a:extLst>
          </p:cNvPr>
          <p:cNvSpPr txBox="1"/>
          <p:nvPr/>
        </p:nvSpPr>
        <p:spPr>
          <a:xfrm>
            <a:off x="4717328" y="1394897"/>
            <a:ext cx="8990186" cy="981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4500" dirty="0">
                <a:solidFill>
                  <a:srgbClr val="E1E1E1"/>
                </a:solidFill>
                <a:latin typeface="Bugaki"/>
                <a:ea typeface="Bugaki"/>
                <a:cs typeface="Bugaki"/>
                <a:sym typeface="Bugaki"/>
              </a:rPr>
              <a:t>Completing the Square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5FF8845-90D5-56BE-8CF0-C1B88145C2E6}"/>
                  </a:ext>
                </a:extLst>
              </p:cNvPr>
              <p:cNvSpPr txBox="1"/>
              <p:nvPr/>
            </p:nvSpPr>
            <p:spPr>
              <a:xfrm>
                <a:off x="3332085" y="3410074"/>
                <a:ext cx="11486987" cy="3690562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ct val="150000"/>
                  </a:lnSpc>
                </a:pPr>
                <a:r>
                  <a:rPr lang="en-PH" sz="4500" dirty="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To complete the square of the expression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PH" sz="4500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</m:ctrlPr>
                      </m:sSupPr>
                      <m:e>
                        <m:r>
                          <a:rPr lang="en-PH" sz="4500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𝑥</m:t>
                        </m:r>
                      </m:e>
                      <m:sup>
                        <m:r>
                          <a:rPr lang="en-PH" sz="4500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2</m:t>
                        </m:r>
                      </m:sup>
                    </m:sSup>
                    <m:r>
                      <a:rPr lang="en-PH" sz="4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+</m:t>
                    </m:r>
                    <m:r>
                      <a:rPr lang="en-PH" sz="4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𝑏𝑥</m:t>
                    </m:r>
                    <m:r>
                      <a:rPr lang="en-PH" sz="4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,</m:t>
                    </m:r>
                  </m:oMath>
                </a14:m>
                <a:r>
                  <a:rPr lang="en-US" sz="4500" dirty="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 add the square of half the coefficient of </a:t>
                </a:r>
                <a14:m>
                  <m:oMath xmlns:m="http://schemas.openxmlformats.org/officeDocument/2006/math">
                    <m:r>
                      <a:rPr lang="en-PH" sz="4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𝑥</m:t>
                    </m:r>
                  </m:oMath>
                </a14:m>
                <a:r>
                  <a:rPr lang="en-US" sz="4500" dirty="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 to make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PH" sz="4500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</m:ctrlPr>
                      </m:sSupPr>
                      <m:e>
                        <m:r>
                          <a:rPr lang="en-PH" sz="4500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𝑥</m:t>
                        </m:r>
                      </m:e>
                      <m:sup>
                        <m:r>
                          <a:rPr lang="en-PH" sz="4500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2</m:t>
                        </m:r>
                      </m:sup>
                    </m:sSup>
                    <m:r>
                      <a:rPr lang="en-PH" sz="4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+</m:t>
                    </m:r>
                    <m:r>
                      <a:rPr lang="en-PH" sz="4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𝑏𝑥</m:t>
                    </m:r>
                    <m:r>
                      <a:rPr lang="en-PH" sz="4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+</m:t>
                    </m:r>
                    <m:sSup>
                      <m:sSupPr>
                        <m:ctrlPr>
                          <a:rPr lang="en-PH" sz="4500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PH" sz="4500" b="0" i="1" smtClean="0">
                                <a:solidFill>
                                  <a:srgbClr val="1C2B2B"/>
                                </a:solidFill>
                                <a:latin typeface="Cambria Math" panose="02040503050406030204" pitchFamily="18" charset="0"/>
                                <a:ea typeface="Monterchi"/>
                                <a:cs typeface="Monterchi"/>
                                <a:sym typeface="Monterchi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PH" sz="4500" b="0" i="1" smtClean="0">
                                    <a:solidFill>
                                      <a:srgbClr val="1C2B2B"/>
                                    </a:solidFill>
                                    <a:latin typeface="Cambria Math" panose="02040503050406030204" pitchFamily="18" charset="0"/>
                                    <a:ea typeface="Monterchi"/>
                                    <a:cs typeface="Monterchi"/>
                                    <a:sym typeface="Monterchi"/>
                                  </a:rPr>
                                </m:ctrlPr>
                              </m:fPr>
                              <m:num>
                                <m:r>
                                  <a:rPr lang="en-PH" sz="4500" b="0" i="1" smtClean="0">
                                    <a:solidFill>
                                      <a:srgbClr val="1C2B2B"/>
                                    </a:solidFill>
                                    <a:latin typeface="Cambria Math" panose="02040503050406030204" pitchFamily="18" charset="0"/>
                                    <a:ea typeface="Monterchi"/>
                                    <a:cs typeface="Monterchi"/>
                                    <a:sym typeface="Monterchi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PH" sz="4500" b="0" i="1" smtClean="0">
                                    <a:solidFill>
                                      <a:srgbClr val="1C2B2B"/>
                                    </a:solidFill>
                                    <a:latin typeface="Cambria Math" panose="02040503050406030204" pitchFamily="18" charset="0"/>
                                    <a:ea typeface="Monterchi"/>
                                    <a:cs typeface="Monterchi"/>
                                    <a:sym typeface="Monterchi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PH" sz="4500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4500" dirty="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.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5FF8845-90D5-56BE-8CF0-C1B88145C2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2085" y="3410074"/>
                <a:ext cx="11486987" cy="3690562"/>
              </a:xfrm>
              <a:prstGeom prst="rect">
                <a:avLst/>
              </a:prstGeom>
              <a:blipFill>
                <a:blip r:embed="rId5"/>
                <a:stretch>
                  <a:fillRect r="-3025" b="-7261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08749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5E646-8704-FCE3-0BEB-1211AA32E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8385F5E-29CD-8035-137F-6E080C6D21EB}"/>
              </a:ext>
            </a:extLst>
          </p:cNvPr>
          <p:cNvGrpSpPr/>
          <p:nvPr/>
        </p:nvGrpSpPr>
        <p:grpSpPr>
          <a:xfrm>
            <a:off x="-8212277" y="0"/>
            <a:ext cx="34712554" cy="8772618"/>
            <a:chOff x="0" y="0"/>
            <a:chExt cx="46283405" cy="1169682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B288A54-EE13-7145-898B-9EC1FC69A790}"/>
                </a:ext>
              </a:extLst>
            </p:cNvPr>
            <p:cNvSpPr/>
            <p:nvPr/>
          </p:nvSpPr>
          <p:spPr>
            <a:xfrm>
              <a:off x="0" y="0"/>
              <a:ext cx="23219500" cy="11696823"/>
            </a:xfrm>
            <a:custGeom>
              <a:avLst/>
              <a:gdLst/>
              <a:ahLst/>
              <a:cxnLst/>
              <a:rect l="l" t="t" r="r" b="b"/>
              <a:pathLst>
                <a:path w="23219500" h="11696823">
                  <a:moveTo>
                    <a:pt x="0" y="0"/>
                  </a:moveTo>
                  <a:lnTo>
                    <a:pt x="23219500" y="0"/>
                  </a:lnTo>
                  <a:lnTo>
                    <a:pt x="23219500" y="11696823"/>
                  </a:lnTo>
                  <a:lnTo>
                    <a:pt x="0" y="11696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AE04657-5BCB-69D7-E374-B2E067F6BC3C}"/>
                </a:ext>
              </a:extLst>
            </p:cNvPr>
            <p:cNvSpPr/>
            <p:nvPr/>
          </p:nvSpPr>
          <p:spPr>
            <a:xfrm>
              <a:off x="23063905" y="0"/>
              <a:ext cx="23219500" cy="11696823"/>
            </a:xfrm>
            <a:custGeom>
              <a:avLst/>
              <a:gdLst/>
              <a:ahLst/>
              <a:cxnLst/>
              <a:rect l="l" t="t" r="r" b="b"/>
              <a:pathLst>
                <a:path w="23219500" h="11696823">
                  <a:moveTo>
                    <a:pt x="0" y="0"/>
                  </a:moveTo>
                  <a:lnTo>
                    <a:pt x="23219500" y="0"/>
                  </a:lnTo>
                  <a:lnTo>
                    <a:pt x="23219500" y="11696823"/>
                  </a:lnTo>
                  <a:lnTo>
                    <a:pt x="0" y="11696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271598DF-4E64-EAA8-03DC-148ABD110D1E}"/>
              </a:ext>
            </a:extLst>
          </p:cNvPr>
          <p:cNvGrpSpPr/>
          <p:nvPr/>
        </p:nvGrpSpPr>
        <p:grpSpPr>
          <a:xfrm>
            <a:off x="0" y="8710751"/>
            <a:ext cx="18288000" cy="1015907"/>
            <a:chOff x="0" y="0"/>
            <a:chExt cx="4816593" cy="54186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0544E56-69CA-764F-E62B-E6C49C570101}"/>
                </a:ext>
              </a:extLst>
            </p:cNvPr>
            <p:cNvSpPr/>
            <p:nvPr/>
          </p:nvSpPr>
          <p:spPr>
            <a:xfrm>
              <a:off x="0" y="0"/>
              <a:ext cx="4816592" cy="541866"/>
            </a:xfrm>
            <a:custGeom>
              <a:avLst/>
              <a:gdLst/>
              <a:ahLst/>
              <a:cxnLst/>
              <a:rect l="l" t="t" r="r" b="b"/>
              <a:pathLst>
                <a:path w="4816592" h="541866">
                  <a:moveTo>
                    <a:pt x="0" y="0"/>
                  </a:moveTo>
                  <a:lnTo>
                    <a:pt x="4816592" y="0"/>
                  </a:lnTo>
                  <a:lnTo>
                    <a:pt x="4816592" y="541866"/>
                  </a:lnTo>
                  <a:lnTo>
                    <a:pt x="0" y="541866"/>
                  </a:lnTo>
                  <a:close/>
                </a:path>
              </a:pathLst>
            </a:custGeom>
            <a:solidFill>
              <a:srgbClr val="1C2B2B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7E61DC8-EE40-41BD-A208-F0B06A33FE52}"/>
                </a:ext>
              </a:extLst>
            </p:cNvPr>
            <p:cNvSpPr txBox="1"/>
            <p:nvPr/>
          </p:nvSpPr>
          <p:spPr>
            <a:xfrm>
              <a:off x="0" y="-38100"/>
              <a:ext cx="4816593" cy="579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166A2D95-AFB7-16F9-661E-05478246248E}"/>
              </a:ext>
            </a:extLst>
          </p:cNvPr>
          <p:cNvSpPr/>
          <p:nvPr/>
        </p:nvSpPr>
        <p:spPr>
          <a:xfrm>
            <a:off x="15958052" y="7149589"/>
            <a:ext cx="2081754" cy="2261641"/>
          </a:xfrm>
          <a:custGeom>
            <a:avLst/>
            <a:gdLst/>
            <a:ahLst/>
            <a:cxnLst/>
            <a:rect l="l" t="t" r="r" b="b"/>
            <a:pathLst>
              <a:path w="1948919" h="2057400">
                <a:moveTo>
                  <a:pt x="0" y="0"/>
                </a:moveTo>
                <a:lnTo>
                  <a:pt x="1948919" y="0"/>
                </a:lnTo>
                <a:lnTo>
                  <a:pt x="1948919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C9C4FC2-AA5A-B74A-1748-FCF8FE6D7D8B}"/>
              </a:ext>
            </a:extLst>
          </p:cNvPr>
          <p:cNvSpPr txBox="1"/>
          <p:nvPr/>
        </p:nvSpPr>
        <p:spPr>
          <a:xfrm>
            <a:off x="1943642" y="2310629"/>
            <a:ext cx="14517412" cy="4616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5000" dirty="0">
                <a:solidFill>
                  <a:srgbClr val="223939"/>
                </a:solidFill>
                <a:latin typeface="Borsok"/>
                <a:ea typeface="Borsok"/>
                <a:cs typeface="Borsok"/>
                <a:sym typeface="Borsok"/>
              </a:rPr>
              <a:t>Let’s try this!</a:t>
            </a:r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5DCB7DFE-BDDA-D6D3-FFDE-090B39A6A9D6}"/>
              </a:ext>
            </a:extLst>
          </p:cNvPr>
          <p:cNvSpPr/>
          <p:nvPr/>
        </p:nvSpPr>
        <p:spPr>
          <a:xfrm flipH="1">
            <a:off x="228600" y="7326878"/>
            <a:ext cx="2081754" cy="2055732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7389949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B17C7C-9B07-2310-CC57-6744E44E7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E603ADA-C0D3-9608-EE8F-6579889C4E3B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E168F3E-75D5-5746-9680-111F0C28233B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CEB603D-0F70-29B9-9BA7-31E77FA3839A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1361D5DE-C097-181F-D084-3AC74E7BD58D}"/>
              </a:ext>
            </a:extLst>
          </p:cNvPr>
          <p:cNvGrpSpPr/>
          <p:nvPr/>
        </p:nvGrpSpPr>
        <p:grpSpPr>
          <a:xfrm>
            <a:off x="2724931" y="2006214"/>
            <a:ext cx="12838139" cy="7103524"/>
            <a:chOff x="0" y="0"/>
            <a:chExt cx="3381238" cy="187088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B575C21-1AF6-ABB6-1990-D0F5E8B76297}"/>
                </a:ext>
              </a:extLst>
            </p:cNvPr>
            <p:cNvSpPr/>
            <p:nvPr/>
          </p:nvSpPr>
          <p:spPr>
            <a:xfrm>
              <a:off x="0" y="0"/>
              <a:ext cx="3381238" cy="1870887"/>
            </a:xfrm>
            <a:custGeom>
              <a:avLst/>
              <a:gdLst/>
              <a:ahLst/>
              <a:cxnLst/>
              <a:rect l="l" t="t" r="r" b="b"/>
              <a:pathLst>
                <a:path w="3381238" h="1870887">
                  <a:moveTo>
                    <a:pt x="12061" y="0"/>
                  </a:moveTo>
                  <a:lnTo>
                    <a:pt x="3369177" y="0"/>
                  </a:lnTo>
                  <a:cubicBezTo>
                    <a:pt x="3375839" y="0"/>
                    <a:pt x="3381238" y="5400"/>
                    <a:pt x="3381238" y="12061"/>
                  </a:cubicBezTo>
                  <a:lnTo>
                    <a:pt x="3381238" y="1858826"/>
                  </a:lnTo>
                  <a:cubicBezTo>
                    <a:pt x="3381238" y="1862025"/>
                    <a:pt x="3379967" y="1865093"/>
                    <a:pt x="3377706" y="1867355"/>
                  </a:cubicBezTo>
                  <a:cubicBezTo>
                    <a:pt x="3375444" y="1869617"/>
                    <a:pt x="3372376" y="1870887"/>
                    <a:pt x="3369177" y="1870887"/>
                  </a:cubicBezTo>
                  <a:lnTo>
                    <a:pt x="12061" y="1870887"/>
                  </a:lnTo>
                  <a:cubicBezTo>
                    <a:pt x="8862" y="1870887"/>
                    <a:pt x="5794" y="1869617"/>
                    <a:pt x="3533" y="1867355"/>
                  </a:cubicBezTo>
                  <a:cubicBezTo>
                    <a:pt x="1271" y="1865093"/>
                    <a:pt x="0" y="1862025"/>
                    <a:pt x="0" y="1858826"/>
                  </a:cubicBezTo>
                  <a:lnTo>
                    <a:pt x="0" y="12061"/>
                  </a:lnTo>
                  <a:cubicBezTo>
                    <a:pt x="0" y="8862"/>
                    <a:pt x="1271" y="5794"/>
                    <a:pt x="3533" y="3533"/>
                  </a:cubicBezTo>
                  <a:cubicBezTo>
                    <a:pt x="5794" y="1271"/>
                    <a:pt x="8862" y="0"/>
                    <a:pt x="1206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H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6134AFC-F8B2-9EBD-D6E3-CDF1E976D862}"/>
                </a:ext>
              </a:extLst>
            </p:cNvPr>
            <p:cNvSpPr txBox="1"/>
            <p:nvPr/>
          </p:nvSpPr>
          <p:spPr>
            <a:xfrm>
              <a:off x="0" y="-38100"/>
              <a:ext cx="3381238" cy="1908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6883786-33C6-6B50-818B-4BC51B27B36C}"/>
              </a:ext>
            </a:extLst>
          </p:cNvPr>
          <p:cNvGrpSpPr/>
          <p:nvPr/>
        </p:nvGrpSpPr>
        <p:grpSpPr>
          <a:xfrm>
            <a:off x="4057932" y="1177262"/>
            <a:ext cx="10227067" cy="1680238"/>
            <a:chOff x="0" y="0"/>
            <a:chExt cx="2693549" cy="43665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F6158DAD-4C05-A766-88FB-4B1D68A0BD03}"/>
                </a:ext>
              </a:extLst>
            </p:cNvPr>
            <p:cNvSpPr/>
            <p:nvPr/>
          </p:nvSpPr>
          <p:spPr>
            <a:xfrm>
              <a:off x="0" y="0"/>
              <a:ext cx="2693549" cy="436650"/>
            </a:xfrm>
            <a:custGeom>
              <a:avLst/>
              <a:gdLst/>
              <a:ahLst/>
              <a:cxnLst/>
              <a:rect l="l" t="t" r="r" b="b"/>
              <a:pathLst>
                <a:path w="2693549" h="436650">
                  <a:moveTo>
                    <a:pt x="15140" y="0"/>
                  </a:moveTo>
                  <a:lnTo>
                    <a:pt x="2678409" y="0"/>
                  </a:lnTo>
                  <a:cubicBezTo>
                    <a:pt x="2686770" y="0"/>
                    <a:pt x="2693549" y="6778"/>
                    <a:pt x="2693549" y="15140"/>
                  </a:cubicBezTo>
                  <a:lnTo>
                    <a:pt x="2693549" y="421510"/>
                  </a:lnTo>
                  <a:cubicBezTo>
                    <a:pt x="2693549" y="429872"/>
                    <a:pt x="2686770" y="436650"/>
                    <a:pt x="2678409" y="436650"/>
                  </a:cubicBezTo>
                  <a:lnTo>
                    <a:pt x="15140" y="436650"/>
                  </a:lnTo>
                  <a:cubicBezTo>
                    <a:pt x="6778" y="436650"/>
                    <a:pt x="0" y="429872"/>
                    <a:pt x="0" y="421510"/>
                  </a:cubicBezTo>
                  <a:lnTo>
                    <a:pt x="0" y="15140"/>
                  </a:lnTo>
                  <a:cubicBezTo>
                    <a:pt x="0" y="6778"/>
                    <a:pt x="6778" y="0"/>
                    <a:pt x="15140" y="0"/>
                  </a:cubicBezTo>
                  <a:close/>
                </a:path>
              </a:pathLst>
            </a:custGeom>
            <a:solidFill>
              <a:srgbClr val="223939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7740D219-5DD6-BB5F-9954-88C1A202355C}"/>
                </a:ext>
              </a:extLst>
            </p:cNvPr>
            <p:cNvSpPr txBox="1"/>
            <p:nvPr/>
          </p:nvSpPr>
          <p:spPr>
            <a:xfrm>
              <a:off x="0" y="-38100"/>
              <a:ext cx="2693549" cy="474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BE418897-B99D-64F3-DD73-2609948EB49E}"/>
                  </a:ext>
                </a:extLst>
              </p:cNvPr>
              <p:cNvSpPr txBox="1"/>
              <p:nvPr/>
            </p:nvSpPr>
            <p:spPr>
              <a:xfrm>
                <a:off x="4733370" y="5265473"/>
                <a:ext cx="9220200" cy="71814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ts val="5599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H" sz="12000" b="0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pPr>
                        <m:e>
                          <m:r>
                            <a:rPr lang="en-PH" sz="12000" b="0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𝑥</m:t>
                          </m:r>
                        </m:e>
                        <m:sup>
                          <m:r>
                            <a:rPr lang="en-PH" sz="12000" b="0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2</m:t>
                          </m:r>
                        </m:sup>
                      </m:sSup>
                      <m:r>
                        <a:rPr lang="en-PH" sz="12000" b="0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+4</m:t>
                      </m:r>
                      <m:r>
                        <a:rPr lang="en-PH" sz="12000" b="0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𝑥</m:t>
                      </m:r>
                    </m:oMath>
                  </m:oMathPara>
                </a14:m>
                <a:endParaRPr lang="en-US" sz="12000" dirty="0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 xmlns=""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BE418897-B99D-64F3-DD73-2609948EB4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3370" y="5265473"/>
                <a:ext cx="9220200" cy="718145"/>
              </a:xfrm>
              <a:prstGeom prst="rect">
                <a:avLst/>
              </a:prstGeom>
              <a:blipFill>
                <a:blip r:embed="rId4"/>
                <a:stretch>
                  <a:fillRect t="-145763" b="-2796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Freeform 14">
            <a:extLst>
              <a:ext uri="{FF2B5EF4-FFF2-40B4-BE49-F238E27FC236}">
                <a16:creationId xmlns:a16="http://schemas.microsoft.com/office/drawing/2014/main" id="{76AA9852-427C-169F-4382-815E09A3CAEC}"/>
              </a:ext>
            </a:extLst>
          </p:cNvPr>
          <p:cNvSpPr/>
          <p:nvPr/>
        </p:nvSpPr>
        <p:spPr>
          <a:xfrm flipH="1">
            <a:off x="591571" y="7621139"/>
            <a:ext cx="2206441" cy="2312109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11" name="TextBox 19">
            <a:extLst>
              <a:ext uri="{FF2B5EF4-FFF2-40B4-BE49-F238E27FC236}">
                <a16:creationId xmlns:a16="http://schemas.microsoft.com/office/drawing/2014/main" id="{3639B5B2-F2C8-39FF-F058-D2F458290D6B}"/>
              </a:ext>
            </a:extLst>
          </p:cNvPr>
          <p:cNvSpPr txBox="1"/>
          <p:nvPr/>
        </p:nvSpPr>
        <p:spPr>
          <a:xfrm>
            <a:off x="4717328" y="1394897"/>
            <a:ext cx="8990186" cy="981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4500" dirty="0">
                <a:solidFill>
                  <a:srgbClr val="E1E1E1"/>
                </a:solidFill>
                <a:latin typeface="Bugaki"/>
                <a:ea typeface="Bugaki"/>
                <a:cs typeface="Bugaki"/>
                <a:sym typeface="Bugaki"/>
              </a:rPr>
              <a:t>Complete the square</a:t>
            </a:r>
          </a:p>
        </p:txBody>
      </p:sp>
    </p:spTree>
    <p:extLst>
      <p:ext uri="{BB962C8B-B14F-4D97-AF65-F5344CB8AC3E}">
        <p14:creationId xmlns:p14="http://schemas.microsoft.com/office/powerpoint/2010/main" val="25587130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6C214A-3252-F66F-D327-6AA47F888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A363D24-626B-7208-76D9-1978F92E17A9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33AAD16-45A6-13CC-49EC-1542BDE5C16F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184BA8D-A1EF-4FCD-496D-368FE134DACB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530A7CDD-1618-C3EA-E9F9-4C680C568BF3}"/>
              </a:ext>
            </a:extLst>
          </p:cNvPr>
          <p:cNvGrpSpPr/>
          <p:nvPr/>
        </p:nvGrpSpPr>
        <p:grpSpPr>
          <a:xfrm>
            <a:off x="2724931" y="2006214"/>
            <a:ext cx="12838139" cy="7103524"/>
            <a:chOff x="0" y="0"/>
            <a:chExt cx="3381238" cy="187088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95C6A43-1089-A4AB-9ED5-99F14CE116DB}"/>
                </a:ext>
              </a:extLst>
            </p:cNvPr>
            <p:cNvSpPr/>
            <p:nvPr/>
          </p:nvSpPr>
          <p:spPr>
            <a:xfrm>
              <a:off x="0" y="0"/>
              <a:ext cx="3381238" cy="1870887"/>
            </a:xfrm>
            <a:custGeom>
              <a:avLst/>
              <a:gdLst/>
              <a:ahLst/>
              <a:cxnLst/>
              <a:rect l="l" t="t" r="r" b="b"/>
              <a:pathLst>
                <a:path w="3381238" h="1870887">
                  <a:moveTo>
                    <a:pt x="12061" y="0"/>
                  </a:moveTo>
                  <a:lnTo>
                    <a:pt x="3369177" y="0"/>
                  </a:lnTo>
                  <a:cubicBezTo>
                    <a:pt x="3375839" y="0"/>
                    <a:pt x="3381238" y="5400"/>
                    <a:pt x="3381238" y="12061"/>
                  </a:cubicBezTo>
                  <a:lnTo>
                    <a:pt x="3381238" y="1858826"/>
                  </a:lnTo>
                  <a:cubicBezTo>
                    <a:pt x="3381238" y="1862025"/>
                    <a:pt x="3379967" y="1865093"/>
                    <a:pt x="3377706" y="1867355"/>
                  </a:cubicBezTo>
                  <a:cubicBezTo>
                    <a:pt x="3375444" y="1869617"/>
                    <a:pt x="3372376" y="1870887"/>
                    <a:pt x="3369177" y="1870887"/>
                  </a:cubicBezTo>
                  <a:lnTo>
                    <a:pt x="12061" y="1870887"/>
                  </a:lnTo>
                  <a:cubicBezTo>
                    <a:pt x="8862" y="1870887"/>
                    <a:pt x="5794" y="1869617"/>
                    <a:pt x="3533" y="1867355"/>
                  </a:cubicBezTo>
                  <a:cubicBezTo>
                    <a:pt x="1271" y="1865093"/>
                    <a:pt x="0" y="1862025"/>
                    <a:pt x="0" y="1858826"/>
                  </a:cubicBezTo>
                  <a:lnTo>
                    <a:pt x="0" y="12061"/>
                  </a:lnTo>
                  <a:cubicBezTo>
                    <a:pt x="0" y="8862"/>
                    <a:pt x="1271" y="5794"/>
                    <a:pt x="3533" y="3533"/>
                  </a:cubicBezTo>
                  <a:cubicBezTo>
                    <a:pt x="5794" y="1271"/>
                    <a:pt x="8862" y="0"/>
                    <a:pt x="1206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H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B636E91-8A54-DAC4-979E-620E9FCBB737}"/>
                </a:ext>
              </a:extLst>
            </p:cNvPr>
            <p:cNvSpPr txBox="1"/>
            <p:nvPr/>
          </p:nvSpPr>
          <p:spPr>
            <a:xfrm>
              <a:off x="0" y="-38100"/>
              <a:ext cx="3381238" cy="1908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4190B16D-F1D1-E898-276B-F3DFD730DAB8}"/>
              </a:ext>
            </a:extLst>
          </p:cNvPr>
          <p:cNvGrpSpPr/>
          <p:nvPr/>
        </p:nvGrpSpPr>
        <p:grpSpPr>
          <a:xfrm>
            <a:off x="4057932" y="1177262"/>
            <a:ext cx="10227067" cy="1680238"/>
            <a:chOff x="0" y="0"/>
            <a:chExt cx="2693549" cy="43665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ED78B1E0-F220-B025-157A-75216A01D541}"/>
                </a:ext>
              </a:extLst>
            </p:cNvPr>
            <p:cNvSpPr/>
            <p:nvPr/>
          </p:nvSpPr>
          <p:spPr>
            <a:xfrm>
              <a:off x="0" y="0"/>
              <a:ext cx="2693549" cy="436650"/>
            </a:xfrm>
            <a:custGeom>
              <a:avLst/>
              <a:gdLst/>
              <a:ahLst/>
              <a:cxnLst/>
              <a:rect l="l" t="t" r="r" b="b"/>
              <a:pathLst>
                <a:path w="2693549" h="436650">
                  <a:moveTo>
                    <a:pt x="15140" y="0"/>
                  </a:moveTo>
                  <a:lnTo>
                    <a:pt x="2678409" y="0"/>
                  </a:lnTo>
                  <a:cubicBezTo>
                    <a:pt x="2686770" y="0"/>
                    <a:pt x="2693549" y="6778"/>
                    <a:pt x="2693549" y="15140"/>
                  </a:cubicBezTo>
                  <a:lnTo>
                    <a:pt x="2693549" y="421510"/>
                  </a:lnTo>
                  <a:cubicBezTo>
                    <a:pt x="2693549" y="429872"/>
                    <a:pt x="2686770" y="436650"/>
                    <a:pt x="2678409" y="436650"/>
                  </a:cubicBezTo>
                  <a:lnTo>
                    <a:pt x="15140" y="436650"/>
                  </a:lnTo>
                  <a:cubicBezTo>
                    <a:pt x="6778" y="436650"/>
                    <a:pt x="0" y="429872"/>
                    <a:pt x="0" y="421510"/>
                  </a:cubicBezTo>
                  <a:lnTo>
                    <a:pt x="0" y="15140"/>
                  </a:lnTo>
                  <a:cubicBezTo>
                    <a:pt x="0" y="6778"/>
                    <a:pt x="6778" y="0"/>
                    <a:pt x="15140" y="0"/>
                  </a:cubicBezTo>
                  <a:close/>
                </a:path>
              </a:pathLst>
            </a:custGeom>
            <a:solidFill>
              <a:srgbClr val="223939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4BF5D192-AC7A-2C4C-62E8-1B557E02D307}"/>
                </a:ext>
              </a:extLst>
            </p:cNvPr>
            <p:cNvSpPr txBox="1"/>
            <p:nvPr/>
          </p:nvSpPr>
          <p:spPr>
            <a:xfrm>
              <a:off x="0" y="-38100"/>
              <a:ext cx="2693549" cy="474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5B0345E1-E5F2-3D14-6D93-764E4C934FE4}"/>
                  </a:ext>
                </a:extLst>
              </p:cNvPr>
              <p:cNvSpPr txBox="1"/>
              <p:nvPr/>
            </p:nvSpPr>
            <p:spPr>
              <a:xfrm>
                <a:off x="4717328" y="4664911"/>
                <a:ext cx="9220200" cy="71814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ts val="5599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H" sz="12000" b="0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pPr>
                        <m:e>
                          <m:r>
                            <a:rPr lang="en-PH" sz="12000" b="0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𝑥</m:t>
                          </m:r>
                        </m:e>
                        <m:sup>
                          <m:r>
                            <a:rPr lang="en-PH" sz="12000" b="0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2</m:t>
                          </m:r>
                        </m:sup>
                      </m:sSup>
                      <m:r>
                        <a:rPr lang="en-PH" sz="12000" b="0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+4</m:t>
                      </m:r>
                      <m:r>
                        <a:rPr lang="en-PH" sz="12000" b="0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𝑥</m:t>
                      </m:r>
                    </m:oMath>
                  </m:oMathPara>
                </a14:m>
                <a:endParaRPr lang="en-US" sz="12000" dirty="0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 xmlns=""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5B0345E1-E5F2-3D14-6D93-764E4C934F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7328" y="4664911"/>
                <a:ext cx="9220200" cy="718145"/>
              </a:xfrm>
              <a:prstGeom prst="rect">
                <a:avLst/>
              </a:prstGeom>
              <a:blipFill>
                <a:blip r:embed="rId4"/>
                <a:stretch>
                  <a:fillRect t="-144915" b="-2881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Freeform 14">
            <a:extLst>
              <a:ext uri="{FF2B5EF4-FFF2-40B4-BE49-F238E27FC236}">
                <a16:creationId xmlns:a16="http://schemas.microsoft.com/office/drawing/2014/main" id="{39C27F26-B772-83BF-8D3C-6477AC7A2B78}"/>
              </a:ext>
            </a:extLst>
          </p:cNvPr>
          <p:cNvSpPr/>
          <p:nvPr/>
        </p:nvSpPr>
        <p:spPr>
          <a:xfrm flipH="1">
            <a:off x="591571" y="7621139"/>
            <a:ext cx="2206441" cy="2312109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11" name="TextBox 19">
            <a:extLst>
              <a:ext uri="{FF2B5EF4-FFF2-40B4-BE49-F238E27FC236}">
                <a16:creationId xmlns:a16="http://schemas.microsoft.com/office/drawing/2014/main" id="{37EDA0F8-CD79-076A-B531-0084C29CC4E1}"/>
              </a:ext>
            </a:extLst>
          </p:cNvPr>
          <p:cNvSpPr txBox="1"/>
          <p:nvPr/>
        </p:nvSpPr>
        <p:spPr>
          <a:xfrm>
            <a:off x="4717328" y="1394897"/>
            <a:ext cx="8990186" cy="981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4500" dirty="0">
                <a:solidFill>
                  <a:srgbClr val="E1E1E1"/>
                </a:solidFill>
                <a:latin typeface="Bugaki"/>
                <a:ea typeface="Bugaki"/>
                <a:cs typeface="Bugaki"/>
                <a:sym typeface="Bugaki"/>
              </a:rPr>
              <a:t>Complete the square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33C45B2-4A7A-17DF-4922-F67AEDFB2F7F}"/>
                  </a:ext>
                </a:extLst>
              </p:cNvPr>
              <p:cNvSpPr txBox="1"/>
              <p:nvPr/>
            </p:nvSpPr>
            <p:spPr>
              <a:xfrm>
                <a:off x="4745402" y="6831394"/>
                <a:ext cx="9220200" cy="71814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ts val="5599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H" sz="1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pPr>
                        <m:e>
                          <m:r>
                            <a:rPr lang="en-PH" sz="1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𝑥</m:t>
                          </m:r>
                        </m:e>
                        <m:sup>
                          <m:r>
                            <a:rPr lang="en-PH" sz="1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2</m:t>
                          </m:r>
                        </m:sup>
                      </m:sSup>
                      <m:r>
                        <a:rPr lang="en-PH" sz="1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+4</m:t>
                      </m:r>
                      <m:r>
                        <a:rPr lang="en-PH" sz="1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𝑥</m:t>
                      </m:r>
                      <m:r>
                        <a:rPr lang="en-PH" sz="1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+4</m:t>
                      </m:r>
                    </m:oMath>
                  </m:oMathPara>
                </a14:m>
                <a:endParaRPr lang="en-US" sz="12000" dirty="0">
                  <a:solidFill>
                    <a:srgbClr val="FF0000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33C45B2-4A7A-17DF-4922-F67AEDFB2F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5402" y="6831394"/>
                <a:ext cx="9220200" cy="718145"/>
              </a:xfrm>
              <a:prstGeom prst="rect">
                <a:avLst/>
              </a:prstGeom>
              <a:blipFill>
                <a:blip r:embed="rId6"/>
                <a:stretch>
                  <a:fillRect t="-147009" b="-29060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04175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34CF4F-8BD9-8BEA-3B72-2C3BD8A83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2F71D48-E60D-C3D5-0D0C-89FFE34C3440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C56064F-8F75-2E65-DD78-1EB74A5ED8D9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8C9D125-7EA5-2243-218F-5897A26FC4EE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F599BDB-6861-8FE1-DBE1-54DC6C9C4C50}"/>
              </a:ext>
            </a:extLst>
          </p:cNvPr>
          <p:cNvGrpSpPr/>
          <p:nvPr/>
        </p:nvGrpSpPr>
        <p:grpSpPr>
          <a:xfrm>
            <a:off x="2724931" y="2006214"/>
            <a:ext cx="12838139" cy="7103524"/>
            <a:chOff x="0" y="0"/>
            <a:chExt cx="3381238" cy="187088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5E337BA-72C7-08B8-9411-0AC69E456F73}"/>
                </a:ext>
              </a:extLst>
            </p:cNvPr>
            <p:cNvSpPr/>
            <p:nvPr/>
          </p:nvSpPr>
          <p:spPr>
            <a:xfrm>
              <a:off x="0" y="0"/>
              <a:ext cx="3381238" cy="1870887"/>
            </a:xfrm>
            <a:custGeom>
              <a:avLst/>
              <a:gdLst/>
              <a:ahLst/>
              <a:cxnLst/>
              <a:rect l="l" t="t" r="r" b="b"/>
              <a:pathLst>
                <a:path w="3381238" h="1870887">
                  <a:moveTo>
                    <a:pt x="12061" y="0"/>
                  </a:moveTo>
                  <a:lnTo>
                    <a:pt x="3369177" y="0"/>
                  </a:lnTo>
                  <a:cubicBezTo>
                    <a:pt x="3375839" y="0"/>
                    <a:pt x="3381238" y="5400"/>
                    <a:pt x="3381238" y="12061"/>
                  </a:cubicBezTo>
                  <a:lnTo>
                    <a:pt x="3381238" y="1858826"/>
                  </a:lnTo>
                  <a:cubicBezTo>
                    <a:pt x="3381238" y="1862025"/>
                    <a:pt x="3379967" y="1865093"/>
                    <a:pt x="3377706" y="1867355"/>
                  </a:cubicBezTo>
                  <a:cubicBezTo>
                    <a:pt x="3375444" y="1869617"/>
                    <a:pt x="3372376" y="1870887"/>
                    <a:pt x="3369177" y="1870887"/>
                  </a:cubicBezTo>
                  <a:lnTo>
                    <a:pt x="12061" y="1870887"/>
                  </a:lnTo>
                  <a:cubicBezTo>
                    <a:pt x="8862" y="1870887"/>
                    <a:pt x="5794" y="1869617"/>
                    <a:pt x="3533" y="1867355"/>
                  </a:cubicBezTo>
                  <a:cubicBezTo>
                    <a:pt x="1271" y="1865093"/>
                    <a:pt x="0" y="1862025"/>
                    <a:pt x="0" y="1858826"/>
                  </a:cubicBezTo>
                  <a:lnTo>
                    <a:pt x="0" y="12061"/>
                  </a:lnTo>
                  <a:cubicBezTo>
                    <a:pt x="0" y="8862"/>
                    <a:pt x="1271" y="5794"/>
                    <a:pt x="3533" y="3533"/>
                  </a:cubicBezTo>
                  <a:cubicBezTo>
                    <a:pt x="5794" y="1271"/>
                    <a:pt x="8862" y="0"/>
                    <a:pt x="1206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H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7C67B51-E90C-9030-0A97-BC3BDE7D9139}"/>
                </a:ext>
              </a:extLst>
            </p:cNvPr>
            <p:cNvSpPr txBox="1"/>
            <p:nvPr/>
          </p:nvSpPr>
          <p:spPr>
            <a:xfrm>
              <a:off x="0" y="-38100"/>
              <a:ext cx="3381238" cy="1908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004EF5C1-3922-D8D9-DD2A-03AC59738827}"/>
              </a:ext>
            </a:extLst>
          </p:cNvPr>
          <p:cNvGrpSpPr/>
          <p:nvPr/>
        </p:nvGrpSpPr>
        <p:grpSpPr>
          <a:xfrm>
            <a:off x="4057932" y="1177262"/>
            <a:ext cx="10227067" cy="1680238"/>
            <a:chOff x="0" y="0"/>
            <a:chExt cx="2693549" cy="43665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CBE95512-FC73-7279-5C23-229B3C76DA86}"/>
                </a:ext>
              </a:extLst>
            </p:cNvPr>
            <p:cNvSpPr/>
            <p:nvPr/>
          </p:nvSpPr>
          <p:spPr>
            <a:xfrm>
              <a:off x="0" y="0"/>
              <a:ext cx="2693549" cy="436650"/>
            </a:xfrm>
            <a:custGeom>
              <a:avLst/>
              <a:gdLst/>
              <a:ahLst/>
              <a:cxnLst/>
              <a:rect l="l" t="t" r="r" b="b"/>
              <a:pathLst>
                <a:path w="2693549" h="436650">
                  <a:moveTo>
                    <a:pt x="15140" y="0"/>
                  </a:moveTo>
                  <a:lnTo>
                    <a:pt x="2678409" y="0"/>
                  </a:lnTo>
                  <a:cubicBezTo>
                    <a:pt x="2686770" y="0"/>
                    <a:pt x="2693549" y="6778"/>
                    <a:pt x="2693549" y="15140"/>
                  </a:cubicBezTo>
                  <a:lnTo>
                    <a:pt x="2693549" y="421510"/>
                  </a:lnTo>
                  <a:cubicBezTo>
                    <a:pt x="2693549" y="429872"/>
                    <a:pt x="2686770" y="436650"/>
                    <a:pt x="2678409" y="436650"/>
                  </a:cubicBezTo>
                  <a:lnTo>
                    <a:pt x="15140" y="436650"/>
                  </a:lnTo>
                  <a:cubicBezTo>
                    <a:pt x="6778" y="436650"/>
                    <a:pt x="0" y="429872"/>
                    <a:pt x="0" y="421510"/>
                  </a:cubicBezTo>
                  <a:lnTo>
                    <a:pt x="0" y="15140"/>
                  </a:lnTo>
                  <a:cubicBezTo>
                    <a:pt x="0" y="6778"/>
                    <a:pt x="6778" y="0"/>
                    <a:pt x="15140" y="0"/>
                  </a:cubicBezTo>
                  <a:close/>
                </a:path>
              </a:pathLst>
            </a:custGeom>
            <a:solidFill>
              <a:srgbClr val="223939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9F60FF4B-EAA9-F2C4-AE75-97E4721C76BB}"/>
                </a:ext>
              </a:extLst>
            </p:cNvPr>
            <p:cNvSpPr txBox="1"/>
            <p:nvPr/>
          </p:nvSpPr>
          <p:spPr>
            <a:xfrm>
              <a:off x="0" y="-38100"/>
              <a:ext cx="2693549" cy="474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F417375F-EF1E-5871-FAFC-75165BC64496}"/>
                  </a:ext>
                </a:extLst>
              </p:cNvPr>
              <p:cNvSpPr txBox="1"/>
              <p:nvPr/>
            </p:nvSpPr>
            <p:spPr>
              <a:xfrm>
                <a:off x="4733370" y="5265473"/>
                <a:ext cx="9220200" cy="71814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ts val="5599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H" sz="12000" b="0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pPr>
                        <m:e>
                          <m:r>
                            <a:rPr lang="en-PH" sz="12000" b="0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𝑥</m:t>
                          </m:r>
                        </m:e>
                        <m:sup>
                          <m:r>
                            <a:rPr lang="en-PH" sz="12000" b="0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2</m:t>
                          </m:r>
                        </m:sup>
                      </m:sSup>
                      <m:r>
                        <a:rPr lang="en-PH" sz="12000" b="0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+14</m:t>
                      </m:r>
                      <m:r>
                        <a:rPr lang="en-PH" sz="12000" b="0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𝑥</m:t>
                      </m:r>
                    </m:oMath>
                  </m:oMathPara>
                </a14:m>
                <a:endParaRPr lang="en-US" sz="12000" dirty="0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 xmlns=""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F417375F-EF1E-5871-FAFC-75165BC644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3370" y="5265473"/>
                <a:ext cx="9220200" cy="718145"/>
              </a:xfrm>
              <a:prstGeom prst="rect">
                <a:avLst/>
              </a:prstGeom>
              <a:blipFill>
                <a:blip r:embed="rId4"/>
                <a:stretch>
                  <a:fillRect t="-145763" b="-2796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Freeform 14">
            <a:extLst>
              <a:ext uri="{FF2B5EF4-FFF2-40B4-BE49-F238E27FC236}">
                <a16:creationId xmlns:a16="http://schemas.microsoft.com/office/drawing/2014/main" id="{911FE076-4A14-B05E-DE59-E83C3D070958}"/>
              </a:ext>
            </a:extLst>
          </p:cNvPr>
          <p:cNvSpPr/>
          <p:nvPr/>
        </p:nvSpPr>
        <p:spPr>
          <a:xfrm flipH="1">
            <a:off x="591571" y="7621139"/>
            <a:ext cx="2206441" cy="2312109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11" name="TextBox 19">
            <a:extLst>
              <a:ext uri="{FF2B5EF4-FFF2-40B4-BE49-F238E27FC236}">
                <a16:creationId xmlns:a16="http://schemas.microsoft.com/office/drawing/2014/main" id="{41D8F07F-B4A3-3941-369F-A3D8CDB4AFFF}"/>
              </a:ext>
            </a:extLst>
          </p:cNvPr>
          <p:cNvSpPr txBox="1"/>
          <p:nvPr/>
        </p:nvSpPr>
        <p:spPr>
          <a:xfrm>
            <a:off x="4717328" y="1394897"/>
            <a:ext cx="8990186" cy="981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4500" dirty="0">
                <a:solidFill>
                  <a:srgbClr val="E1E1E1"/>
                </a:solidFill>
                <a:latin typeface="Bugaki"/>
                <a:ea typeface="Bugaki"/>
                <a:cs typeface="Bugaki"/>
                <a:sym typeface="Bugaki"/>
              </a:rPr>
              <a:t>Complete the square</a:t>
            </a:r>
          </a:p>
        </p:txBody>
      </p:sp>
    </p:spTree>
    <p:extLst>
      <p:ext uri="{BB962C8B-B14F-4D97-AF65-F5344CB8AC3E}">
        <p14:creationId xmlns:p14="http://schemas.microsoft.com/office/powerpoint/2010/main" val="9836701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EC93C9-D9A7-6B46-A68C-A32D66A6E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640C697-7EA2-0CFA-F80F-3CEA68C2C5DA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4868FD0-BDF3-344D-D821-0788777A489C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4C89BC3-8572-1C7E-F05D-C2CAB5497ACD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BEF53219-2910-6CA4-4C03-B1B0F400E2D4}"/>
              </a:ext>
            </a:extLst>
          </p:cNvPr>
          <p:cNvGrpSpPr/>
          <p:nvPr/>
        </p:nvGrpSpPr>
        <p:grpSpPr>
          <a:xfrm>
            <a:off x="2724931" y="2006214"/>
            <a:ext cx="12838139" cy="7103524"/>
            <a:chOff x="0" y="0"/>
            <a:chExt cx="3381238" cy="187088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51823D3-93A3-7A8D-793D-84EF55760E55}"/>
                </a:ext>
              </a:extLst>
            </p:cNvPr>
            <p:cNvSpPr/>
            <p:nvPr/>
          </p:nvSpPr>
          <p:spPr>
            <a:xfrm>
              <a:off x="0" y="0"/>
              <a:ext cx="3381238" cy="1870887"/>
            </a:xfrm>
            <a:custGeom>
              <a:avLst/>
              <a:gdLst/>
              <a:ahLst/>
              <a:cxnLst/>
              <a:rect l="l" t="t" r="r" b="b"/>
              <a:pathLst>
                <a:path w="3381238" h="1870887">
                  <a:moveTo>
                    <a:pt x="12061" y="0"/>
                  </a:moveTo>
                  <a:lnTo>
                    <a:pt x="3369177" y="0"/>
                  </a:lnTo>
                  <a:cubicBezTo>
                    <a:pt x="3375839" y="0"/>
                    <a:pt x="3381238" y="5400"/>
                    <a:pt x="3381238" y="12061"/>
                  </a:cubicBezTo>
                  <a:lnTo>
                    <a:pt x="3381238" y="1858826"/>
                  </a:lnTo>
                  <a:cubicBezTo>
                    <a:pt x="3381238" y="1862025"/>
                    <a:pt x="3379967" y="1865093"/>
                    <a:pt x="3377706" y="1867355"/>
                  </a:cubicBezTo>
                  <a:cubicBezTo>
                    <a:pt x="3375444" y="1869617"/>
                    <a:pt x="3372376" y="1870887"/>
                    <a:pt x="3369177" y="1870887"/>
                  </a:cubicBezTo>
                  <a:lnTo>
                    <a:pt x="12061" y="1870887"/>
                  </a:lnTo>
                  <a:cubicBezTo>
                    <a:pt x="8862" y="1870887"/>
                    <a:pt x="5794" y="1869617"/>
                    <a:pt x="3533" y="1867355"/>
                  </a:cubicBezTo>
                  <a:cubicBezTo>
                    <a:pt x="1271" y="1865093"/>
                    <a:pt x="0" y="1862025"/>
                    <a:pt x="0" y="1858826"/>
                  </a:cubicBezTo>
                  <a:lnTo>
                    <a:pt x="0" y="12061"/>
                  </a:lnTo>
                  <a:cubicBezTo>
                    <a:pt x="0" y="8862"/>
                    <a:pt x="1271" y="5794"/>
                    <a:pt x="3533" y="3533"/>
                  </a:cubicBezTo>
                  <a:cubicBezTo>
                    <a:pt x="5794" y="1271"/>
                    <a:pt x="8862" y="0"/>
                    <a:pt x="1206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H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1B82104F-F16E-1E40-F962-853845013CAB}"/>
                </a:ext>
              </a:extLst>
            </p:cNvPr>
            <p:cNvSpPr txBox="1"/>
            <p:nvPr/>
          </p:nvSpPr>
          <p:spPr>
            <a:xfrm>
              <a:off x="0" y="-38100"/>
              <a:ext cx="3381238" cy="1908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076BD546-C256-D3C8-C236-938F12445BF1}"/>
              </a:ext>
            </a:extLst>
          </p:cNvPr>
          <p:cNvGrpSpPr/>
          <p:nvPr/>
        </p:nvGrpSpPr>
        <p:grpSpPr>
          <a:xfrm>
            <a:off x="4057932" y="1177262"/>
            <a:ext cx="10227067" cy="1680238"/>
            <a:chOff x="0" y="0"/>
            <a:chExt cx="2693549" cy="43665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0CA2B01-7CE4-889C-EFAA-5304AC1030CA}"/>
                </a:ext>
              </a:extLst>
            </p:cNvPr>
            <p:cNvSpPr/>
            <p:nvPr/>
          </p:nvSpPr>
          <p:spPr>
            <a:xfrm>
              <a:off x="0" y="0"/>
              <a:ext cx="2693549" cy="436650"/>
            </a:xfrm>
            <a:custGeom>
              <a:avLst/>
              <a:gdLst/>
              <a:ahLst/>
              <a:cxnLst/>
              <a:rect l="l" t="t" r="r" b="b"/>
              <a:pathLst>
                <a:path w="2693549" h="436650">
                  <a:moveTo>
                    <a:pt x="15140" y="0"/>
                  </a:moveTo>
                  <a:lnTo>
                    <a:pt x="2678409" y="0"/>
                  </a:lnTo>
                  <a:cubicBezTo>
                    <a:pt x="2686770" y="0"/>
                    <a:pt x="2693549" y="6778"/>
                    <a:pt x="2693549" y="15140"/>
                  </a:cubicBezTo>
                  <a:lnTo>
                    <a:pt x="2693549" y="421510"/>
                  </a:lnTo>
                  <a:cubicBezTo>
                    <a:pt x="2693549" y="429872"/>
                    <a:pt x="2686770" y="436650"/>
                    <a:pt x="2678409" y="436650"/>
                  </a:cubicBezTo>
                  <a:lnTo>
                    <a:pt x="15140" y="436650"/>
                  </a:lnTo>
                  <a:cubicBezTo>
                    <a:pt x="6778" y="436650"/>
                    <a:pt x="0" y="429872"/>
                    <a:pt x="0" y="421510"/>
                  </a:cubicBezTo>
                  <a:lnTo>
                    <a:pt x="0" y="15140"/>
                  </a:lnTo>
                  <a:cubicBezTo>
                    <a:pt x="0" y="6778"/>
                    <a:pt x="6778" y="0"/>
                    <a:pt x="15140" y="0"/>
                  </a:cubicBezTo>
                  <a:close/>
                </a:path>
              </a:pathLst>
            </a:custGeom>
            <a:solidFill>
              <a:srgbClr val="223939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8B2F4634-88A9-23F9-6B8F-391B4192A12A}"/>
                </a:ext>
              </a:extLst>
            </p:cNvPr>
            <p:cNvSpPr txBox="1"/>
            <p:nvPr/>
          </p:nvSpPr>
          <p:spPr>
            <a:xfrm>
              <a:off x="0" y="-38100"/>
              <a:ext cx="2693549" cy="474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0AD6C3DF-6380-D0F7-A55D-C89963E1ACBB}"/>
                  </a:ext>
                </a:extLst>
              </p:cNvPr>
              <p:cNvSpPr txBox="1"/>
              <p:nvPr/>
            </p:nvSpPr>
            <p:spPr>
              <a:xfrm>
                <a:off x="4717328" y="4906401"/>
                <a:ext cx="9220200" cy="71814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ts val="5599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H" sz="12000" b="0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pPr>
                        <m:e>
                          <m:r>
                            <a:rPr lang="en-PH" sz="12000" b="0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𝑥</m:t>
                          </m:r>
                        </m:e>
                        <m:sup>
                          <m:r>
                            <a:rPr lang="en-PH" sz="12000" b="0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2</m:t>
                          </m:r>
                        </m:sup>
                      </m:sSup>
                      <m:r>
                        <a:rPr lang="en-PH" sz="12000" b="0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+14</m:t>
                      </m:r>
                      <m:r>
                        <a:rPr lang="en-PH" sz="12000" b="0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𝑥</m:t>
                      </m:r>
                    </m:oMath>
                  </m:oMathPara>
                </a14:m>
                <a:endParaRPr lang="en-US" sz="12000" dirty="0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 xmlns=""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0AD6C3DF-6380-D0F7-A55D-C89963E1AC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7328" y="4906401"/>
                <a:ext cx="9220200" cy="718145"/>
              </a:xfrm>
              <a:prstGeom prst="rect">
                <a:avLst/>
              </a:prstGeom>
              <a:blipFill>
                <a:blip r:embed="rId4"/>
                <a:stretch>
                  <a:fillRect t="-145763" b="-2796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Freeform 14">
            <a:extLst>
              <a:ext uri="{FF2B5EF4-FFF2-40B4-BE49-F238E27FC236}">
                <a16:creationId xmlns:a16="http://schemas.microsoft.com/office/drawing/2014/main" id="{C8680BE7-E3D1-462C-316A-19EA9F7B3433}"/>
              </a:ext>
            </a:extLst>
          </p:cNvPr>
          <p:cNvSpPr/>
          <p:nvPr/>
        </p:nvSpPr>
        <p:spPr>
          <a:xfrm flipH="1">
            <a:off x="591571" y="7621139"/>
            <a:ext cx="2206441" cy="2312109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11" name="TextBox 19">
            <a:extLst>
              <a:ext uri="{FF2B5EF4-FFF2-40B4-BE49-F238E27FC236}">
                <a16:creationId xmlns:a16="http://schemas.microsoft.com/office/drawing/2014/main" id="{65ADCAD6-DEFB-6F48-ED7F-B6F8C63B1FD7}"/>
              </a:ext>
            </a:extLst>
          </p:cNvPr>
          <p:cNvSpPr txBox="1"/>
          <p:nvPr/>
        </p:nvSpPr>
        <p:spPr>
          <a:xfrm>
            <a:off x="4717328" y="1394897"/>
            <a:ext cx="8990186" cy="981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4500" dirty="0">
                <a:solidFill>
                  <a:srgbClr val="E1E1E1"/>
                </a:solidFill>
                <a:latin typeface="Bugaki"/>
                <a:ea typeface="Bugaki"/>
                <a:cs typeface="Bugaki"/>
                <a:sym typeface="Bugaki"/>
              </a:rPr>
              <a:t>Complete the square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C595FBE-446E-FD7C-2F25-593BE63DA730}"/>
                  </a:ext>
                </a:extLst>
              </p:cNvPr>
              <p:cNvSpPr txBox="1"/>
              <p:nvPr/>
            </p:nvSpPr>
            <p:spPr>
              <a:xfrm>
                <a:off x="4117192" y="7008069"/>
                <a:ext cx="9916773" cy="71814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ts val="5599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H" sz="1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pPr>
                        <m:e>
                          <m:r>
                            <a:rPr lang="en-PH" sz="1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𝑥</m:t>
                          </m:r>
                        </m:e>
                        <m:sup>
                          <m:r>
                            <a:rPr lang="en-PH" sz="1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2</m:t>
                          </m:r>
                        </m:sup>
                      </m:sSup>
                      <m:r>
                        <a:rPr lang="en-PH" sz="1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+14</m:t>
                      </m:r>
                      <m:r>
                        <a:rPr lang="en-PH" sz="1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𝑥</m:t>
                      </m:r>
                      <m:r>
                        <a:rPr lang="en-PH" sz="1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+49</m:t>
                      </m:r>
                    </m:oMath>
                  </m:oMathPara>
                </a14:m>
                <a:endParaRPr lang="en-US" sz="12000" dirty="0">
                  <a:solidFill>
                    <a:srgbClr val="FF0000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C595FBE-446E-FD7C-2F25-593BE63DA7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192" y="7008069"/>
                <a:ext cx="9916773" cy="718145"/>
              </a:xfrm>
              <a:prstGeom prst="rect">
                <a:avLst/>
              </a:prstGeom>
              <a:blipFill>
                <a:blip r:embed="rId6"/>
                <a:stretch>
                  <a:fillRect t="-147009" r="-5040" b="-3162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54366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067E29-12B2-3A1C-9448-B9ADD390F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4BFB63D-BF9F-1D74-5779-450085D50AEF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5086E5A-72AE-4E6A-E743-6FD1FE7CBBA9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BACA762-BE5E-C61D-52E2-3EC83C3D059D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6A0707CE-D732-04BF-11A8-066223022878}"/>
              </a:ext>
            </a:extLst>
          </p:cNvPr>
          <p:cNvGrpSpPr/>
          <p:nvPr/>
        </p:nvGrpSpPr>
        <p:grpSpPr>
          <a:xfrm>
            <a:off x="2724931" y="2006214"/>
            <a:ext cx="12838139" cy="7103524"/>
            <a:chOff x="0" y="0"/>
            <a:chExt cx="3381238" cy="187088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793B9B2-A8EE-E33B-29C4-2EC3FD9AB986}"/>
                </a:ext>
              </a:extLst>
            </p:cNvPr>
            <p:cNvSpPr/>
            <p:nvPr/>
          </p:nvSpPr>
          <p:spPr>
            <a:xfrm>
              <a:off x="0" y="0"/>
              <a:ext cx="3381238" cy="1870887"/>
            </a:xfrm>
            <a:custGeom>
              <a:avLst/>
              <a:gdLst/>
              <a:ahLst/>
              <a:cxnLst/>
              <a:rect l="l" t="t" r="r" b="b"/>
              <a:pathLst>
                <a:path w="3381238" h="1870887">
                  <a:moveTo>
                    <a:pt x="12061" y="0"/>
                  </a:moveTo>
                  <a:lnTo>
                    <a:pt x="3369177" y="0"/>
                  </a:lnTo>
                  <a:cubicBezTo>
                    <a:pt x="3375839" y="0"/>
                    <a:pt x="3381238" y="5400"/>
                    <a:pt x="3381238" y="12061"/>
                  </a:cubicBezTo>
                  <a:lnTo>
                    <a:pt x="3381238" y="1858826"/>
                  </a:lnTo>
                  <a:cubicBezTo>
                    <a:pt x="3381238" y="1862025"/>
                    <a:pt x="3379967" y="1865093"/>
                    <a:pt x="3377706" y="1867355"/>
                  </a:cubicBezTo>
                  <a:cubicBezTo>
                    <a:pt x="3375444" y="1869617"/>
                    <a:pt x="3372376" y="1870887"/>
                    <a:pt x="3369177" y="1870887"/>
                  </a:cubicBezTo>
                  <a:lnTo>
                    <a:pt x="12061" y="1870887"/>
                  </a:lnTo>
                  <a:cubicBezTo>
                    <a:pt x="8862" y="1870887"/>
                    <a:pt x="5794" y="1869617"/>
                    <a:pt x="3533" y="1867355"/>
                  </a:cubicBezTo>
                  <a:cubicBezTo>
                    <a:pt x="1271" y="1865093"/>
                    <a:pt x="0" y="1862025"/>
                    <a:pt x="0" y="1858826"/>
                  </a:cubicBezTo>
                  <a:lnTo>
                    <a:pt x="0" y="12061"/>
                  </a:lnTo>
                  <a:cubicBezTo>
                    <a:pt x="0" y="8862"/>
                    <a:pt x="1271" y="5794"/>
                    <a:pt x="3533" y="3533"/>
                  </a:cubicBezTo>
                  <a:cubicBezTo>
                    <a:pt x="5794" y="1271"/>
                    <a:pt x="8862" y="0"/>
                    <a:pt x="1206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H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AFADF93C-B860-0BE6-1747-F37236A11F78}"/>
                </a:ext>
              </a:extLst>
            </p:cNvPr>
            <p:cNvSpPr txBox="1"/>
            <p:nvPr/>
          </p:nvSpPr>
          <p:spPr>
            <a:xfrm>
              <a:off x="0" y="-38100"/>
              <a:ext cx="3381238" cy="1908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293C05C-546C-44DE-21F3-5B9E73A5C297}"/>
              </a:ext>
            </a:extLst>
          </p:cNvPr>
          <p:cNvGrpSpPr/>
          <p:nvPr/>
        </p:nvGrpSpPr>
        <p:grpSpPr>
          <a:xfrm>
            <a:off x="4057932" y="1177262"/>
            <a:ext cx="10227067" cy="1680238"/>
            <a:chOff x="0" y="0"/>
            <a:chExt cx="2693549" cy="43665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62833E7-8C07-0B1A-8CE2-A01207AB939A}"/>
                </a:ext>
              </a:extLst>
            </p:cNvPr>
            <p:cNvSpPr/>
            <p:nvPr/>
          </p:nvSpPr>
          <p:spPr>
            <a:xfrm>
              <a:off x="0" y="0"/>
              <a:ext cx="2693549" cy="436650"/>
            </a:xfrm>
            <a:custGeom>
              <a:avLst/>
              <a:gdLst/>
              <a:ahLst/>
              <a:cxnLst/>
              <a:rect l="l" t="t" r="r" b="b"/>
              <a:pathLst>
                <a:path w="2693549" h="436650">
                  <a:moveTo>
                    <a:pt x="15140" y="0"/>
                  </a:moveTo>
                  <a:lnTo>
                    <a:pt x="2678409" y="0"/>
                  </a:lnTo>
                  <a:cubicBezTo>
                    <a:pt x="2686770" y="0"/>
                    <a:pt x="2693549" y="6778"/>
                    <a:pt x="2693549" y="15140"/>
                  </a:cubicBezTo>
                  <a:lnTo>
                    <a:pt x="2693549" y="421510"/>
                  </a:lnTo>
                  <a:cubicBezTo>
                    <a:pt x="2693549" y="429872"/>
                    <a:pt x="2686770" y="436650"/>
                    <a:pt x="2678409" y="436650"/>
                  </a:cubicBezTo>
                  <a:lnTo>
                    <a:pt x="15140" y="436650"/>
                  </a:lnTo>
                  <a:cubicBezTo>
                    <a:pt x="6778" y="436650"/>
                    <a:pt x="0" y="429872"/>
                    <a:pt x="0" y="421510"/>
                  </a:cubicBezTo>
                  <a:lnTo>
                    <a:pt x="0" y="15140"/>
                  </a:lnTo>
                  <a:cubicBezTo>
                    <a:pt x="0" y="6778"/>
                    <a:pt x="6778" y="0"/>
                    <a:pt x="15140" y="0"/>
                  </a:cubicBezTo>
                  <a:close/>
                </a:path>
              </a:pathLst>
            </a:custGeom>
            <a:solidFill>
              <a:srgbClr val="223939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0BB2658A-56D8-6FCE-B14C-1B993C6E0B25}"/>
                </a:ext>
              </a:extLst>
            </p:cNvPr>
            <p:cNvSpPr txBox="1"/>
            <p:nvPr/>
          </p:nvSpPr>
          <p:spPr>
            <a:xfrm>
              <a:off x="0" y="-38100"/>
              <a:ext cx="2693549" cy="474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F3295AE2-9730-6E8A-7AED-B6B2CFFA8260}"/>
                  </a:ext>
                </a:extLst>
              </p:cNvPr>
              <p:cNvSpPr txBox="1"/>
              <p:nvPr/>
            </p:nvSpPr>
            <p:spPr>
              <a:xfrm>
                <a:off x="4733370" y="5265473"/>
                <a:ext cx="9220200" cy="71814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ts val="5599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H" sz="12000" b="0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pPr>
                        <m:e>
                          <m:r>
                            <a:rPr lang="en-PH" sz="12000" b="0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𝑥</m:t>
                          </m:r>
                        </m:e>
                        <m:sup>
                          <m:r>
                            <a:rPr lang="en-PH" sz="12000" b="0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2</m:t>
                          </m:r>
                        </m:sup>
                      </m:sSup>
                      <m:r>
                        <a:rPr lang="en-PH" sz="12000" b="0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+3</m:t>
                      </m:r>
                      <m:r>
                        <a:rPr lang="en-PH" sz="12000" b="0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𝑥</m:t>
                      </m:r>
                    </m:oMath>
                  </m:oMathPara>
                </a14:m>
                <a:endParaRPr lang="en-US" sz="12000" dirty="0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 xmlns=""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F3295AE2-9730-6E8A-7AED-B6B2CFFA82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3370" y="5265473"/>
                <a:ext cx="9220200" cy="718145"/>
              </a:xfrm>
              <a:prstGeom prst="rect">
                <a:avLst/>
              </a:prstGeom>
              <a:blipFill>
                <a:blip r:embed="rId4"/>
                <a:stretch>
                  <a:fillRect t="-145763" b="-3050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Freeform 14">
            <a:extLst>
              <a:ext uri="{FF2B5EF4-FFF2-40B4-BE49-F238E27FC236}">
                <a16:creationId xmlns:a16="http://schemas.microsoft.com/office/drawing/2014/main" id="{14BD1ED0-DBDC-C3AD-1A76-C9C0A713BE4E}"/>
              </a:ext>
            </a:extLst>
          </p:cNvPr>
          <p:cNvSpPr/>
          <p:nvPr/>
        </p:nvSpPr>
        <p:spPr>
          <a:xfrm flipH="1">
            <a:off x="591571" y="7621139"/>
            <a:ext cx="2206441" cy="2312109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11" name="TextBox 19">
            <a:extLst>
              <a:ext uri="{FF2B5EF4-FFF2-40B4-BE49-F238E27FC236}">
                <a16:creationId xmlns:a16="http://schemas.microsoft.com/office/drawing/2014/main" id="{38FBD7D0-F1CF-4F54-AAE2-F2E2D3816D61}"/>
              </a:ext>
            </a:extLst>
          </p:cNvPr>
          <p:cNvSpPr txBox="1"/>
          <p:nvPr/>
        </p:nvSpPr>
        <p:spPr>
          <a:xfrm>
            <a:off x="4717328" y="1394897"/>
            <a:ext cx="8990186" cy="981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4500" dirty="0">
                <a:solidFill>
                  <a:srgbClr val="E1E1E1"/>
                </a:solidFill>
                <a:latin typeface="Bugaki"/>
                <a:ea typeface="Bugaki"/>
                <a:cs typeface="Bugaki"/>
                <a:sym typeface="Bugaki"/>
              </a:rPr>
              <a:t>Complete the square</a:t>
            </a:r>
          </a:p>
        </p:txBody>
      </p:sp>
    </p:spTree>
    <p:extLst>
      <p:ext uri="{BB962C8B-B14F-4D97-AF65-F5344CB8AC3E}">
        <p14:creationId xmlns:p14="http://schemas.microsoft.com/office/powerpoint/2010/main" val="13924726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9EF250-B88A-36AE-EFC4-348F10DF5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B6BB1FD-78BE-5BB5-B9A3-445A754F5162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DC5C5F7-5122-6895-3AD2-1B45F63D798D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66B74CD-6E2C-EC3A-DFD3-D6BB5AA84146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760A5D5-90FD-6DC9-882D-97E0ED2D257F}"/>
              </a:ext>
            </a:extLst>
          </p:cNvPr>
          <p:cNvGrpSpPr/>
          <p:nvPr/>
        </p:nvGrpSpPr>
        <p:grpSpPr>
          <a:xfrm>
            <a:off x="2724931" y="2006214"/>
            <a:ext cx="12838139" cy="7103524"/>
            <a:chOff x="0" y="0"/>
            <a:chExt cx="3381238" cy="187088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C2F86A93-BA17-3332-C7FD-AD8174951CA6}"/>
                </a:ext>
              </a:extLst>
            </p:cNvPr>
            <p:cNvSpPr/>
            <p:nvPr/>
          </p:nvSpPr>
          <p:spPr>
            <a:xfrm>
              <a:off x="0" y="0"/>
              <a:ext cx="3381238" cy="1870887"/>
            </a:xfrm>
            <a:custGeom>
              <a:avLst/>
              <a:gdLst/>
              <a:ahLst/>
              <a:cxnLst/>
              <a:rect l="l" t="t" r="r" b="b"/>
              <a:pathLst>
                <a:path w="3381238" h="1870887">
                  <a:moveTo>
                    <a:pt x="12061" y="0"/>
                  </a:moveTo>
                  <a:lnTo>
                    <a:pt x="3369177" y="0"/>
                  </a:lnTo>
                  <a:cubicBezTo>
                    <a:pt x="3375839" y="0"/>
                    <a:pt x="3381238" y="5400"/>
                    <a:pt x="3381238" y="12061"/>
                  </a:cubicBezTo>
                  <a:lnTo>
                    <a:pt x="3381238" y="1858826"/>
                  </a:lnTo>
                  <a:cubicBezTo>
                    <a:pt x="3381238" y="1862025"/>
                    <a:pt x="3379967" y="1865093"/>
                    <a:pt x="3377706" y="1867355"/>
                  </a:cubicBezTo>
                  <a:cubicBezTo>
                    <a:pt x="3375444" y="1869617"/>
                    <a:pt x="3372376" y="1870887"/>
                    <a:pt x="3369177" y="1870887"/>
                  </a:cubicBezTo>
                  <a:lnTo>
                    <a:pt x="12061" y="1870887"/>
                  </a:lnTo>
                  <a:cubicBezTo>
                    <a:pt x="8862" y="1870887"/>
                    <a:pt x="5794" y="1869617"/>
                    <a:pt x="3533" y="1867355"/>
                  </a:cubicBezTo>
                  <a:cubicBezTo>
                    <a:pt x="1271" y="1865093"/>
                    <a:pt x="0" y="1862025"/>
                    <a:pt x="0" y="1858826"/>
                  </a:cubicBezTo>
                  <a:lnTo>
                    <a:pt x="0" y="12061"/>
                  </a:lnTo>
                  <a:cubicBezTo>
                    <a:pt x="0" y="8862"/>
                    <a:pt x="1271" y="5794"/>
                    <a:pt x="3533" y="3533"/>
                  </a:cubicBezTo>
                  <a:cubicBezTo>
                    <a:pt x="5794" y="1271"/>
                    <a:pt x="8862" y="0"/>
                    <a:pt x="1206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H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CE8447B-B3B6-E987-8527-631FC4B3F289}"/>
                </a:ext>
              </a:extLst>
            </p:cNvPr>
            <p:cNvSpPr txBox="1"/>
            <p:nvPr/>
          </p:nvSpPr>
          <p:spPr>
            <a:xfrm>
              <a:off x="0" y="-38100"/>
              <a:ext cx="3381238" cy="1908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560BF235-DDA3-8909-37BE-730E9A0853D5}"/>
              </a:ext>
            </a:extLst>
          </p:cNvPr>
          <p:cNvGrpSpPr/>
          <p:nvPr/>
        </p:nvGrpSpPr>
        <p:grpSpPr>
          <a:xfrm>
            <a:off x="4057932" y="1177262"/>
            <a:ext cx="10227067" cy="1680238"/>
            <a:chOff x="0" y="0"/>
            <a:chExt cx="2693549" cy="43665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31C6FE91-254C-A755-2C8F-4C73B222EB51}"/>
                </a:ext>
              </a:extLst>
            </p:cNvPr>
            <p:cNvSpPr/>
            <p:nvPr/>
          </p:nvSpPr>
          <p:spPr>
            <a:xfrm>
              <a:off x="0" y="0"/>
              <a:ext cx="2693549" cy="436650"/>
            </a:xfrm>
            <a:custGeom>
              <a:avLst/>
              <a:gdLst/>
              <a:ahLst/>
              <a:cxnLst/>
              <a:rect l="l" t="t" r="r" b="b"/>
              <a:pathLst>
                <a:path w="2693549" h="436650">
                  <a:moveTo>
                    <a:pt x="15140" y="0"/>
                  </a:moveTo>
                  <a:lnTo>
                    <a:pt x="2678409" y="0"/>
                  </a:lnTo>
                  <a:cubicBezTo>
                    <a:pt x="2686770" y="0"/>
                    <a:pt x="2693549" y="6778"/>
                    <a:pt x="2693549" y="15140"/>
                  </a:cubicBezTo>
                  <a:lnTo>
                    <a:pt x="2693549" y="421510"/>
                  </a:lnTo>
                  <a:cubicBezTo>
                    <a:pt x="2693549" y="429872"/>
                    <a:pt x="2686770" y="436650"/>
                    <a:pt x="2678409" y="436650"/>
                  </a:cubicBezTo>
                  <a:lnTo>
                    <a:pt x="15140" y="436650"/>
                  </a:lnTo>
                  <a:cubicBezTo>
                    <a:pt x="6778" y="436650"/>
                    <a:pt x="0" y="429872"/>
                    <a:pt x="0" y="421510"/>
                  </a:cubicBezTo>
                  <a:lnTo>
                    <a:pt x="0" y="15140"/>
                  </a:lnTo>
                  <a:cubicBezTo>
                    <a:pt x="0" y="6778"/>
                    <a:pt x="6778" y="0"/>
                    <a:pt x="15140" y="0"/>
                  </a:cubicBezTo>
                  <a:close/>
                </a:path>
              </a:pathLst>
            </a:custGeom>
            <a:solidFill>
              <a:srgbClr val="223939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3F81000F-FC72-08B4-728E-366A2EB9B955}"/>
                </a:ext>
              </a:extLst>
            </p:cNvPr>
            <p:cNvSpPr txBox="1"/>
            <p:nvPr/>
          </p:nvSpPr>
          <p:spPr>
            <a:xfrm>
              <a:off x="0" y="-38100"/>
              <a:ext cx="2693549" cy="474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E239B0C2-5A23-5091-7354-5523FA975120}"/>
                  </a:ext>
                </a:extLst>
              </p:cNvPr>
              <p:cNvSpPr txBox="1"/>
              <p:nvPr/>
            </p:nvSpPr>
            <p:spPr>
              <a:xfrm>
                <a:off x="4717328" y="5017168"/>
                <a:ext cx="9220200" cy="71814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ts val="5599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H" sz="12000" b="0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pPr>
                        <m:e>
                          <m:r>
                            <a:rPr lang="en-PH" sz="12000" b="0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𝑥</m:t>
                          </m:r>
                        </m:e>
                        <m:sup>
                          <m:r>
                            <a:rPr lang="en-PH" sz="12000" b="0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2</m:t>
                          </m:r>
                        </m:sup>
                      </m:sSup>
                      <m:r>
                        <a:rPr lang="en-PH" sz="12000" b="0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+3</m:t>
                      </m:r>
                      <m:r>
                        <a:rPr lang="en-PH" sz="12000" b="0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𝑥</m:t>
                      </m:r>
                    </m:oMath>
                  </m:oMathPara>
                </a14:m>
                <a:endParaRPr lang="en-US" sz="12000" dirty="0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 xmlns=""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E239B0C2-5A23-5091-7354-5523FA9751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7328" y="5017168"/>
                <a:ext cx="9220200" cy="718145"/>
              </a:xfrm>
              <a:prstGeom prst="rect">
                <a:avLst/>
              </a:prstGeom>
              <a:blipFill>
                <a:blip r:embed="rId4"/>
                <a:stretch>
                  <a:fillRect t="-144915" b="-3050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Freeform 14">
            <a:extLst>
              <a:ext uri="{FF2B5EF4-FFF2-40B4-BE49-F238E27FC236}">
                <a16:creationId xmlns:a16="http://schemas.microsoft.com/office/drawing/2014/main" id="{6BB965D5-344B-51E8-1D06-A3380DB74A50}"/>
              </a:ext>
            </a:extLst>
          </p:cNvPr>
          <p:cNvSpPr/>
          <p:nvPr/>
        </p:nvSpPr>
        <p:spPr>
          <a:xfrm flipH="1">
            <a:off x="591571" y="7621139"/>
            <a:ext cx="2206441" cy="2312109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11" name="TextBox 19">
            <a:extLst>
              <a:ext uri="{FF2B5EF4-FFF2-40B4-BE49-F238E27FC236}">
                <a16:creationId xmlns:a16="http://schemas.microsoft.com/office/drawing/2014/main" id="{46FE315A-C127-FE3B-057D-6686EE3DBE51}"/>
              </a:ext>
            </a:extLst>
          </p:cNvPr>
          <p:cNvSpPr txBox="1"/>
          <p:nvPr/>
        </p:nvSpPr>
        <p:spPr>
          <a:xfrm>
            <a:off x="4717328" y="1394897"/>
            <a:ext cx="8990186" cy="981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4500" dirty="0">
                <a:solidFill>
                  <a:srgbClr val="E1E1E1"/>
                </a:solidFill>
                <a:latin typeface="Bugaki"/>
                <a:ea typeface="Bugaki"/>
                <a:cs typeface="Bugaki"/>
                <a:sym typeface="Bugaki"/>
              </a:rPr>
              <a:t>Complete the square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A425CFD-3AB0-DD9F-348F-71D8EA0B8976}"/>
                  </a:ext>
                </a:extLst>
              </p:cNvPr>
              <p:cNvSpPr txBox="1"/>
              <p:nvPr/>
            </p:nvSpPr>
            <p:spPr>
              <a:xfrm>
                <a:off x="4717328" y="7262066"/>
                <a:ext cx="9220200" cy="71814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ts val="5599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H" sz="9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pPr>
                        <m:e>
                          <m:r>
                            <a:rPr lang="en-PH" sz="9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𝑥</m:t>
                          </m:r>
                        </m:e>
                        <m:sup>
                          <m:r>
                            <a:rPr lang="en-PH" sz="9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2</m:t>
                          </m:r>
                        </m:sup>
                      </m:sSup>
                      <m:r>
                        <a:rPr lang="en-PH" sz="9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+3</m:t>
                      </m:r>
                      <m:r>
                        <a:rPr lang="en-PH" sz="9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𝑥</m:t>
                      </m:r>
                      <m:r>
                        <a:rPr lang="en-PH" sz="9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+</m:t>
                      </m:r>
                      <m:f>
                        <m:fPr>
                          <m:ctrlPr>
                            <a:rPr lang="en-PH" sz="9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fPr>
                        <m:num>
                          <m:r>
                            <a:rPr lang="en-PH" sz="9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9</m:t>
                          </m:r>
                        </m:num>
                        <m:den>
                          <m:r>
                            <a:rPr lang="en-PH" sz="9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9000" dirty="0">
                  <a:solidFill>
                    <a:srgbClr val="FF0000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A425CFD-3AB0-DD9F-348F-71D8EA0B8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7328" y="7262066"/>
                <a:ext cx="9220200" cy="718145"/>
              </a:xfrm>
              <a:prstGeom prst="rect">
                <a:avLst/>
              </a:prstGeom>
              <a:blipFill>
                <a:blip r:embed="rId6"/>
                <a:stretch>
                  <a:fillRect t="-197458" b="-116949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51550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8F4D81-22B3-309C-6728-3FABE87E4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69CA894-9465-4C95-FDBA-775D232E917D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5189A0D-51B6-A1C3-9495-3803965488F3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BFC9EC8-F77F-90B7-8D97-49DE20659CD8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8555EF7C-E120-F49F-F0E1-216C9F548105}"/>
              </a:ext>
            </a:extLst>
          </p:cNvPr>
          <p:cNvGrpSpPr/>
          <p:nvPr/>
        </p:nvGrpSpPr>
        <p:grpSpPr>
          <a:xfrm>
            <a:off x="591571" y="1333499"/>
            <a:ext cx="17104858" cy="8336767"/>
            <a:chOff x="0" y="0"/>
            <a:chExt cx="3381238" cy="187088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E8C247A-1785-E0E1-0CAB-E85FA46B7A7E}"/>
                </a:ext>
              </a:extLst>
            </p:cNvPr>
            <p:cNvSpPr/>
            <p:nvPr/>
          </p:nvSpPr>
          <p:spPr>
            <a:xfrm>
              <a:off x="0" y="0"/>
              <a:ext cx="3381238" cy="1870887"/>
            </a:xfrm>
            <a:custGeom>
              <a:avLst/>
              <a:gdLst/>
              <a:ahLst/>
              <a:cxnLst/>
              <a:rect l="l" t="t" r="r" b="b"/>
              <a:pathLst>
                <a:path w="3381238" h="1870887">
                  <a:moveTo>
                    <a:pt x="12061" y="0"/>
                  </a:moveTo>
                  <a:lnTo>
                    <a:pt x="3369177" y="0"/>
                  </a:lnTo>
                  <a:cubicBezTo>
                    <a:pt x="3375839" y="0"/>
                    <a:pt x="3381238" y="5400"/>
                    <a:pt x="3381238" y="12061"/>
                  </a:cubicBezTo>
                  <a:lnTo>
                    <a:pt x="3381238" y="1858826"/>
                  </a:lnTo>
                  <a:cubicBezTo>
                    <a:pt x="3381238" y="1862025"/>
                    <a:pt x="3379967" y="1865093"/>
                    <a:pt x="3377706" y="1867355"/>
                  </a:cubicBezTo>
                  <a:cubicBezTo>
                    <a:pt x="3375444" y="1869617"/>
                    <a:pt x="3372376" y="1870887"/>
                    <a:pt x="3369177" y="1870887"/>
                  </a:cubicBezTo>
                  <a:lnTo>
                    <a:pt x="12061" y="1870887"/>
                  </a:lnTo>
                  <a:cubicBezTo>
                    <a:pt x="8862" y="1870887"/>
                    <a:pt x="5794" y="1869617"/>
                    <a:pt x="3533" y="1867355"/>
                  </a:cubicBezTo>
                  <a:cubicBezTo>
                    <a:pt x="1271" y="1865093"/>
                    <a:pt x="0" y="1862025"/>
                    <a:pt x="0" y="1858826"/>
                  </a:cubicBezTo>
                  <a:lnTo>
                    <a:pt x="0" y="12061"/>
                  </a:lnTo>
                  <a:cubicBezTo>
                    <a:pt x="0" y="8862"/>
                    <a:pt x="1271" y="5794"/>
                    <a:pt x="3533" y="3533"/>
                  </a:cubicBezTo>
                  <a:cubicBezTo>
                    <a:pt x="5794" y="1271"/>
                    <a:pt x="8862" y="0"/>
                    <a:pt x="1206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H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DE6BD41-2134-F1CD-54DD-E5025D08428C}"/>
                </a:ext>
              </a:extLst>
            </p:cNvPr>
            <p:cNvSpPr txBox="1"/>
            <p:nvPr/>
          </p:nvSpPr>
          <p:spPr>
            <a:xfrm>
              <a:off x="0" y="-38100"/>
              <a:ext cx="3381238" cy="1908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E5D90604-86DD-3EB2-1F31-2BE0F2B33EC5}"/>
              </a:ext>
            </a:extLst>
          </p:cNvPr>
          <p:cNvGrpSpPr/>
          <p:nvPr/>
        </p:nvGrpSpPr>
        <p:grpSpPr>
          <a:xfrm>
            <a:off x="2506821" y="333715"/>
            <a:ext cx="13411200" cy="1527838"/>
            <a:chOff x="0" y="0"/>
            <a:chExt cx="2693549" cy="43665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1A50489-C571-84BF-ADA8-4B6F094DC901}"/>
                </a:ext>
              </a:extLst>
            </p:cNvPr>
            <p:cNvSpPr/>
            <p:nvPr/>
          </p:nvSpPr>
          <p:spPr>
            <a:xfrm>
              <a:off x="0" y="0"/>
              <a:ext cx="2693549" cy="436650"/>
            </a:xfrm>
            <a:custGeom>
              <a:avLst/>
              <a:gdLst/>
              <a:ahLst/>
              <a:cxnLst/>
              <a:rect l="l" t="t" r="r" b="b"/>
              <a:pathLst>
                <a:path w="2693549" h="436650">
                  <a:moveTo>
                    <a:pt x="15140" y="0"/>
                  </a:moveTo>
                  <a:lnTo>
                    <a:pt x="2678409" y="0"/>
                  </a:lnTo>
                  <a:cubicBezTo>
                    <a:pt x="2686770" y="0"/>
                    <a:pt x="2693549" y="6778"/>
                    <a:pt x="2693549" y="15140"/>
                  </a:cubicBezTo>
                  <a:lnTo>
                    <a:pt x="2693549" y="421510"/>
                  </a:lnTo>
                  <a:cubicBezTo>
                    <a:pt x="2693549" y="429872"/>
                    <a:pt x="2686770" y="436650"/>
                    <a:pt x="2678409" y="436650"/>
                  </a:cubicBezTo>
                  <a:lnTo>
                    <a:pt x="15140" y="436650"/>
                  </a:lnTo>
                  <a:cubicBezTo>
                    <a:pt x="6778" y="436650"/>
                    <a:pt x="0" y="429872"/>
                    <a:pt x="0" y="421510"/>
                  </a:cubicBezTo>
                  <a:lnTo>
                    <a:pt x="0" y="15140"/>
                  </a:lnTo>
                  <a:cubicBezTo>
                    <a:pt x="0" y="6778"/>
                    <a:pt x="6778" y="0"/>
                    <a:pt x="15140" y="0"/>
                  </a:cubicBezTo>
                  <a:close/>
                </a:path>
              </a:pathLst>
            </a:custGeom>
            <a:solidFill>
              <a:srgbClr val="223939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50E0C81C-AA4B-F1CE-5126-299015EA2A74}"/>
                </a:ext>
              </a:extLst>
            </p:cNvPr>
            <p:cNvSpPr txBox="1"/>
            <p:nvPr/>
          </p:nvSpPr>
          <p:spPr>
            <a:xfrm>
              <a:off x="0" y="-38100"/>
              <a:ext cx="2693549" cy="474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9">
            <a:extLst>
              <a:ext uri="{FF2B5EF4-FFF2-40B4-BE49-F238E27FC236}">
                <a16:creationId xmlns:a16="http://schemas.microsoft.com/office/drawing/2014/main" id="{D4EEF3B7-B0F8-4170-5202-9DE22F4D676C}"/>
              </a:ext>
            </a:extLst>
          </p:cNvPr>
          <p:cNvSpPr txBox="1"/>
          <p:nvPr/>
        </p:nvSpPr>
        <p:spPr>
          <a:xfrm>
            <a:off x="4018283" y="616733"/>
            <a:ext cx="10388275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4000" dirty="0">
                <a:solidFill>
                  <a:srgbClr val="E1E1E1"/>
                </a:solidFill>
                <a:latin typeface="Bugaki"/>
                <a:ea typeface="Bugaki"/>
                <a:cs typeface="Bugaki"/>
                <a:sym typeface="Bugaki"/>
              </a:rPr>
              <a:t>Steps in Completing the Square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F424405-188C-C7D8-F651-2A4289CA618C}"/>
                  </a:ext>
                </a:extLst>
              </p:cNvPr>
              <p:cNvSpPr txBox="1"/>
              <p:nvPr/>
            </p:nvSpPr>
            <p:spPr>
              <a:xfrm>
                <a:off x="1080431" y="2144571"/>
                <a:ext cx="15990296" cy="7104189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ct val="150000"/>
                  </a:lnSpc>
                </a:pPr>
                <a:r>
                  <a:rPr lang="en-US" sz="4000" dirty="0">
                    <a:solidFill>
                      <a:srgbClr val="C00000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Step 1. </a:t>
                </a:r>
                <a:r>
                  <a:rPr lang="en-US" sz="4000" dirty="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Write the terms with variables on one side of the equation.</a:t>
                </a:r>
              </a:p>
              <a:p>
                <a:pPr marL="431799" lvl="1" algn="just">
                  <a:lnSpc>
                    <a:spcPct val="150000"/>
                  </a:lnSpc>
                </a:pPr>
                <a:r>
                  <a:rPr lang="en-US" sz="4000" dirty="0">
                    <a:solidFill>
                      <a:srgbClr val="C00000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Step 2. </a:t>
                </a:r>
                <a:r>
                  <a:rPr lang="en-US" sz="4000" dirty="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Arrange the terms in descending order.</a:t>
                </a:r>
              </a:p>
              <a:p>
                <a:pPr marL="431799" lvl="1" algn="just">
                  <a:lnSpc>
                    <a:spcPct val="150000"/>
                  </a:lnSpc>
                </a:pPr>
                <a:r>
                  <a:rPr lang="en-US" sz="4000" dirty="0">
                    <a:solidFill>
                      <a:srgbClr val="C00000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Step 3. </a:t>
                </a:r>
                <a:r>
                  <a:rPr lang="en-US" sz="4000" dirty="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If the coefficient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000" i="1" dirty="0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</m:ctrlPr>
                      </m:sSupPr>
                      <m:e>
                        <m:r>
                          <a:rPr lang="en-US" sz="4000" i="1" dirty="0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𝑥</m:t>
                        </m:r>
                      </m:e>
                      <m:sup>
                        <m:r>
                          <a:rPr lang="en-US" sz="4000" i="1" dirty="0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2</m:t>
                        </m:r>
                      </m:sup>
                    </m:sSup>
                    <m:r>
                      <a:rPr lang="en-US" sz="4000" i="1" dirty="0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 </m:t>
                    </m:r>
                  </m:oMath>
                </a14:m>
                <a:r>
                  <a:rPr lang="en-US" sz="4000" dirty="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is not </a:t>
                </a:r>
                <a14:m>
                  <m:oMath xmlns:m="http://schemas.openxmlformats.org/officeDocument/2006/math">
                    <m:r>
                      <a:rPr lang="en-PH" sz="40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1</m:t>
                    </m:r>
                  </m:oMath>
                </a14:m>
                <a:r>
                  <a:rPr lang="en-US" sz="4000" dirty="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, divide both sides by the coefficient.</a:t>
                </a:r>
              </a:p>
              <a:p>
                <a:pPr marL="431799" lvl="1" algn="just">
                  <a:lnSpc>
                    <a:spcPct val="150000"/>
                  </a:lnSpc>
                </a:pPr>
                <a:r>
                  <a:rPr lang="en-US" sz="4000" dirty="0">
                    <a:solidFill>
                      <a:srgbClr val="C00000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Step 4</a:t>
                </a:r>
                <a:r>
                  <a:rPr lang="en-US" sz="4000" dirty="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. Add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PH" sz="4000" b="0" i="1" dirty="0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PH" sz="4000" b="0" i="1" dirty="0" smtClean="0">
                                <a:solidFill>
                                  <a:srgbClr val="1C2B2B"/>
                                </a:solidFill>
                                <a:latin typeface="Cambria Math" panose="02040503050406030204" pitchFamily="18" charset="0"/>
                                <a:ea typeface="Monterchi"/>
                                <a:cs typeface="Monterchi"/>
                                <a:sym typeface="Monterchi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PH" sz="4000" b="0" i="1" dirty="0" smtClean="0">
                                    <a:solidFill>
                                      <a:srgbClr val="1C2B2B"/>
                                    </a:solidFill>
                                    <a:latin typeface="Cambria Math" panose="02040503050406030204" pitchFamily="18" charset="0"/>
                                    <a:ea typeface="Monterchi"/>
                                    <a:cs typeface="Monterchi"/>
                                    <a:sym typeface="Monterchi"/>
                                  </a:rPr>
                                </m:ctrlPr>
                              </m:fPr>
                              <m:num>
                                <m:r>
                                  <a:rPr lang="en-PH" sz="4000" b="0" i="1" dirty="0" smtClean="0">
                                    <a:solidFill>
                                      <a:srgbClr val="1C2B2B"/>
                                    </a:solidFill>
                                    <a:latin typeface="Cambria Math" panose="02040503050406030204" pitchFamily="18" charset="0"/>
                                    <a:ea typeface="Monterchi"/>
                                    <a:cs typeface="Monterchi"/>
                                    <a:sym typeface="Monterchi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PH" sz="4000" b="0" i="1" dirty="0" smtClean="0">
                                    <a:solidFill>
                                      <a:srgbClr val="1C2B2B"/>
                                    </a:solidFill>
                                    <a:latin typeface="Cambria Math" panose="02040503050406030204" pitchFamily="18" charset="0"/>
                                    <a:ea typeface="Monterchi"/>
                                    <a:cs typeface="Monterchi"/>
                                    <a:sym typeface="Monterchi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PH" sz="4000" b="0" i="1" dirty="0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4000" dirty="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to both sides of the equation to complete the square.</a:t>
                </a:r>
              </a:p>
              <a:p>
                <a:pPr marL="431799" lvl="1" algn="just">
                  <a:lnSpc>
                    <a:spcPct val="150000"/>
                  </a:lnSpc>
                </a:pPr>
                <a:r>
                  <a:rPr lang="en-US" sz="4000" dirty="0">
                    <a:solidFill>
                      <a:srgbClr val="C00000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Step 5</a:t>
                </a:r>
                <a:r>
                  <a:rPr lang="en-US" sz="4000" dirty="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. Factor the perfect square trinomial on one side. Simplify the expression on the other side.</a:t>
                </a:r>
              </a:p>
              <a:p>
                <a:pPr marL="431799" lvl="1" algn="just">
                  <a:lnSpc>
                    <a:spcPct val="150000"/>
                  </a:lnSpc>
                </a:pPr>
                <a:r>
                  <a:rPr lang="en-US" sz="4000" dirty="0">
                    <a:solidFill>
                      <a:srgbClr val="C00000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Step 6. </a:t>
                </a:r>
                <a:r>
                  <a:rPr lang="en-US" sz="4000" dirty="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Take the square roots of both sides and solve for x.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F424405-188C-C7D8-F651-2A4289CA61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431" y="2144571"/>
                <a:ext cx="15990296" cy="7104189"/>
              </a:xfrm>
              <a:prstGeom prst="rect">
                <a:avLst/>
              </a:prstGeom>
              <a:blipFill>
                <a:blip r:embed="rId4"/>
                <a:stretch>
                  <a:fillRect r="-1944" b="-334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94358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B5B238-C470-F663-DD5D-2A0F6C878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CF7CB44-0367-F046-605C-94E60182F112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9FF053B-B064-CFB6-199E-56CD6B4732F6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2A17C5E-EDCA-6E93-2518-898682CD9C0F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37F5CE64-CA44-EB47-8BC3-FB2C4B671922}"/>
              </a:ext>
            </a:extLst>
          </p:cNvPr>
          <p:cNvGrpSpPr/>
          <p:nvPr/>
        </p:nvGrpSpPr>
        <p:grpSpPr>
          <a:xfrm>
            <a:off x="794233" y="1797727"/>
            <a:ext cx="16358720" cy="7917773"/>
            <a:chOff x="0" y="0"/>
            <a:chExt cx="2137363" cy="174791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8855003-0FA9-D69F-4953-ED59BCFC0808}"/>
                </a:ext>
              </a:extLst>
            </p:cNvPr>
            <p:cNvSpPr/>
            <p:nvPr/>
          </p:nvSpPr>
          <p:spPr>
            <a:xfrm>
              <a:off x="0" y="0"/>
              <a:ext cx="2137363" cy="1747915"/>
            </a:xfrm>
            <a:custGeom>
              <a:avLst/>
              <a:gdLst/>
              <a:ahLst/>
              <a:cxnLst/>
              <a:rect l="l" t="t" r="r" b="b"/>
              <a:pathLst>
                <a:path w="2137363" h="1747915">
                  <a:moveTo>
                    <a:pt x="19080" y="0"/>
                  </a:moveTo>
                  <a:lnTo>
                    <a:pt x="2118283" y="0"/>
                  </a:lnTo>
                  <a:cubicBezTo>
                    <a:pt x="2123343" y="0"/>
                    <a:pt x="2128196" y="2010"/>
                    <a:pt x="2131775" y="5588"/>
                  </a:cubicBezTo>
                  <a:cubicBezTo>
                    <a:pt x="2135353" y="9167"/>
                    <a:pt x="2137363" y="14020"/>
                    <a:pt x="2137363" y="19080"/>
                  </a:cubicBezTo>
                  <a:lnTo>
                    <a:pt x="2137363" y="1728835"/>
                  </a:lnTo>
                  <a:cubicBezTo>
                    <a:pt x="2137363" y="1739373"/>
                    <a:pt x="2128821" y="1747915"/>
                    <a:pt x="2118283" y="1747915"/>
                  </a:cubicBezTo>
                  <a:lnTo>
                    <a:pt x="19080" y="1747915"/>
                  </a:lnTo>
                  <a:cubicBezTo>
                    <a:pt x="8542" y="1747915"/>
                    <a:pt x="0" y="1739373"/>
                    <a:pt x="0" y="1728835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FDFCFB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E265F57-CBD3-003B-F262-79D6E86C6D19}"/>
                </a:ext>
              </a:extLst>
            </p:cNvPr>
            <p:cNvSpPr txBox="1"/>
            <p:nvPr/>
          </p:nvSpPr>
          <p:spPr>
            <a:xfrm>
              <a:off x="0" y="-38100"/>
              <a:ext cx="2137363" cy="178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85DCCD8C-70DE-9D36-2ECA-354917ABA7BB}"/>
              </a:ext>
            </a:extLst>
          </p:cNvPr>
          <p:cNvGrpSpPr/>
          <p:nvPr/>
        </p:nvGrpSpPr>
        <p:grpSpPr>
          <a:xfrm>
            <a:off x="3352800" y="1181100"/>
            <a:ext cx="11793534" cy="1798097"/>
            <a:chOff x="0" y="0"/>
            <a:chExt cx="4075175" cy="754931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7775D9AA-47D0-2EDE-ACDF-5A8E7E3111DF}"/>
                </a:ext>
              </a:extLst>
            </p:cNvPr>
            <p:cNvSpPr/>
            <p:nvPr/>
          </p:nvSpPr>
          <p:spPr>
            <a:xfrm>
              <a:off x="0" y="0"/>
              <a:ext cx="4075175" cy="754931"/>
            </a:xfrm>
            <a:custGeom>
              <a:avLst/>
              <a:gdLst/>
              <a:ahLst/>
              <a:cxnLst/>
              <a:rect l="l" t="t" r="r" b="b"/>
              <a:pathLst>
                <a:path w="4075175" h="754931">
                  <a:moveTo>
                    <a:pt x="10007" y="0"/>
                  </a:moveTo>
                  <a:lnTo>
                    <a:pt x="4065168" y="0"/>
                  </a:lnTo>
                  <a:cubicBezTo>
                    <a:pt x="4067822" y="0"/>
                    <a:pt x="4070367" y="1054"/>
                    <a:pt x="4072244" y="2931"/>
                  </a:cubicBezTo>
                  <a:cubicBezTo>
                    <a:pt x="4074121" y="4808"/>
                    <a:pt x="4075175" y="7353"/>
                    <a:pt x="4075175" y="10007"/>
                  </a:cubicBezTo>
                  <a:lnTo>
                    <a:pt x="4075175" y="744924"/>
                  </a:lnTo>
                  <a:cubicBezTo>
                    <a:pt x="4075175" y="750451"/>
                    <a:pt x="4070695" y="754931"/>
                    <a:pt x="4065168" y="754931"/>
                  </a:cubicBezTo>
                  <a:lnTo>
                    <a:pt x="10007" y="754931"/>
                  </a:lnTo>
                  <a:cubicBezTo>
                    <a:pt x="4480" y="754931"/>
                    <a:pt x="0" y="750451"/>
                    <a:pt x="0" y="744924"/>
                  </a:cubicBezTo>
                  <a:lnTo>
                    <a:pt x="0" y="10007"/>
                  </a:lnTo>
                  <a:cubicBezTo>
                    <a:pt x="0" y="4480"/>
                    <a:pt x="4480" y="0"/>
                    <a:pt x="10007" y="0"/>
                  </a:cubicBezTo>
                  <a:close/>
                </a:path>
              </a:pathLst>
            </a:custGeom>
            <a:solidFill>
              <a:srgbClr val="A8BDA0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D70A145D-9B8D-255D-31CD-74FC165EC941}"/>
                </a:ext>
              </a:extLst>
            </p:cNvPr>
            <p:cNvSpPr txBox="1"/>
            <p:nvPr/>
          </p:nvSpPr>
          <p:spPr>
            <a:xfrm>
              <a:off x="0" y="-38100"/>
              <a:ext cx="4075175" cy="7930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734A01E6-D985-5CE8-140F-09170C6B5C15}"/>
              </a:ext>
            </a:extLst>
          </p:cNvPr>
          <p:cNvSpPr txBox="1"/>
          <p:nvPr/>
        </p:nvSpPr>
        <p:spPr>
          <a:xfrm>
            <a:off x="3073245" y="1867178"/>
            <a:ext cx="12141509" cy="884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PH" sz="9000" b="1" dirty="0">
                <a:solidFill>
                  <a:srgbClr val="1C2B2B"/>
                </a:solidFill>
                <a:latin typeface="Monterchi"/>
                <a:ea typeface="Monterchi"/>
                <a:cs typeface="Monterchi"/>
                <a:sym typeface="Monterchi"/>
              </a:rPr>
              <a:t>Let’s Try This!</a:t>
            </a:r>
            <a:endParaRPr lang="en-US" sz="9000" b="1" dirty="0">
              <a:solidFill>
                <a:srgbClr val="1C2B2B"/>
              </a:solidFill>
              <a:latin typeface="Monterchi"/>
              <a:ea typeface="Monterchi"/>
              <a:cs typeface="Monterchi"/>
              <a:sym typeface="Monterch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4ADE086A-5B7F-56F0-78CB-0F1C7F67BCC6}"/>
                  </a:ext>
                </a:extLst>
              </p:cNvPr>
              <p:cNvSpPr txBox="1"/>
              <p:nvPr/>
            </p:nvSpPr>
            <p:spPr>
              <a:xfrm>
                <a:off x="4266356" y="4604337"/>
                <a:ext cx="9618446" cy="2077492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85772" lvl="1"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H" sz="9000" b="0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pPr>
                        <m:e>
                          <m:r>
                            <a:rPr lang="en-PH" sz="9000" b="0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𝑥</m:t>
                          </m:r>
                        </m:e>
                        <m:sup>
                          <m:r>
                            <a:rPr lang="en-PH" sz="9000" b="0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2</m:t>
                          </m:r>
                        </m:sup>
                      </m:sSup>
                      <m:r>
                        <a:rPr lang="en-PH" sz="9000" b="0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+4</m:t>
                      </m:r>
                      <m:r>
                        <a:rPr lang="en-PH" sz="9000" b="0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𝑥</m:t>
                      </m:r>
                      <m:r>
                        <a:rPr lang="en-PH" sz="9000" b="0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+1=0</m:t>
                      </m:r>
                    </m:oMath>
                  </m:oMathPara>
                </a14:m>
                <a:endParaRPr lang="en-PH" sz="9000" b="0" dirty="0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 xmlns=""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4ADE086A-5B7F-56F0-78CB-0F1C7F67BC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6356" y="4604337"/>
                <a:ext cx="9618446" cy="20774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74151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99D33-1D01-656D-1A53-F7D659FCE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A880C32-C7A4-D32D-0995-22C91A2BD7B7}"/>
              </a:ext>
            </a:extLst>
          </p:cNvPr>
          <p:cNvGrpSpPr/>
          <p:nvPr/>
        </p:nvGrpSpPr>
        <p:grpSpPr>
          <a:xfrm>
            <a:off x="-8212277" y="0"/>
            <a:ext cx="34712554" cy="8772618"/>
            <a:chOff x="0" y="0"/>
            <a:chExt cx="46283405" cy="1169682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D4C1E1F-2DE1-2310-FCCC-CF8138212C19}"/>
                </a:ext>
              </a:extLst>
            </p:cNvPr>
            <p:cNvSpPr/>
            <p:nvPr/>
          </p:nvSpPr>
          <p:spPr>
            <a:xfrm>
              <a:off x="0" y="0"/>
              <a:ext cx="23219500" cy="11696823"/>
            </a:xfrm>
            <a:custGeom>
              <a:avLst/>
              <a:gdLst/>
              <a:ahLst/>
              <a:cxnLst/>
              <a:rect l="l" t="t" r="r" b="b"/>
              <a:pathLst>
                <a:path w="23219500" h="11696823">
                  <a:moveTo>
                    <a:pt x="0" y="0"/>
                  </a:moveTo>
                  <a:lnTo>
                    <a:pt x="23219500" y="0"/>
                  </a:lnTo>
                  <a:lnTo>
                    <a:pt x="23219500" y="11696823"/>
                  </a:lnTo>
                  <a:lnTo>
                    <a:pt x="0" y="11696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056A583-1841-AD28-A4E3-D87811F197CB}"/>
                </a:ext>
              </a:extLst>
            </p:cNvPr>
            <p:cNvSpPr/>
            <p:nvPr/>
          </p:nvSpPr>
          <p:spPr>
            <a:xfrm>
              <a:off x="23063905" y="0"/>
              <a:ext cx="23219500" cy="11696823"/>
            </a:xfrm>
            <a:custGeom>
              <a:avLst/>
              <a:gdLst/>
              <a:ahLst/>
              <a:cxnLst/>
              <a:rect l="l" t="t" r="r" b="b"/>
              <a:pathLst>
                <a:path w="23219500" h="11696823">
                  <a:moveTo>
                    <a:pt x="0" y="0"/>
                  </a:moveTo>
                  <a:lnTo>
                    <a:pt x="23219500" y="0"/>
                  </a:lnTo>
                  <a:lnTo>
                    <a:pt x="23219500" y="11696823"/>
                  </a:lnTo>
                  <a:lnTo>
                    <a:pt x="0" y="11696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6D7E1CA9-8400-9A73-4EAD-439891C34AB6}"/>
              </a:ext>
            </a:extLst>
          </p:cNvPr>
          <p:cNvGrpSpPr/>
          <p:nvPr/>
        </p:nvGrpSpPr>
        <p:grpSpPr>
          <a:xfrm>
            <a:off x="0" y="8710751"/>
            <a:ext cx="18288000" cy="1015907"/>
            <a:chOff x="0" y="0"/>
            <a:chExt cx="4816593" cy="54186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299FCA8-A8DF-980B-A9C8-0876262CE887}"/>
                </a:ext>
              </a:extLst>
            </p:cNvPr>
            <p:cNvSpPr/>
            <p:nvPr/>
          </p:nvSpPr>
          <p:spPr>
            <a:xfrm>
              <a:off x="0" y="0"/>
              <a:ext cx="4816592" cy="541866"/>
            </a:xfrm>
            <a:custGeom>
              <a:avLst/>
              <a:gdLst/>
              <a:ahLst/>
              <a:cxnLst/>
              <a:rect l="l" t="t" r="r" b="b"/>
              <a:pathLst>
                <a:path w="4816592" h="541866">
                  <a:moveTo>
                    <a:pt x="0" y="0"/>
                  </a:moveTo>
                  <a:lnTo>
                    <a:pt x="4816592" y="0"/>
                  </a:lnTo>
                  <a:lnTo>
                    <a:pt x="4816592" y="541866"/>
                  </a:lnTo>
                  <a:lnTo>
                    <a:pt x="0" y="541866"/>
                  </a:lnTo>
                  <a:close/>
                </a:path>
              </a:pathLst>
            </a:custGeom>
            <a:solidFill>
              <a:srgbClr val="1C2B2B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C3DD610-5A07-6BAC-10AA-3FDE9D14982A}"/>
                </a:ext>
              </a:extLst>
            </p:cNvPr>
            <p:cNvSpPr txBox="1"/>
            <p:nvPr/>
          </p:nvSpPr>
          <p:spPr>
            <a:xfrm>
              <a:off x="0" y="-38100"/>
              <a:ext cx="4816593" cy="579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FEB50B6A-7D7D-F882-D26A-828C94F0CC62}"/>
              </a:ext>
            </a:extLst>
          </p:cNvPr>
          <p:cNvSpPr/>
          <p:nvPr/>
        </p:nvSpPr>
        <p:spPr>
          <a:xfrm>
            <a:off x="15958052" y="7149589"/>
            <a:ext cx="2081754" cy="2261641"/>
          </a:xfrm>
          <a:custGeom>
            <a:avLst/>
            <a:gdLst/>
            <a:ahLst/>
            <a:cxnLst/>
            <a:rect l="l" t="t" r="r" b="b"/>
            <a:pathLst>
              <a:path w="1948919" h="2057400">
                <a:moveTo>
                  <a:pt x="0" y="0"/>
                </a:moveTo>
                <a:lnTo>
                  <a:pt x="1948919" y="0"/>
                </a:lnTo>
                <a:lnTo>
                  <a:pt x="1948919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F2D3369-19A5-53FF-33F4-2E0554501611}"/>
              </a:ext>
            </a:extLst>
          </p:cNvPr>
          <p:cNvSpPr txBox="1"/>
          <p:nvPr/>
        </p:nvSpPr>
        <p:spPr>
          <a:xfrm>
            <a:off x="1943642" y="2310629"/>
            <a:ext cx="14517412" cy="4616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5000" dirty="0">
                <a:solidFill>
                  <a:srgbClr val="223939"/>
                </a:solidFill>
                <a:latin typeface="Borsok"/>
                <a:ea typeface="Borsok"/>
                <a:cs typeface="Borsok"/>
                <a:sym typeface="Borsok"/>
              </a:rPr>
              <a:t>Let’s practice!</a:t>
            </a:r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E730A4D3-B696-C373-A010-60197B4D371C}"/>
              </a:ext>
            </a:extLst>
          </p:cNvPr>
          <p:cNvSpPr/>
          <p:nvPr/>
        </p:nvSpPr>
        <p:spPr>
          <a:xfrm flipH="1">
            <a:off x="228600" y="7326878"/>
            <a:ext cx="2081754" cy="2055732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4732405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907DE2-CBEE-9BAD-D1A2-087C067C6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B5AE8F8-4F38-5721-EAAB-1791BF25D74F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E1F41CF-AA89-0A33-06D4-7510CA415EEC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8E98AF7-EFFF-42E5-9806-E1D5375E3A54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883BF1F-B3F2-B999-A2DC-41FC5D47F32A}"/>
              </a:ext>
            </a:extLst>
          </p:cNvPr>
          <p:cNvGrpSpPr/>
          <p:nvPr/>
        </p:nvGrpSpPr>
        <p:grpSpPr>
          <a:xfrm>
            <a:off x="2724931" y="1177261"/>
            <a:ext cx="12838139" cy="7932477"/>
            <a:chOff x="2724931" y="1177261"/>
            <a:chExt cx="12838139" cy="7932477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2514FF2A-585E-8D76-D4AA-36E88C6690BB}"/>
                </a:ext>
              </a:extLst>
            </p:cNvPr>
            <p:cNvGrpSpPr/>
            <p:nvPr/>
          </p:nvGrpSpPr>
          <p:grpSpPr>
            <a:xfrm>
              <a:off x="2724931" y="1861553"/>
              <a:ext cx="12838139" cy="7248185"/>
              <a:chOff x="0" y="-38100"/>
              <a:chExt cx="3381238" cy="1908987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9E555D86-DDA9-4836-7747-0C5E008585B1}"/>
                  </a:ext>
                </a:extLst>
              </p:cNvPr>
              <p:cNvSpPr/>
              <p:nvPr/>
            </p:nvSpPr>
            <p:spPr>
              <a:xfrm>
                <a:off x="0" y="0"/>
                <a:ext cx="3381238" cy="1870887"/>
              </a:xfrm>
              <a:custGeom>
                <a:avLst/>
                <a:gdLst/>
                <a:ahLst/>
                <a:cxnLst/>
                <a:rect l="l" t="t" r="r" b="b"/>
                <a:pathLst>
                  <a:path w="3381238" h="1870887">
                    <a:moveTo>
                      <a:pt x="12061" y="0"/>
                    </a:moveTo>
                    <a:lnTo>
                      <a:pt x="3369177" y="0"/>
                    </a:lnTo>
                    <a:cubicBezTo>
                      <a:pt x="3375839" y="0"/>
                      <a:pt x="3381238" y="5400"/>
                      <a:pt x="3381238" y="12061"/>
                    </a:cubicBezTo>
                    <a:lnTo>
                      <a:pt x="3381238" y="1858826"/>
                    </a:lnTo>
                    <a:cubicBezTo>
                      <a:pt x="3381238" y="1862025"/>
                      <a:pt x="3379967" y="1865093"/>
                      <a:pt x="3377706" y="1867355"/>
                    </a:cubicBezTo>
                    <a:cubicBezTo>
                      <a:pt x="3375444" y="1869617"/>
                      <a:pt x="3372376" y="1870887"/>
                      <a:pt x="3369177" y="1870887"/>
                    </a:cubicBezTo>
                    <a:lnTo>
                      <a:pt x="12061" y="1870887"/>
                    </a:lnTo>
                    <a:cubicBezTo>
                      <a:pt x="8862" y="1870887"/>
                      <a:pt x="5794" y="1869617"/>
                      <a:pt x="3533" y="1867355"/>
                    </a:cubicBezTo>
                    <a:cubicBezTo>
                      <a:pt x="1271" y="1865093"/>
                      <a:pt x="0" y="1862025"/>
                      <a:pt x="0" y="1858826"/>
                    </a:cubicBezTo>
                    <a:lnTo>
                      <a:pt x="0" y="12061"/>
                    </a:lnTo>
                    <a:cubicBezTo>
                      <a:pt x="0" y="8862"/>
                      <a:pt x="1271" y="5794"/>
                      <a:pt x="3533" y="3533"/>
                    </a:cubicBezTo>
                    <a:cubicBezTo>
                      <a:pt x="5794" y="1271"/>
                      <a:pt x="8862" y="0"/>
                      <a:pt x="12061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68A64C72-72C3-89DE-41AC-48D65CCE5FB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381238" cy="19089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8E608459-61E3-2C73-0F3E-07C74BA59AF6}"/>
                </a:ext>
              </a:extLst>
            </p:cNvPr>
            <p:cNvGrpSpPr/>
            <p:nvPr/>
          </p:nvGrpSpPr>
          <p:grpSpPr>
            <a:xfrm>
              <a:off x="4057932" y="1177261"/>
              <a:ext cx="10227067" cy="1657907"/>
              <a:chOff x="0" y="0"/>
              <a:chExt cx="2693549" cy="436650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809A2D9D-57B7-676D-531E-0BAE7917D210}"/>
                  </a:ext>
                </a:extLst>
              </p:cNvPr>
              <p:cNvSpPr/>
              <p:nvPr/>
            </p:nvSpPr>
            <p:spPr>
              <a:xfrm>
                <a:off x="0" y="0"/>
                <a:ext cx="2693549" cy="436650"/>
              </a:xfrm>
              <a:custGeom>
                <a:avLst/>
                <a:gdLst/>
                <a:ahLst/>
                <a:cxnLst/>
                <a:rect l="l" t="t" r="r" b="b"/>
                <a:pathLst>
                  <a:path w="2693549" h="436650">
                    <a:moveTo>
                      <a:pt x="15140" y="0"/>
                    </a:moveTo>
                    <a:lnTo>
                      <a:pt x="2678409" y="0"/>
                    </a:lnTo>
                    <a:cubicBezTo>
                      <a:pt x="2686770" y="0"/>
                      <a:pt x="2693549" y="6778"/>
                      <a:pt x="2693549" y="15140"/>
                    </a:cubicBezTo>
                    <a:lnTo>
                      <a:pt x="2693549" y="421510"/>
                    </a:lnTo>
                    <a:cubicBezTo>
                      <a:pt x="2693549" y="429872"/>
                      <a:pt x="2686770" y="436650"/>
                      <a:pt x="2678409" y="436650"/>
                    </a:cubicBezTo>
                    <a:lnTo>
                      <a:pt x="15140" y="436650"/>
                    </a:lnTo>
                    <a:cubicBezTo>
                      <a:pt x="6778" y="436650"/>
                      <a:pt x="0" y="429872"/>
                      <a:pt x="0" y="421510"/>
                    </a:cubicBezTo>
                    <a:lnTo>
                      <a:pt x="0" y="15140"/>
                    </a:lnTo>
                    <a:cubicBezTo>
                      <a:pt x="0" y="6778"/>
                      <a:pt x="6778" y="0"/>
                      <a:pt x="15140" y="0"/>
                    </a:cubicBezTo>
                    <a:close/>
                  </a:path>
                </a:pathLst>
              </a:custGeom>
              <a:solidFill>
                <a:srgbClr val="223939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8FE299F3-C007-89D9-5B70-F3EE1B74E2A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693549" cy="4747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AD3B0328-2B37-534A-048D-64BFA95C5755}"/>
                </a:ext>
              </a:extLst>
            </p:cNvPr>
            <p:cNvSpPr txBox="1"/>
            <p:nvPr/>
          </p:nvSpPr>
          <p:spPr>
            <a:xfrm>
              <a:off x="2996795" y="3441912"/>
              <a:ext cx="11862205" cy="143629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31799" lvl="1" algn="just">
                <a:lnSpc>
                  <a:spcPts val="5599"/>
                </a:lnSpc>
              </a:pPr>
              <a:r>
                <a:rPr lang="en-US" sz="4000" dirty="0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rPr>
                <a:t>Study the lesson on Completing the Square in your Mathematics textbook (Pages 9–12).</a:t>
              </a:r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03ED4D44-FE11-B7F9-DF65-3E249F1623E0}"/>
                </a:ext>
              </a:extLst>
            </p:cNvPr>
            <p:cNvSpPr txBox="1"/>
            <p:nvPr/>
          </p:nvSpPr>
          <p:spPr>
            <a:xfrm>
              <a:off x="4334551" y="1414511"/>
              <a:ext cx="9655072" cy="10387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399"/>
                </a:lnSpc>
              </a:pPr>
              <a:r>
                <a:rPr lang="en-US" sz="5999">
                  <a:solidFill>
                    <a:srgbClr val="E1E1E1"/>
                  </a:solidFill>
                  <a:latin typeface="Bugaki"/>
                  <a:ea typeface="Bugaki"/>
                  <a:cs typeface="Bugaki"/>
                  <a:sym typeface="Bugaki"/>
                </a:rPr>
                <a:t>Book Activity </a:t>
              </a:r>
              <a:endParaRPr lang="en-US" sz="5999" dirty="0">
                <a:solidFill>
                  <a:srgbClr val="E1E1E1"/>
                </a:solidFill>
                <a:latin typeface="Bugaki"/>
                <a:ea typeface="Bugaki"/>
                <a:cs typeface="Bugaki"/>
                <a:sym typeface="Bugaki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8">
                <a:extLst>
                  <a:ext uri="{FF2B5EF4-FFF2-40B4-BE49-F238E27FC236}">
                    <a16:creationId xmlns:a16="http://schemas.microsoft.com/office/drawing/2014/main" id="{CB256607-7075-D2E1-DA71-003536170955}"/>
                  </a:ext>
                </a:extLst>
              </p:cNvPr>
              <p:cNvSpPr txBox="1"/>
              <p:nvPr/>
            </p:nvSpPr>
            <p:spPr>
              <a:xfrm>
                <a:off x="3429000" y="4049249"/>
                <a:ext cx="9448800" cy="2815001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971545" lvl="1" indent="-485773">
                  <a:lnSpc>
                    <a:spcPct val="150000"/>
                  </a:lnSpc>
                  <a:buFont typeface="Arial"/>
                  <a:buChar char="•"/>
                </a:pPr>
                <a:endParaRPr/>
              </a:p>
              <a:p>
                <a:pPr marL="971545" lvl="1" indent="-485773">
                  <a:lnSpc>
                    <a:spcPct val="150000"/>
                  </a:lnSpc>
                  <a:buFont typeface="Arial"/>
                  <a:buChar char="•"/>
                </a:pPr>
                <a:endParaRPr/>
              </a:p>
            </p:txBody>
          </p:sp>
        </mc:Choice>
        <mc:Fallback xmlns="">
          <p:sp>
            <p:nvSpPr>
              <p:cNvPr id="11" name="TextBox 18">
                <a:extLst>
                  <a:ext uri="{FF2B5EF4-FFF2-40B4-BE49-F238E27FC236}">
                    <a16:creationId xmlns:a16="http://schemas.microsoft.com/office/drawing/2014/main" id="{CB256607-7075-D2E1-DA71-0035361709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4049249"/>
                <a:ext cx="9448800" cy="28150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3EBB7DB4-4421-84DB-FEC6-250CB6062D78}"/>
              </a:ext>
            </a:extLst>
          </p:cNvPr>
          <p:cNvSpPr txBox="1"/>
          <p:nvPr/>
        </p:nvSpPr>
        <p:spPr>
          <a:xfrm>
            <a:off x="2979378" y="5459910"/>
            <a:ext cx="11862205" cy="14362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799" lvl="1" algn="just">
              <a:lnSpc>
                <a:spcPts val="5599"/>
              </a:lnSpc>
            </a:pPr>
            <a:r>
              <a:rPr lang="en-US" sz="4000" dirty="0">
                <a:solidFill>
                  <a:srgbClr val="1C2B2B"/>
                </a:solidFill>
                <a:latin typeface="Monterchi"/>
                <a:ea typeface="Monterchi"/>
                <a:cs typeface="Monterchi"/>
                <a:sym typeface="Monterchi"/>
              </a:rPr>
              <a:t>After studying the lesson, answer Mental Math C on Page 17 as your practice exercise.</a:t>
            </a:r>
          </a:p>
        </p:txBody>
      </p:sp>
    </p:spTree>
    <p:extLst>
      <p:ext uri="{BB962C8B-B14F-4D97-AF65-F5344CB8AC3E}">
        <p14:creationId xmlns:p14="http://schemas.microsoft.com/office/powerpoint/2010/main" val="8320797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3F65ED-992A-2CF9-148F-B6D640C74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BB2BFA6-65BE-0562-73D3-FEEDD0B1754B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6F5E841-67DB-95E9-C74E-5A15C8D4DF88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746BAF1-C009-B2F9-EDDE-C68E42ABDAA7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5BE4C466-268C-0B4D-E706-6BE14BA94BF7}"/>
              </a:ext>
            </a:extLst>
          </p:cNvPr>
          <p:cNvGrpSpPr/>
          <p:nvPr/>
        </p:nvGrpSpPr>
        <p:grpSpPr>
          <a:xfrm>
            <a:off x="1729664" y="1722124"/>
            <a:ext cx="13868398" cy="6469375"/>
            <a:chOff x="-185845" y="-38100"/>
            <a:chExt cx="3652582" cy="20166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30D706B-CC05-7618-BD8A-161E96611906}"/>
                </a:ext>
              </a:extLst>
            </p:cNvPr>
            <p:cNvSpPr/>
            <p:nvPr/>
          </p:nvSpPr>
          <p:spPr>
            <a:xfrm>
              <a:off x="-185845" y="69605"/>
              <a:ext cx="3652582" cy="1908987"/>
            </a:xfrm>
            <a:custGeom>
              <a:avLst/>
              <a:gdLst/>
              <a:ahLst/>
              <a:cxnLst/>
              <a:rect l="l" t="t" r="r" b="b"/>
              <a:pathLst>
                <a:path w="3381238" h="1870887">
                  <a:moveTo>
                    <a:pt x="12061" y="0"/>
                  </a:moveTo>
                  <a:lnTo>
                    <a:pt x="3369177" y="0"/>
                  </a:lnTo>
                  <a:cubicBezTo>
                    <a:pt x="3375839" y="0"/>
                    <a:pt x="3381238" y="5400"/>
                    <a:pt x="3381238" y="12061"/>
                  </a:cubicBezTo>
                  <a:lnTo>
                    <a:pt x="3381238" y="1858826"/>
                  </a:lnTo>
                  <a:cubicBezTo>
                    <a:pt x="3381238" y="1862025"/>
                    <a:pt x="3379967" y="1865093"/>
                    <a:pt x="3377706" y="1867355"/>
                  </a:cubicBezTo>
                  <a:cubicBezTo>
                    <a:pt x="3375444" y="1869617"/>
                    <a:pt x="3372376" y="1870887"/>
                    <a:pt x="3369177" y="1870887"/>
                  </a:cubicBezTo>
                  <a:lnTo>
                    <a:pt x="12061" y="1870887"/>
                  </a:lnTo>
                  <a:cubicBezTo>
                    <a:pt x="8862" y="1870887"/>
                    <a:pt x="5794" y="1869617"/>
                    <a:pt x="3533" y="1867355"/>
                  </a:cubicBezTo>
                  <a:cubicBezTo>
                    <a:pt x="1271" y="1865093"/>
                    <a:pt x="0" y="1862025"/>
                    <a:pt x="0" y="1858826"/>
                  </a:cubicBezTo>
                  <a:lnTo>
                    <a:pt x="0" y="12061"/>
                  </a:lnTo>
                  <a:cubicBezTo>
                    <a:pt x="0" y="8862"/>
                    <a:pt x="1271" y="5794"/>
                    <a:pt x="3533" y="3533"/>
                  </a:cubicBezTo>
                  <a:cubicBezTo>
                    <a:pt x="5794" y="1271"/>
                    <a:pt x="8862" y="0"/>
                    <a:pt x="1206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7091297-E924-B672-72EF-5B304AD9652C}"/>
                </a:ext>
              </a:extLst>
            </p:cNvPr>
            <p:cNvSpPr txBox="1"/>
            <p:nvPr/>
          </p:nvSpPr>
          <p:spPr>
            <a:xfrm>
              <a:off x="0" y="-38100"/>
              <a:ext cx="3381238" cy="1908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C5C3C0A-093A-D71D-B225-C16CB9D77590}"/>
              </a:ext>
            </a:extLst>
          </p:cNvPr>
          <p:cNvGrpSpPr/>
          <p:nvPr/>
        </p:nvGrpSpPr>
        <p:grpSpPr>
          <a:xfrm>
            <a:off x="3676048" y="1152244"/>
            <a:ext cx="10227067" cy="1575865"/>
            <a:chOff x="0" y="0"/>
            <a:chExt cx="2693549" cy="43665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373C0480-906B-2F91-521F-13DCCF5E64BB}"/>
                </a:ext>
              </a:extLst>
            </p:cNvPr>
            <p:cNvSpPr/>
            <p:nvPr/>
          </p:nvSpPr>
          <p:spPr>
            <a:xfrm>
              <a:off x="0" y="0"/>
              <a:ext cx="2693549" cy="436650"/>
            </a:xfrm>
            <a:custGeom>
              <a:avLst/>
              <a:gdLst/>
              <a:ahLst/>
              <a:cxnLst/>
              <a:rect l="l" t="t" r="r" b="b"/>
              <a:pathLst>
                <a:path w="2693549" h="436650">
                  <a:moveTo>
                    <a:pt x="15140" y="0"/>
                  </a:moveTo>
                  <a:lnTo>
                    <a:pt x="2678409" y="0"/>
                  </a:lnTo>
                  <a:cubicBezTo>
                    <a:pt x="2686770" y="0"/>
                    <a:pt x="2693549" y="6778"/>
                    <a:pt x="2693549" y="15140"/>
                  </a:cubicBezTo>
                  <a:lnTo>
                    <a:pt x="2693549" y="421510"/>
                  </a:lnTo>
                  <a:cubicBezTo>
                    <a:pt x="2693549" y="429872"/>
                    <a:pt x="2686770" y="436650"/>
                    <a:pt x="2678409" y="436650"/>
                  </a:cubicBezTo>
                  <a:lnTo>
                    <a:pt x="15140" y="436650"/>
                  </a:lnTo>
                  <a:cubicBezTo>
                    <a:pt x="6778" y="436650"/>
                    <a:pt x="0" y="429872"/>
                    <a:pt x="0" y="421510"/>
                  </a:cubicBezTo>
                  <a:lnTo>
                    <a:pt x="0" y="15140"/>
                  </a:lnTo>
                  <a:cubicBezTo>
                    <a:pt x="0" y="6778"/>
                    <a:pt x="6778" y="0"/>
                    <a:pt x="15140" y="0"/>
                  </a:cubicBezTo>
                  <a:close/>
                </a:path>
              </a:pathLst>
            </a:custGeom>
            <a:solidFill>
              <a:srgbClr val="223939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8BD5F17-4C99-11FC-FD70-6A3174052F1D}"/>
                </a:ext>
              </a:extLst>
            </p:cNvPr>
            <p:cNvSpPr txBox="1"/>
            <p:nvPr/>
          </p:nvSpPr>
          <p:spPr>
            <a:xfrm>
              <a:off x="0" y="-38100"/>
              <a:ext cx="2693549" cy="474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498175F6-7D8A-8CEA-E301-AF906551403D}"/>
              </a:ext>
            </a:extLst>
          </p:cNvPr>
          <p:cNvSpPr txBox="1"/>
          <p:nvPr/>
        </p:nvSpPr>
        <p:spPr>
          <a:xfrm>
            <a:off x="1594815" y="2669375"/>
            <a:ext cx="13030200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799" lvl="1" algn="just">
              <a:lnSpc>
                <a:spcPct val="150000"/>
              </a:lnSpc>
            </a:pPr>
            <a:r>
              <a:rPr lang="en-PH" sz="4500" dirty="0">
                <a:solidFill>
                  <a:srgbClr val="1C2B2B"/>
                </a:solidFill>
                <a:latin typeface="Monterchi"/>
                <a:ea typeface="Monterchi"/>
                <a:cs typeface="Monterchi"/>
                <a:sym typeface="Monterchi"/>
              </a:rPr>
              <a:t>Write the answer on your notebook. </a:t>
            </a:r>
            <a:endParaRPr lang="en-US" sz="4500" dirty="0">
              <a:solidFill>
                <a:srgbClr val="1C2B2B"/>
              </a:solidFill>
              <a:latin typeface="Monterchi"/>
              <a:ea typeface="Monterchi"/>
              <a:cs typeface="Monterchi"/>
              <a:sym typeface="Monterchi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F743E79-1584-8205-92BE-415B8DDE5808}"/>
              </a:ext>
            </a:extLst>
          </p:cNvPr>
          <p:cNvSpPr txBox="1"/>
          <p:nvPr/>
        </p:nvSpPr>
        <p:spPr>
          <a:xfrm>
            <a:off x="4026827" y="1371694"/>
            <a:ext cx="9655072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dirty="0">
                <a:solidFill>
                  <a:srgbClr val="E1E1E1"/>
                </a:solidFill>
                <a:latin typeface="Bugaki"/>
                <a:ea typeface="Bugaki"/>
                <a:cs typeface="Bugaki"/>
                <a:sym typeface="Bugaki"/>
              </a:rPr>
              <a:t>Exit Pass</a:t>
            </a: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BB492340-B1E0-B36C-F919-A59CE5A4DBED}"/>
              </a:ext>
            </a:extLst>
          </p:cNvPr>
          <p:cNvSpPr txBox="1"/>
          <p:nvPr/>
        </p:nvSpPr>
        <p:spPr>
          <a:xfrm>
            <a:off x="2689938" y="3742851"/>
            <a:ext cx="11844017" cy="3462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71545" lvl="1" indent="-485773" algn="l">
              <a:lnSpc>
                <a:spcPct val="150000"/>
              </a:lnSpc>
              <a:buFont typeface="Arial"/>
              <a:buChar char="•"/>
            </a:pPr>
            <a:r>
              <a:rPr lang="en-PH" sz="5000" b="0" dirty="0">
                <a:solidFill>
                  <a:srgbClr val="1C2B2B"/>
                </a:solidFill>
                <a:latin typeface="Monterchi"/>
                <a:ea typeface="Monterchi"/>
                <a:cs typeface="Monterchi"/>
                <a:sym typeface="Monterchi"/>
              </a:rPr>
              <a:t>How will you compare the completing of square method to the first two methods in solving quadratic equations? </a:t>
            </a:r>
          </a:p>
        </p:txBody>
      </p:sp>
    </p:spTree>
    <p:extLst>
      <p:ext uri="{BB962C8B-B14F-4D97-AF65-F5344CB8AC3E}">
        <p14:creationId xmlns:p14="http://schemas.microsoft.com/office/powerpoint/2010/main" val="38398285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A7E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70208" y="2079876"/>
            <a:ext cx="15747584" cy="7178424"/>
            <a:chOff x="0" y="0"/>
            <a:chExt cx="4147512" cy="18906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47512" cy="1890614"/>
            </a:xfrm>
            <a:custGeom>
              <a:avLst/>
              <a:gdLst/>
              <a:ahLst/>
              <a:cxnLst/>
              <a:rect l="l" t="t" r="r" b="b"/>
              <a:pathLst>
                <a:path w="4147512" h="1890614">
                  <a:moveTo>
                    <a:pt x="25073" y="0"/>
                  </a:moveTo>
                  <a:lnTo>
                    <a:pt x="4122439" y="0"/>
                  </a:lnTo>
                  <a:cubicBezTo>
                    <a:pt x="4136286" y="0"/>
                    <a:pt x="4147512" y="11226"/>
                    <a:pt x="4147512" y="25073"/>
                  </a:cubicBezTo>
                  <a:lnTo>
                    <a:pt x="4147512" y="1865541"/>
                  </a:lnTo>
                  <a:cubicBezTo>
                    <a:pt x="4147512" y="1879388"/>
                    <a:pt x="4136286" y="1890614"/>
                    <a:pt x="4122439" y="1890614"/>
                  </a:cubicBezTo>
                  <a:lnTo>
                    <a:pt x="25073" y="1890614"/>
                  </a:lnTo>
                  <a:cubicBezTo>
                    <a:pt x="11226" y="1890614"/>
                    <a:pt x="0" y="1879388"/>
                    <a:pt x="0" y="1865541"/>
                  </a:cubicBezTo>
                  <a:lnTo>
                    <a:pt x="0" y="25073"/>
                  </a:lnTo>
                  <a:cubicBezTo>
                    <a:pt x="0" y="11226"/>
                    <a:pt x="11226" y="0"/>
                    <a:pt x="25073" y="0"/>
                  </a:cubicBezTo>
                  <a:close/>
                </a:path>
              </a:pathLst>
            </a:custGeom>
            <a:solidFill>
              <a:srgbClr val="FFFFFF"/>
            </a:solidFill>
            <a:ln w="123825" cap="rnd">
              <a:solidFill>
                <a:srgbClr val="1C2B2B"/>
              </a:solidFill>
              <a:prstDash val="lgDash"/>
              <a:round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147512" cy="19287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2029458">
            <a:off x="15231605" y="7265924"/>
            <a:ext cx="4055390" cy="3453841"/>
          </a:xfrm>
          <a:custGeom>
            <a:avLst/>
            <a:gdLst/>
            <a:ahLst/>
            <a:cxnLst/>
            <a:rect l="l" t="t" r="r" b="b"/>
            <a:pathLst>
              <a:path w="4055390" h="3453841">
                <a:moveTo>
                  <a:pt x="0" y="0"/>
                </a:moveTo>
                <a:lnTo>
                  <a:pt x="4055390" y="0"/>
                </a:lnTo>
                <a:lnTo>
                  <a:pt x="4055390" y="3453841"/>
                </a:lnTo>
                <a:lnTo>
                  <a:pt x="0" y="34538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9" name="Freeform 9"/>
          <p:cNvSpPr/>
          <p:nvPr/>
        </p:nvSpPr>
        <p:spPr>
          <a:xfrm rot="8795828">
            <a:off x="-1149908" y="-324704"/>
            <a:ext cx="4016275" cy="3365304"/>
          </a:xfrm>
          <a:custGeom>
            <a:avLst/>
            <a:gdLst/>
            <a:ahLst/>
            <a:cxnLst/>
            <a:rect l="l" t="t" r="r" b="b"/>
            <a:pathLst>
              <a:path w="4016275" h="3365304">
                <a:moveTo>
                  <a:pt x="0" y="0"/>
                </a:moveTo>
                <a:lnTo>
                  <a:pt x="4016274" y="0"/>
                </a:lnTo>
                <a:lnTo>
                  <a:pt x="4016274" y="3365303"/>
                </a:lnTo>
                <a:lnTo>
                  <a:pt x="0" y="33653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0" name="TextBox 10"/>
          <p:cNvSpPr txBox="1"/>
          <p:nvPr/>
        </p:nvSpPr>
        <p:spPr>
          <a:xfrm>
            <a:off x="1905000" y="2925871"/>
            <a:ext cx="14034634" cy="6001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798" lvl="1" algn="just">
              <a:lnSpc>
                <a:spcPct val="150000"/>
              </a:lnSpc>
            </a:pPr>
            <a:r>
              <a:rPr lang="en-US" sz="6500" dirty="0">
                <a:solidFill>
                  <a:srgbClr val="1C2B2B"/>
                </a:solidFill>
                <a:latin typeface="Monterchi"/>
                <a:ea typeface="Monterchi"/>
                <a:cs typeface="Monterchi"/>
                <a:sym typeface="Monterchi"/>
              </a:rPr>
              <a:t>Just as not every trinomial is a perfect square trinomial, not every person is perfect. </a:t>
            </a:r>
          </a:p>
          <a:p>
            <a:pPr marL="431798" lvl="1" algn="just">
              <a:lnSpc>
                <a:spcPct val="150000"/>
              </a:lnSpc>
            </a:pPr>
            <a:r>
              <a:rPr lang="en-US" sz="6500" dirty="0">
                <a:solidFill>
                  <a:srgbClr val="1C2B2B"/>
                </a:solidFill>
                <a:latin typeface="Monterchi"/>
                <a:ea typeface="Monterchi"/>
                <a:cs typeface="Monterchi"/>
                <a:sym typeface="Monterchi"/>
              </a:rPr>
              <a:t>How can we show respect to others despite their mistakes and imperfections? 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4356023" y="1401982"/>
            <a:ext cx="11139413" cy="1355789"/>
            <a:chOff x="0" y="0"/>
            <a:chExt cx="2933837" cy="3570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933837" cy="357080"/>
            </a:xfrm>
            <a:custGeom>
              <a:avLst/>
              <a:gdLst/>
              <a:ahLst/>
              <a:cxnLst/>
              <a:rect l="l" t="t" r="r" b="b"/>
              <a:pathLst>
                <a:path w="2933837" h="357080">
                  <a:moveTo>
                    <a:pt x="13900" y="0"/>
                  </a:moveTo>
                  <a:lnTo>
                    <a:pt x="2919937" y="0"/>
                  </a:lnTo>
                  <a:cubicBezTo>
                    <a:pt x="2927614" y="0"/>
                    <a:pt x="2933837" y="6223"/>
                    <a:pt x="2933837" y="13900"/>
                  </a:cubicBezTo>
                  <a:lnTo>
                    <a:pt x="2933837" y="343180"/>
                  </a:lnTo>
                  <a:cubicBezTo>
                    <a:pt x="2933837" y="346867"/>
                    <a:pt x="2932373" y="350402"/>
                    <a:pt x="2929766" y="353009"/>
                  </a:cubicBezTo>
                  <a:cubicBezTo>
                    <a:pt x="2927159" y="355616"/>
                    <a:pt x="2923624" y="357080"/>
                    <a:pt x="2919937" y="357080"/>
                  </a:cubicBezTo>
                  <a:lnTo>
                    <a:pt x="13900" y="357080"/>
                  </a:lnTo>
                  <a:cubicBezTo>
                    <a:pt x="10214" y="357080"/>
                    <a:pt x="6678" y="355616"/>
                    <a:pt x="4071" y="353009"/>
                  </a:cubicBezTo>
                  <a:cubicBezTo>
                    <a:pt x="1464" y="350402"/>
                    <a:pt x="0" y="346867"/>
                    <a:pt x="0" y="343180"/>
                  </a:cubicBezTo>
                  <a:lnTo>
                    <a:pt x="0" y="13900"/>
                  </a:lnTo>
                  <a:cubicBezTo>
                    <a:pt x="0" y="6223"/>
                    <a:pt x="6223" y="0"/>
                    <a:pt x="13900" y="0"/>
                  </a:cubicBezTo>
                  <a:close/>
                </a:path>
              </a:pathLst>
            </a:custGeom>
            <a:solidFill>
              <a:srgbClr val="223939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933837" cy="3951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727412" y="1822438"/>
            <a:ext cx="10396634" cy="990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10000" dirty="0">
                <a:solidFill>
                  <a:srgbClr val="E1E1E1"/>
                </a:solidFill>
                <a:latin typeface="Bugaki"/>
                <a:ea typeface="Bugaki"/>
                <a:cs typeface="Bugaki"/>
                <a:sym typeface="Bugaki"/>
              </a:rPr>
              <a:t>Respect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24AE54D3B7ABF4E94265188B1A3732A" ma:contentTypeVersion="10" ma:contentTypeDescription="Create a new document." ma:contentTypeScope="" ma:versionID="d59c04619bafb1e42b43ede57214fcd9">
  <xsd:schema xmlns:xsd="http://www.w3.org/2001/XMLSchema" xmlns:xs="http://www.w3.org/2001/XMLSchema" xmlns:p="http://schemas.microsoft.com/office/2006/metadata/properties" xmlns:ns2="9af8d393-aa17-400d-a7a8-b22c6a5247f0" xmlns:ns3="f06051ca-0ac7-4425-87d7-57354384b50f" targetNamespace="http://schemas.microsoft.com/office/2006/metadata/properties" ma:root="true" ma:fieldsID="972f344bc57fd1c457fb3445845fee4d" ns2:_="" ns3:_="">
    <xsd:import namespace="9af8d393-aa17-400d-a7a8-b22c6a5247f0"/>
    <xsd:import namespace="f06051ca-0ac7-4425-87d7-57354384b50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f8d393-aa17-400d-a7a8-b22c6a5247f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da769e0-a300-417a-b7fa-e0277e530aa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6051ca-0ac7-4425-87d7-57354384b50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d8e6903-f70f-4293-bd91-5adc119538b8}" ma:internalName="TaxCatchAll" ma:showField="CatchAllData" ma:web="f06051ca-0ac7-4425-87d7-57354384b50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06051ca-0ac7-4425-87d7-57354384b50f" xsi:nil="true"/>
    <lcf76f155ced4ddcb4097134ff3c332f xmlns="9af8d393-aa17-400d-a7a8-b22c6a5247f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157001B-CA8E-4401-8EF9-03D22C9DC8C0}"/>
</file>

<file path=customXml/itemProps2.xml><?xml version="1.0" encoding="utf-8"?>
<ds:datastoreItem xmlns:ds="http://schemas.openxmlformats.org/officeDocument/2006/customXml" ds:itemID="{72BB7F85-7750-438A-A47E-B61E1E761FF2}"/>
</file>

<file path=customXml/itemProps3.xml><?xml version="1.0" encoding="utf-8"?>
<ds:datastoreItem xmlns:ds="http://schemas.openxmlformats.org/officeDocument/2006/customXml" ds:itemID="{E49D6F06-E0D3-4C35-A2DD-6D59741883A1}"/>
</file>

<file path=docProps/app.xml><?xml version="1.0" encoding="utf-8"?>
<Properties xmlns="http://schemas.openxmlformats.org/officeDocument/2006/extended-properties" xmlns:vt="http://schemas.openxmlformats.org/officeDocument/2006/docPropsVTypes">
  <TotalTime>6188</TotalTime>
  <Words>496</Words>
  <Application>Microsoft Office PowerPoint</Application>
  <PresentationFormat>Custom</PresentationFormat>
  <Paragraphs>71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Monterchi Bold</vt:lpstr>
      <vt:lpstr>Cambria Math</vt:lpstr>
      <vt:lpstr>Bugaki</vt:lpstr>
      <vt:lpstr>Borsok</vt:lpstr>
      <vt:lpstr>Calibri</vt:lpstr>
      <vt:lpstr>Monterchi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Number Sets Theory Presentation</dc:title>
  <dc:creator>Joshua</dc:creator>
  <cp:lastModifiedBy>FAJARDO, JOSHUA S.</cp:lastModifiedBy>
  <cp:revision>6</cp:revision>
  <dcterms:created xsi:type="dcterms:W3CDTF">2006-08-16T00:00:00Z</dcterms:created>
  <dcterms:modified xsi:type="dcterms:W3CDTF">2026-07-12T23:52:18Z</dcterms:modified>
  <dc:identifier>DAHN2bCAxp0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0x010100224AE54D3B7ABF4E94265188B1A3732A</vt:lpwstr>
  </property>
</Properties>
</file>