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74" r:id="rId5"/>
  </p:sldMasterIdLst>
  <p:sldIdLst>
    <p:sldId id="256" r:id="rId6"/>
    <p:sldId id="260" r:id="rId7"/>
    <p:sldId id="257" r:id="rId8"/>
    <p:sldId id="258" r:id="rId9"/>
    <p:sldId id="259" r:id="rId10"/>
    <p:sldId id="262" r:id="rId11"/>
    <p:sldId id="261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0EBBE-9096-44F2-928E-1141C2331768}" v="21" dt="2026-07-10T03:41:18.236"/>
    <p1510:client id="{E503232B-6EB2-3819-4212-8B8F0CD992BB}" v="27" dt="2026-07-10T03:18:28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TE, MARISSA A." userId="S::m.rante@claretschool.edu.ph::504fef17-a5b1-4966-b520-3b21eb9ff08a" providerId="AD" clId="Web-{E503232B-6EB2-3819-4212-8B8F0CD992BB}"/>
    <pc:docChg chg="modSld">
      <pc:chgData name="RANTE, MARISSA A." userId="S::m.rante@claretschool.edu.ph::504fef17-a5b1-4966-b520-3b21eb9ff08a" providerId="AD" clId="Web-{E503232B-6EB2-3819-4212-8B8F0CD992BB}" dt="2026-07-10T03:18:28.891" v="26" actId="1076"/>
      <pc:docMkLst>
        <pc:docMk/>
      </pc:docMkLst>
      <pc:sldChg chg="modSp">
        <pc:chgData name="RANTE, MARISSA A." userId="S::m.rante@claretschool.edu.ph::504fef17-a5b1-4966-b520-3b21eb9ff08a" providerId="AD" clId="Web-{E503232B-6EB2-3819-4212-8B8F0CD992BB}" dt="2026-07-10T03:17:51.952" v="12" actId="14100"/>
        <pc:sldMkLst>
          <pc:docMk/>
          <pc:sldMk cId="3514096428" sldId="264"/>
        </pc:sldMkLst>
        <pc:spChg chg="mod">
          <ac:chgData name="RANTE, MARISSA A." userId="S::m.rante@claretschool.edu.ph::504fef17-a5b1-4966-b520-3b21eb9ff08a" providerId="AD" clId="Web-{E503232B-6EB2-3819-4212-8B8F0CD992BB}" dt="2026-07-10T03:17:51.952" v="12" actId="14100"/>
          <ac:spMkLst>
            <pc:docMk/>
            <pc:sldMk cId="3514096428" sldId="264"/>
            <ac:spMk id="2" creationId="{19D958FD-DDB3-A5A7-866E-E40D2D35E632}"/>
          </ac:spMkLst>
        </pc:spChg>
      </pc:sldChg>
      <pc:sldChg chg="modSp">
        <pc:chgData name="RANTE, MARISSA A." userId="S::m.rante@claretschool.edu.ph::504fef17-a5b1-4966-b520-3b21eb9ff08a" providerId="AD" clId="Web-{E503232B-6EB2-3819-4212-8B8F0CD992BB}" dt="2026-07-10T03:18:28.891" v="26" actId="1076"/>
        <pc:sldMkLst>
          <pc:docMk/>
          <pc:sldMk cId="3012237586" sldId="265"/>
        </pc:sldMkLst>
        <pc:spChg chg="mod">
          <ac:chgData name="RANTE, MARISSA A." userId="S::m.rante@claretschool.edu.ph::504fef17-a5b1-4966-b520-3b21eb9ff08a" providerId="AD" clId="Web-{E503232B-6EB2-3819-4212-8B8F0CD992BB}" dt="2026-07-10T03:18:18.890" v="22" actId="1076"/>
          <ac:spMkLst>
            <pc:docMk/>
            <pc:sldMk cId="3012237586" sldId="265"/>
            <ac:spMk id="2" creationId="{E6954227-E0F2-006B-5E9A-4E102A9BAFD6}"/>
          </ac:spMkLst>
        </pc:spChg>
        <pc:spChg chg="mod">
          <ac:chgData name="RANTE, MARISSA A." userId="S::m.rante@claretschool.edu.ph::504fef17-a5b1-4966-b520-3b21eb9ff08a" providerId="AD" clId="Web-{E503232B-6EB2-3819-4212-8B8F0CD992BB}" dt="2026-07-10T03:18:28.875" v="25" actId="1076"/>
          <ac:spMkLst>
            <pc:docMk/>
            <pc:sldMk cId="3012237586" sldId="265"/>
            <ac:spMk id="3" creationId="{920E3ED1-23B6-5BFF-392A-900DBB98C169}"/>
          </ac:spMkLst>
        </pc:spChg>
        <pc:spChg chg="mod">
          <ac:chgData name="RANTE, MARISSA A." userId="S::m.rante@claretschool.edu.ph::504fef17-a5b1-4966-b520-3b21eb9ff08a" providerId="AD" clId="Web-{E503232B-6EB2-3819-4212-8B8F0CD992BB}" dt="2026-07-10T03:18:28.891" v="26" actId="1076"/>
          <ac:spMkLst>
            <pc:docMk/>
            <pc:sldMk cId="3012237586" sldId="265"/>
            <ac:spMk id="4" creationId="{F04A210E-72B7-1272-B3FB-B1F07D0F5E30}"/>
          </ac:spMkLst>
        </pc:spChg>
      </pc:sldChg>
    </pc:docChg>
  </pc:docChgLst>
  <pc:docChgLst>
    <pc:chgData name="RANTE, MARISSA A." userId="504fef17-a5b1-4966-b520-3b21eb9ff08a" providerId="ADAL" clId="{E7108977-D1E3-48A5-AFFE-707CDFC05D48}"/>
    <pc:docChg chg="modSld">
      <pc:chgData name="RANTE, MARISSA A." userId="504fef17-a5b1-4966-b520-3b21eb9ff08a" providerId="ADAL" clId="{E7108977-D1E3-48A5-AFFE-707CDFC05D48}" dt="2026-07-10T03:41:18.236" v="42" actId="20577"/>
      <pc:docMkLst>
        <pc:docMk/>
      </pc:docMkLst>
      <pc:sldChg chg="addSp modSp mod">
        <pc:chgData name="RANTE, MARISSA A." userId="504fef17-a5b1-4966-b520-3b21eb9ff08a" providerId="ADAL" clId="{E7108977-D1E3-48A5-AFFE-707CDFC05D48}" dt="2026-07-10T03:41:18.236" v="42" actId="20577"/>
        <pc:sldMkLst>
          <pc:docMk/>
          <pc:sldMk cId="3012237586" sldId="265"/>
        </pc:sldMkLst>
        <pc:spChg chg="add mod">
          <ac:chgData name="RANTE, MARISSA A." userId="504fef17-a5b1-4966-b520-3b21eb9ff08a" providerId="ADAL" clId="{E7108977-D1E3-48A5-AFFE-707CDFC05D48}" dt="2026-07-10T03:41:18.236" v="42" actId="20577"/>
          <ac:spMkLst>
            <pc:docMk/>
            <pc:sldMk cId="3012237586" sldId="265"/>
            <ac:spMk id="5" creationId="{CC92E909-F611-FAEA-F807-F3B562DF9A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8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7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8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0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5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4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0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8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27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32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97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4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82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58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74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77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53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9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932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6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5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7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2F82E-AC96-5C49-6C31-E54B8251D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5B750-7AEA-77A4-4526-52937FDB8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435" y="899954"/>
            <a:ext cx="11555850" cy="4677886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8000" b="0"/>
              <a:t>Introduction to </a:t>
            </a:r>
            <a:br>
              <a:rPr lang="en-US" sz="8000" b="0"/>
            </a:br>
            <a:r>
              <a:rPr lang="en-US" sz="8000" err="1"/>
              <a:t>H</a:t>
            </a:r>
            <a:r>
              <a:rPr lang="en-US" sz="8000" b="0" err="1"/>
              <a:t>yper</a:t>
            </a:r>
            <a:r>
              <a:rPr lang="en-US" sz="8000" err="1"/>
              <a:t>T</a:t>
            </a:r>
            <a:r>
              <a:rPr lang="en-US" sz="8000" b="0" err="1"/>
              <a:t>ext</a:t>
            </a:r>
            <a:r>
              <a:rPr lang="en-US" sz="8000" b="0"/>
              <a:t> </a:t>
            </a:r>
            <a:r>
              <a:rPr lang="en-US" sz="8000"/>
              <a:t>M</a:t>
            </a:r>
            <a:r>
              <a:rPr lang="en-US" sz="8000" b="0"/>
              <a:t>arkup </a:t>
            </a:r>
            <a:br>
              <a:rPr lang="en-US" sz="8000" b="0"/>
            </a:br>
            <a:r>
              <a:rPr lang="en-US" sz="8000"/>
              <a:t>L</a:t>
            </a:r>
            <a:r>
              <a:rPr lang="en-US" sz="8000" b="0"/>
              <a:t>anguage (HTML) </a:t>
            </a:r>
            <a:endParaRPr lang="en-PH" sz="4400" b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F785E-CA79-1D46-D53C-E5758B502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en-PH" sz="3600"/>
              <a:t>Grade 9</a:t>
            </a:r>
          </a:p>
        </p:txBody>
      </p:sp>
    </p:spTree>
    <p:extLst>
      <p:ext uri="{BB962C8B-B14F-4D97-AF65-F5344CB8AC3E}">
        <p14:creationId xmlns:p14="http://schemas.microsoft.com/office/powerpoint/2010/main" val="139279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7676B-28EF-2BC9-F290-46D0F085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610535-FFAF-7B52-87D0-69123E31C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93207-63F8-8ED1-CFC9-157AF6274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>
            <a:fillRect/>
          </a:stretch>
        </p:blipFill>
        <p:spPr>
          <a:xfrm>
            <a:off x="-1" y="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B80AED-30C7-7CD6-3A09-20F4E1FE2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783C4-FDC4-428A-0FF8-6131C4633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74" y="449977"/>
            <a:ext cx="11253816" cy="5966589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5400"/>
              <a:t>What is HTML5?</a:t>
            </a:r>
            <a:br>
              <a:rPr lang="en-US" sz="5400"/>
            </a:br>
            <a:br>
              <a:rPr lang="en-US" sz="5400"/>
            </a:br>
            <a:r>
              <a:rPr lang="en-US" sz="5400"/>
              <a:t>HTML5</a:t>
            </a:r>
            <a:r>
              <a:rPr lang="en-US" sz="5400" b="0"/>
              <a:t> is the latest version of </a:t>
            </a:r>
            <a:r>
              <a:rPr lang="en-US" sz="5400" b="0" err="1"/>
              <a:t>HyperText</a:t>
            </a:r>
            <a:r>
              <a:rPr lang="en-US" sz="5400" b="0"/>
              <a:t> Markup Language, which supports multimedia, tags and elements, improved document markups and new APIs.</a:t>
            </a:r>
          </a:p>
        </p:txBody>
      </p:sp>
      <p:pic>
        <p:nvPicPr>
          <p:cNvPr id="4098" name="Picture 2" descr="HTML - Wikipedia">
            <a:extLst>
              <a:ext uri="{FF2B5EF4-FFF2-40B4-BE49-F238E27FC236}">
                <a16:creationId xmlns:a16="http://schemas.microsoft.com/office/drawing/2014/main" id="{3C5C9F51-09F2-C6BD-CB17-B5A92455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545" y="205226"/>
            <a:ext cx="2430381" cy="243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08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 Studio Code - Wikipedia">
            <a:extLst>
              <a:ext uri="{FF2B5EF4-FFF2-40B4-BE49-F238E27FC236}">
                <a16:creationId xmlns:a16="http://schemas.microsoft.com/office/drawing/2014/main" id="{D809024D-8C55-EB82-230E-1B8FDE1B9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041" y="647410"/>
            <a:ext cx="2516649" cy="251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B62693-D82F-A2BF-61FF-A95C1F3E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04" y="453869"/>
            <a:ext cx="6353504" cy="955864"/>
          </a:xfrm>
        </p:spPr>
        <p:txBody>
          <a:bodyPr>
            <a:normAutofit fontScale="90000"/>
          </a:bodyPr>
          <a:lstStyle/>
          <a:p>
            <a:r>
              <a:rPr lang="en-PH" sz="7200" cap="none"/>
              <a:t>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029D-8BBB-F97C-CA81-51C99E173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04" y="4267837"/>
            <a:ext cx="10725806" cy="1801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/>
              <a:t>Build with AI agents that plan, code, and debug for you. </a:t>
            </a:r>
            <a:endParaRPr lang="en-PH" sz="5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6455B-969C-B03E-5B88-336F72D0FB5A}"/>
              </a:ext>
            </a:extLst>
          </p:cNvPr>
          <p:cNvSpPr txBox="1"/>
          <p:nvPr/>
        </p:nvSpPr>
        <p:spPr>
          <a:xfrm>
            <a:off x="562304" y="1961622"/>
            <a:ext cx="89285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It is a free, open-source AI code editor. </a:t>
            </a:r>
          </a:p>
        </p:txBody>
      </p:sp>
    </p:spTree>
    <p:extLst>
      <p:ext uri="{BB962C8B-B14F-4D97-AF65-F5344CB8AC3E}">
        <p14:creationId xmlns:p14="http://schemas.microsoft.com/office/powerpoint/2010/main" val="399337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1A1E-0F93-D3EA-B352-7DAB6A8C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4CB3F-A4C8-8248-7FF1-6036584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18" y="273846"/>
            <a:ext cx="7824952" cy="1527941"/>
          </a:xfrm>
        </p:spPr>
        <p:txBody>
          <a:bodyPr>
            <a:normAutofit/>
          </a:bodyPr>
          <a:lstStyle/>
          <a:p>
            <a:r>
              <a:rPr lang="en-PH" b="1" cap="none">
                <a:latin typeface="+mn-lt"/>
              </a:rPr>
              <a:t>Sublime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E63E5-D101-2DF3-6471-9F72C06CB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10" y="1801787"/>
            <a:ext cx="8802413" cy="1820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/>
              <a:t>A highly responsive, sleek, and minimalist text editor. </a:t>
            </a:r>
          </a:p>
        </p:txBody>
      </p:sp>
      <p:pic>
        <p:nvPicPr>
          <p:cNvPr id="3074" name="Picture 2" descr="Sublime Text - Wikipedia">
            <a:extLst>
              <a:ext uri="{FF2B5EF4-FFF2-40B4-BE49-F238E27FC236}">
                <a16:creationId xmlns:a16="http://schemas.microsoft.com/office/drawing/2014/main" id="{9D758C45-0E71-04FA-7E0F-262B951E4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483" y="27384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EB4974-8064-B45D-7EF7-7CB258E4E6BC}"/>
              </a:ext>
            </a:extLst>
          </p:cNvPr>
          <p:cNvSpPr txBox="1">
            <a:spLocks/>
          </p:cNvSpPr>
          <p:nvPr/>
        </p:nvSpPr>
        <p:spPr>
          <a:xfrm>
            <a:off x="289034" y="4130566"/>
            <a:ext cx="11529849" cy="256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5400"/>
              <a:t>It is incredibly fast but lacks the heavy, built-in features of larger IDEs, making it perfect for distraction-free coding.</a:t>
            </a:r>
          </a:p>
        </p:txBody>
      </p:sp>
    </p:spTree>
    <p:extLst>
      <p:ext uri="{BB962C8B-B14F-4D97-AF65-F5344CB8AC3E}">
        <p14:creationId xmlns:p14="http://schemas.microsoft.com/office/powerpoint/2010/main" val="203472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BA31-23DE-764B-660F-7A124544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C2EC-577D-18CD-ECBB-0F790055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16" y="336822"/>
            <a:ext cx="5586249" cy="1159528"/>
          </a:xfrm>
        </p:spPr>
        <p:txBody>
          <a:bodyPr>
            <a:normAutofit/>
          </a:bodyPr>
          <a:lstStyle/>
          <a:p>
            <a:r>
              <a:rPr lang="en-PH" sz="6600" b="1" cap="none">
                <a:latin typeface="+mn-lt"/>
              </a:rPr>
              <a:t>Notepad++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D373-9F4E-1B78-10D1-0C872B48F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16" y="1496351"/>
            <a:ext cx="8644760" cy="14360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/>
              <a:t>The classic go-to for Windows users. </a:t>
            </a:r>
          </a:p>
        </p:txBody>
      </p:sp>
      <p:pic>
        <p:nvPicPr>
          <p:cNvPr id="2050" name="Picture 2" descr="Notepad++">
            <a:extLst>
              <a:ext uri="{FF2B5EF4-FFF2-40B4-BE49-F238E27FC236}">
                <a16:creationId xmlns:a16="http://schemas.microsoft.com/office/drawing/2014/main" id="{D49BFAD4-FA33-4710-466D-F51001988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231" y="336822"/>
            <a:ext cx="2738460" cy="237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016735-CD0B-1AE0-CC48-36C915B93502}"/>
              </a:ext>
            </a:extLst>
          </p:cNvPr>
          <p:cNvSpPr txBox="1"/>
          <p:nvPr/>
        </p:nvSpPr>
        <p:spPr>
          <a:xfrm>
            <a:off x="373116" y="3171552"/>
            <a:ext cx="115035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It is extremely basic, making it great for beginners who just want to open a file quickly without dealing with complex developer environments.</a:t>
            </a:r>
            <a:endParaRPr lang="en-US" sz="41300"/>
          </a:p>
        </p:txBody>
      </p:sp>
    </p:spTree>
    <p:extLst>
      <p:ext uri="{BB962C8B-B14F-4D97-AF65-F5344CB8AC3E}">
        <p14:creationId xmlns:p14="http://schemas.microsoft.com/office/powerpoint/2010/main" val="230278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42523-68A2-C4D7-73B4-CBB83B7AC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80" t="28955" r="53448" b="28035"/>
          <a:stretch>
            <a:fillRect/>
          </a:stretch>
        </p:blipFill>
        <p:spPr>
          <a:xfrm>
            <a:off x="583324" y="346840"/>
            <a:ext cx="6621517" cy="578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6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4C191-165E-AB34-80CD-5DC964A6C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96" t="43215" r="25718" b="35515"/>
          <a:stretch>
            <a:fillRect/>
          </a:stretch>
        </p:blipFill>
        <p:spPr>
          <a:xfrm>
            <a:off x="441809" y="1686911"/>
            <a:ext cx="11308381" cy="245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43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B42D-8EE6-E68D-CD3E-037D78089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226550"/>
            <a:ext cx="10828703" cy="918499"/>
          </a:xfrm>
        </p:spPr>
        <p:txBody>
          <a:bodyPr/>
          <a:lstStyle/>
          <a:p>
            <a:r>
              <a:rPr lang="en-PH" cap="none">
                <a:latin typeface="+mn-lt"/>
              </a:rPr>
              <a:t>HTML Text Formatting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A8F04-D2F7-9404-7F0C-7555EF9C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33" t="28265" r="42716" b="23409"/>
          <a:stretch>
            <a:fillRect/>
          </a:stretch>
        </p:blipFill>
        <p:spPr>
          <a:xfrm>
            <a:off x="1240220" y="1145049"/>
            <a:ext cx="7777656" cy="541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7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58FD-DDB3-A5A7-866E-E40D2D35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93" y="137791"/>
            <a:ext cx="2263183" cy="1139216"/>
          </a:xfrm>
        </p:spPr>
        <p:txBody>
          <a:bodyPr/>
          <a:lstStyle/>
          <a:p>
            <a:r>
              <a:rPr lang="en-PH" cap="none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CA704-FF23-86B2-1B04-B0BD4A311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07" y="2053458"/>
            <a:ext cx="5733393" cy="3342291"/>
          </a:xfrm>
        </p:spPr>
        <p:txBody>
          <a:bodyPr>
            <a:normAutofit/>
          </a:bodyPr>
          <a:lstStyle/>
          <a:p>
            <a:r>
              <a:rPr lang="en-PH" sz="3600"/>
              <a:t>&lt;b&gt; - Bold text</a:t>
            </a:r>
          </a:p>
          <a:p>
            <a:r>
              <a:rPr lang="en-PH" sz="3600"/>
              <a:t>&lt;strong&gt; - Important text</a:t>
            </a:r>
          </a:p>
          <a:p>
            <a:r>
              <a:rPr lang="en-PH" sz="3600"/>
              <a:t>&lt;</a:t>
            </a:r>
            <a:r>
              <a:rPr lang="en-PH" sz="3600" err="1"/>
              <a:t>i</a:t>
            </a:r>
            <a:r>
              <a:rPr lang="en-PH" sz="3600"/>
              <a:t>&gt; - Italic text</a:t>
            </a:r>
          </a:p>
          <a:p>
            <a:r>
              <a:rPr lang="en-PH" sz="3600"/>
              <a:t>&lt;</a:t>
            </a:r>
            <a:r>
              <a:rPr lang="en-PH" sz="3600" err="1"/>
              <a:t>em</a:t>
            </a:r>
            <a:r>
              <a:rPr lang="en-PH" sz="3600"/>
              <a:t>&gt; - Emphasized text</a:t>
            </a:r>
          </a:p>
          <a:p>
            <a:r>
              <a:rPr lang="en-PH" sz="3600"/>
              <a:t>&lt;mark&gt; - Marked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648937-19B2-B5DB-E5DF-6DA190A56489}"/>
              </a:ext>
            </a:extLst>
          </p:cNvPr>
          <p:cNvSpPr txBox="1">
            <a:spLocks/>
          </p:cNvSpPr>
          <p:nvPr/>
        </p:nvSpPr>
        <p:spPr>
          <a:xfrm>
            <a:off x="6424449" y="2053458"/>
            <a:ext cx="5404944" cy="3342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/>
              <a:t>&lt;del&gt; - Marked text</a:t>
            </a:r>
          </a:p>
          <a:p>
            <a:r>
              <a:rPr lang="en-PH" sz="3200"/>
              <a:t>&lt;small&gt; - Smaller text</a:t>
            </a:r>
          </a:p>
          <a:p>
            <a:r>
              <a:rPr lang="en-PH" sz="3200"/>
              <a:t>&lt;ins&gt; - Inserted text</a:t>
            </a:r>
          </a:p>
          <a:p>
            <a:r>
              <a:rPr lang="en-PH" sz="3200"/>
              <a:t>&lt;sub&gt; - Subscript text</a:t>
            </a:r>
          </a:p>
          <a:p>
            <a:r>
              <a:rPr lang="en-PH" sz="3200"/>
              <a:t>&lt;sup&gt; - Superscript text</a:t>
            </a:r>
          </a:p>
        </p:txBody>
      </p:sp>
    </p:spTree>
    <p:extLst>
      <p:ext uri="{BB962C8B-B14F-4D97-AF65-F5344CB8AC3E}">
        <p14:creationId xmlns:p14="http://schemas.microsoft.com/office/powerpoint/2010/main" val="351409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185C-4F4A-0E30-2E2A-4DF2B9EA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4227-E0F2-006B-5E9A-4E102A9B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51" y="232134"/>
            <a:ext cx="9324381" cy="892474"/>
          </a:xfrm>
        </p:spPr>
        <p:txBody>
          <a:bodyPr>
            <a:normAutofit/>
          </a:bodyPr>
          <a:lstStyle/>
          <a:p>
            <a:r>
              <a:rPr lang="en-PH" cap="none">
                <a:solidFill>
                  <a:srgbClr val="000000"/>
                </a:solidFill>
              </a:rPr>
              <a:t>Practice Hands-on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E3ED1-23B6-5BFF-392A-900DBB98C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07" y="2176893"/>
            <a:ext cx="5733393" cy="3452648"/>
          </a:xfrm>
        </p:spPr>
        <p:txBody>
          <a:bodyPr>
            <a:normAutofit/>
          </a:bodyPr>
          <a:lstStyle/>
          <a:p>
            <a:r>
              <a:rPr lang="en-PH" sz="3600"/>
              <a:t>&lt;b&gt; - complete name</a:t>
            </a:r>
          </a:p>
          <a:p>
            <a:r>
              <a:rPr lang="en-PH" sz="3600"/>
              <a:t>&lt;strong&gt; - your section</a:t>
            </a:r>
          </a:p>
          <a:p>
            <a:r>
              <a:rPr lang="en-PH" sz="3600"/>
              <a:t>&lt;</a:t>
            </a:r>
            <a:r>
              <a:rPr lang="en-PH" sz="3600" err="1"/>
              <a:t>i</a:t>
            </a:r>
            <a:r>
              <a:rPr lang="en-PH" sz="3600"/>
              <a:t>&gt; - school name</a:t>
            </a:r>
          </a:p>
          <a:p>
            <a:r>
              <a:rPr lang="en-PH" sz="3600"/>
              <a:t>&lt;</a:t>
            </a:r>
            <a:r>
              <a:rPr lang="en-PH" sz="3600" err="1"/>
              <a:t>em</a:t>
            </a:r>
            <a:r>
              <a:rPr lang="en-PH" sz="3600"/>
              <a:t>&gt; - school address</a:t>
            </a:r>
          </a:p>
          <a:p>
            <a:r>
              <a:rPr lang="en-PH" sz="3600"/>
              <a:t>&lt;mark&gt; - favorite sports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4A210E-72B7-1272-B3FB-B1F07D0F5E30}"/>
              </a:ext>
            </a:extLst>
          </p:cNvPr>
          <p:cNvSpPr txBox="1">
            <a:spLocks/>
          </p:cNvSpPr>
          <p:nvPr/>
        </p:nvSpPr>
        <p:spPr>
          <a:xfrm>
            <a:off x="6248400" y="2176893"/>
            <a:ext cx="5733393" cy="41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/>
              <a:t>&lt;del&gt; - favorite food</a:t>
            </a:r>
          </a:p>
          <a:p>
            <a:r>
              <a:rPr lang="en-PH" sz="3200"/>
              <a:t>&lt;small&gt; - favorite place</a:t>
            </a:r>
          </a:p>
          <a:p>
            <a:r>
              <a:rPr lang="en-PH" sz="3200"/>
              <a:t>&lt;ins&gt; - favorite spot</a:t>
            </a:r>
          </a:p>
          <a:p>
            <a:r>
              <a:rPr lang="en-PH" sz="3200"/>
              <a:t>&lt;sub&gt; - </a:t>
            </a:r>
            <a:r>
              <a:rPr lang="en-PH" sz="4000"/>
              <a:t>H</a:t>
            </a:r>
            <a:r>
              <a:rPr lang="en-PH" sz="4000" baseline="-25000"/>
              <a:t>2</a:t>
            </a:r>
            <a:r>
              <a:rPr lang="en-PH" sz="4000"/>
              <a:t>O, CO</a:t>
            </a:r>
            <a:r>
              <a:rPr lang="en-PH" sz="4000" baseline="-25000"/>
              <a:t>2</a:t>
            </a:r>
            <a:endParaRPr lang="en-PH" sz="3200"/>
          </a:p>
          <a:p>
            <a:r>
              <a:rPr lang="en-PH" sz="3200"/>
              <a:t>&lt;sup&gt; - </a:t>
            </a:r>
            <a:r>
              <a:rPr lang="en-PH" sz="4000"/>
              <a:t>37</a:t>
            </a:r>
            <a:r>
              <a:rPr lang="en-PH" sz="4000" baseline="30000"/>
              <a:t>0</a:t>
            </a:r>
            <a:r>
              <a:rPr lang="en-PH" sz="4000"/>
              <a:t>, 30°C (86°F)</a:t>
            </a:r>
            <a:endParaRPr lang="en-PH" sz="4000" baseline="300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92E909-F611-FAEA-F807-F3B562DF9ACF}"/>
              </a:ext>
            </a:extLst>
          </p:cNvPr>
          <p:cNvSpPr txBox="1">
            <a:spLocks/>
          </p:cNvSpPr>
          <p:nvPr/>
        </p:nvSpPr>
        <p:spPr>
          <a:xfrm>
            <a:off x="360651" y="1124608"/>
            <a:ext cx="9324381" cy="892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PH" cap="none">
                <a:solidFill>
                  <a:srgbClr val="000000"/>
                </a:solidFill>
              </a:rPr>
              <a:t>Apply the HTML Text Formatting.</a:t>
            </a:r>
          </a:p>
        </p:txBody>
      </p:sp>
    </p:spTree>
    <p:extLst>
      <p:ext uri="{BB962C8B-B14F-4D97-AF65-F5344CB8AC3E}">
        <p14:creationId xmlns:p14="http://schemas.microsoft.com/office/powerpoint/2010/main" val="301223758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B2D048-7C4B-4363-882E-CBEB4EFD5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E9922AE-FDC9-4C01-9A89-D07875A5F0B8}">
  <ds:schemaRefs>
    <ds:schemaRef ds:uri="9af8d393-aa17-400d-a7a8-b22c6a5247f0"/>
    <ds:schemaRef ds:uri="f06051ca-0ac7-4425-87d7-57354384b50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1941076-E82E-428F-A9E4-9FDF3AAFF078}">
  <ds:schemaRefs>
    <ds:schemaRef ds:uri="9af8d393-aa17-400d-a7a8-b22c6a5247f0"/>
    <ds:schemaRef ds:uri="f06051ca-0ac7-4425-87d7-57354384b5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GestaltVTI</vt:lpstr>
      <vt:lpstr>Wood Type</vt:lpstr>
      <vt:lpstr>Introduction to  HyperText Markup  Language (HTML) </vt:lpstr>
      <vt:lpstr>What is HTML5?  HTML5 is the latest version of HyperText Markup Language, which supports multimedia, tags and elements, improved document markups and new APIs.</vt:lpstr>
      <vt:lpstr>Visual Studio Code</vt:lpstr>
      <vt:lpstr>Sublime Text</vt:lpstr>
      <vt:lpstr>Notepad++</vt:lpstr>
      <vt:lpstr>PowerPoint Presentation</vt:lpstr>
      <vt:lpstr>PowerPoint Presentation</vt:lpstr>
      <vt:lpstr>HTML Text Formatting</vt:lpstr>
      <vt:lpstr>Activity</vt:lpstr>
      <vt:lpstr>Practice Hands-on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RANTE, MARISSA A.</dc:creator>
  <cp:revision>1</cp:revision>
  <dcterms:created xsi:type="dcterms:W3CDTF">2026-07-08T07:14:29Z</dcterms:created>
  <dcterms:modified xsi:type="dcterms:W3CDTF">2026-07-10T03:41:30Z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  <property fmtid="{D5CDD505-2E9C-101B-9397-08002B2CF9AE}" pid="3" name="MediaServiceImageTags">
    <vt:lpwstr/>
  </property>
</Properties>
</file>